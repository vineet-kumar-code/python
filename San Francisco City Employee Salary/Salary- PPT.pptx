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73" r:id="rId2"/>
  </p:sldMasterIdLst>
  <p:notesMasterIdLst>
    <p:notesMasterId r:id="rId27"/>
  </p:notesMasterIdLst>
  <p:sldIdLst>
    <p:sldId id="335" r:id="rId3"/>
    <p:sldId id="312" r:id="rId4"/>
    <p:sldId id="307" r:id="rId5"/>
    <p:sldId id="355" r:id="rId6"/>
    <p:sldId id="317" r:id="rId7"/>
    <p:sldId id="348" r:id="rId8"/>
    <p:sldId id="298" r:id="rId9"/>
    <p:sldId id="358" r:id="rId10"/>
    <p:sldId id="357"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10" r:id="rId25"/>
    <p:sldId id="31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101" autoAdjust="0"/>
    <p:restoredTop sz="94660"/>
  </p:normalViewPr>
  <p:slideViewPr>
    <p:cSldViewPr snapToGrid="0" showGuides="1">
      <p:cViewPr varScale="1">
        <p:scale>
          <a:sx n="72" d="100"/>
          <a:sy n="72" d="100"/>
        </p:scale>
        <p:origin x="-654" y="-96"/>
      </p:cViewPr>
      <p:guideLst>
        <p:guide orient="horz" pos="2183"/>
        <p:guide pos="384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autoTitleDeleted val="1"/>
    <c:view3D>
      <c:rotX val="20"/>
      <c:rotY val="30"/>
      <c:rAngAx val="1"/>
    </c:view3D>
    <c:floor>
      <c:spPr>
        <a:solidFill>
          <a:schemeClr val="tx1">
            <a:lumMod val="65000"/>
            <a:lumOff val="35000"/>
          </a:schemeClr>
        </a:solidFill>
        <a:scene3d>
          <a:camera prst="orthographicFront"/>
          <a:lightRig rig="threePt" dir="t"/>
        </a:scene3d>
        <a:sp3d prstMaterial="metal">
          <a:contourClr>
            <a:srgbClr val="000000"/>
          </a:contourClr>
        </a:sp3d>
      </c:spPr>
    </c:floor>
    <c:sideWall>
      <c:spPr>
        <a:noFill/>
        <a:ln w="25400">
          <a:noFill/>
        </a:ln>
      </c:spPr>
    </c:sideWall>
    <c:backWall>
      <c:spPr>
        <a:noFill/>
        <a:ln w="25400">
          <a:noFill/>
        </a:ln>
      </c:spPr>
    </c:backWall>
    <c:plotArea>
      <c:layout>
        <c:manualLayout>
          <c:layoutTarget val="inner"/>
          <c:xMode val="edge"/>
          <c:yMode val="edge"/>
          <c:x val="1.1318619128466328E-2"/>
          <c:y val="4.491228070175441E-2"/>
          <c:w val="0.95019807583474813"/>
          <c:h val="0.892902776626606"/>
        </c:manualLayout>
      </c:layout>
      <c:bar3DChart>
        <c:barDir val="col"/>
        <c:grouping val="standard"/>
        <c:ser>
          <c:idx val="0"/>
          <c:order val="0"/>
          <c:tx>
            <c:strRef>
              <c:f>Sheet1!$B$1</c:f>
              <c:strCache>
                <c:ptCount val="1"/>
                <c:pt idx="0">
                  <c:v>Series 1</c:v>
                </c:pt>
              </c:strCache>
            </c:strRef>
          </c:tx>
          <c:spPr>
            <a:solidFill>
              <a:schemeClr val="accent3"/>
            </a:solidFill>
          </c:spPr>
          <c:dPt>
            <c:idx val="0"/>
            <c:spPr>
              <a:solidFill>
                <a:schemeClr val="accent1"/>
              </a:solidFill>
            </c:spPr>
            <c:extLst xmlns:c16r2="http://schemas.microsoft.com/office/drawing/2015/06/chart">
              <c:ext xmlns:c16="http://schemas.microsoft.com/office/drawing/2014/chart" uri="{C3380CC4-5D6E-409C-BE32-E72D297353CC}">
                <c16:uniqueId val="{00000005-E8BF-4A59-AC34-EE7B49BB0B69}"/>
              </c:ext>
            </c:extLst>
          </c:dPt>
          <c:dPt>
            <c:idx val="1"/>
            <c:spPr>
              <a:solidFill>
                <a:schemeClr val="accent2"/>
              </a:solidFill>
            </c:spPr>
            <c:extLst xmlns:c16r2="http://schemas.microsoft.com/office/drawing/2015/06/chart">
              <c:ext xmlns:c16="http://schemas.microsoft.com/office/drawing/2014/chart" uri="{C3380CC4-5D6E-409C-BE32-E72D297353CC}">
                <c16:uniqueId val="{00000004-E8BF-4A59-AC34-EE7B49BB0B69}"/>
              </c:ext>
            </c:extLst>
          </c:dPt>
          <c:dPt>
            <c:idx val="3"/>
            <c:spPr>
              <a:solidFill>
                <a:schemeClr val="accent4"/>
              </a:solidFill>
            </c:spPr>
            <c:extLst xmlns:c16r2="http://schemas.microsoft.com/office/drawing/2015/06/chart">
              <c:ext xmlns:c16="http://schemas.microsoft.com/office/drawing/2014/chart" uri="{C3380CC4-5D6E-409C-BE32-E72D297353CC}">
                <c16:uniqueId val="{00000006-E8BF-4A59-AC34-EE7B49BB0B69}"/>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15</c:v>
                </c:pt>
                <c:pt idx="1">
                  <c:v>25</c:v>
                </c:pt>
                <c:pt idx="2">
                  <c:v>45</c:v>
                </c:pt>
                <c:pt idx="3">
                  <c:v>60</c:v>
                </c:pt>
              </c:numCache>
            </c:numRef>
          </c:val>
          <c:extLst xmlns:c16r2="http://schemas.microsoft.com/office/drawing/2015/06/chart">
            <c:ext xmlns:c16="http://schemas.microsoft.com/office/drawing/2014/chart" uri="{C3380CC4-5D6E-409C-BE32-E72D297353CC}">
              <c16:uniqueId val="{00000000-E8BF-4A59-AC34-EE7B49BB0B69}"/>
            </c:ext>
          </c:extLst>
        </c:ser>
        <c:shape val="box"/>
        <c:axId val="52647040"/>
        <c:axId val="52648576"/>
        <c:axId val="140749888"/>
      </c:bar3DChart>
      <c:catAx>
        <c:axId val="52647040"/>
        <c:scaling>
          <c:orientation val="minMax"/>
        </c:scaling>
        <c:delete val="1"/>
        <c:axPos val="b"/>
        <c:numFmt formatCode="General" sourceLinked="0"/>
        <c:tickLblPos val="nextTo"/>
        <c:crossAx val="52648576"/>
        <c:crosses val="autoZero"/>
        <c:auto val="1"/>
        <c:lblAlgn val="ctr"/>
        <c:lblOffset val="100"/>
      </c:catAx>
      <c:valAx>
        <c:axId val="52648576"/>
        <c:scaling>
          <c:orientation val="minMax"/>
        </c:scaling>
        <c:delete val="1"/>
        <c:axPos val="l"/>
        <c:majorGridlines>
          <c:spPr>
            <a:ln w="3175">
              <a:noFill/>
            </a:ln>
          </c:spPr>
        </c:majorGridlines>
        <c:numFmt formatCode="General" sourceLinked="1"/>
        <c:tickLblPos val="nextTo"/>
        <c:crossAx val="52647040"/>
        <c:crosses val="autoZero"/>
        <c:crossBetween val="between"/>
      </c:valAx>
      <c:serAx>
        <c:axId val="140749888"/>
        <c:scaling>
          <c:orientation val="minMax"/>
        </c:scaling>
        <c:delete val="1"/>
        <c:axPos val="b"/>
        <c:tickLblPos val="nextTo"/>
        <c:crossAx val="52648576"/>
        <c:crosses val="autoZero"/>
      </c:serAx>
      <c:spPr>
        <a:scene3d>
          <a:camera prst="orthographicFront"/>
          <a:lightRig rig="threePt" dir="t"/>
        </a:scene3d>
        <a:sp3d>
          <a:bevelT w="6350"/>
        </a:sp3d>
      </c:spPr>
    </c:plotArea>
    <c:plotVisOnly val="1"/>
    <c:dispBlanksAs val="gap"/>
  </c:chart>
  <c:txPr>
    <a:bodyPr/>
    <a:lstStyle/>
    <a:p>
      <a:pPr>
        <a:defRPr sz="1800">
          <a:latin typeface="Arial" pitchFamily="34" charset="0"/>
          <a:cs typeface="Arial" pitchFamily="34" charset="0"/>
        </a:defRPr>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pPr/>
              <a:t>10-May-25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pPr/>
              <a:t>‹#›</a:t>
            </a:fld>
            <a:endParaRPr lang="en-US"/>
          </a:p>
        </p:txBody>
      </p:sp>
    </p:spTree>
    <p:extLst>
      <p:ext uri="{BB962C8B-B14F-4D97-AF65-F5344CB8AC3E}">
        <p14:creationId xmlns=""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782320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Text Placeholder 9">
            <a:extLst>
              <a:ext uri="{FF2B5EF4-FFF2-40B4-BE49-F238E27FC236}">
                <a16:creationId xmlns="" xmlns:a16="http://schemas.microsoft.com/office/drawing/2014/main" id="{25925F57-2DCB-4ABB-BBC8-7A011A3E4AD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5" name="Rectangle 3">
            <a:extLst>
              <a:ext uri="{FF2B5EF4-FFF2-40B4-BE49-F238E27FC236}">
                <a16:creationId xmlns="" xmlns:a16="http://schemas.microsoft.com/office/drawing/2014/main" id="{9A4898A8-BF39-4A4F-ADD3-779CE45BD65E}"/>
              </a:ext>
            </a:extLst>
          </p:cNvPr>
          <p:cNvSpPr/>
          <p:nvPr userDrawn="1"/>
        </p:nvSpPr>
        <p:spPr>
          <a:xfrm>
            <a:off x="0" y="1746689"/>
            <a:ext cx="12192000" cy="2016224"/>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6" name="그림 개체 틀 2">
            <a:extLst>
              <a:ext uri="{FF2B5EF4-FFF2-40B4-BE49-F238E27FC236}">
                <a16:creationId xmlns="" xmlns:a16="http://schemas.microsoft.com/office/drawing/2014/main" id="{9830AD53-4052-443C-9FEA-04CF2992870F}"/>
              </a:ext>
            </a:extLst>
          </p:cNvPr>
          <p:cNvSpPr>
            <a:spLocks noGrp="1"/>
          </p:cNvSpPr>
          <p:nvPr>
            <p:ph type="pic" sz="quarter" idx="14" hasCustomPrompt="1"/>
          </p:nvPr>
        </p:nvSpPr>
        <p:spPr>
          <a:xfrm>
            <a:off x="669437" y="1512807"/>
            <a:ext cx="2484000" cy="2483988"/>
          </a:xfrm>
          <a:prstGeom prst="ellipse">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 xmlns:p14="http://schemas.microsoft.com/office/powerpoint/2010/main" val="76866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Freeform: Shape 2">
            <a:extLst>
              <a:ext uri="{FF2B5EF4-FFF2-40B4-BE49-F238E27FC236}">
                <a16:creationId xmlns="" xmlns:a16="http://schemas.microsoft.com/office/drawing/2014/main" id="{2368A674-EEBF-4147-9976-D15975281362}"/>
              </a:ext>
            </a:extLst>
          </p:cNvPr>
          <p:cNvSpPr/>
          <p:nvPr userDrawn="1"/>
        </p:nvSpPr>
        <p:spPr>
          <a:xfrm rot="5400000">
            <a:off x="660244" y="-660245"/>
            <a:ext cx="6849476" cy="8169965"/>
          </a:xfrm>
          <a:custGeom>
            <a:avLst/>
            <a:gdLst>
              <a:gd name="connsiteX0" fmla="*/ 0 w 6849476"/>
              <a:gd name="connsiteY0" fmla="*/ 8169965 h 8169965"/>
              <a:gd name="connsiteX1" fmla="*/ 0 w 6849476"/>
              <a:gd name="connsiteY1" fmla="*/ 0 h 8169965"/>
              <a:gd name="connsiteX2" fmla="*/ 6849476 w 6849476"/>
              <a:gd name="connsiteY2" fmla="*/ 7408245 h 8169965"/>
              <a:gd name="connsiteX3" fmla="*/ 6849476 w 6849476"/>
              <a:gd name="connsiteY3" fmla="*/ 8169965 h 8169965"/>
            </a:gdLst>
            <a:ahLst/>
            <a:cxnLst>
              <a:cxn ang="0">
                <a:pos x="connsiteX0" y="connsiteY0"/>
              </a:cxn>
              <a:cxn ang="0">
                <a:pos x="connsiteX1" y="connsiteY1"/>
              </a:cxn>
              <a:cxn ang="0">
                <a:pos x="connsiteX2" y="connsiteY2"/>
              </a:cxn>
              <a:cxn ang="0">
                <a:pos x="connsiteX3" y="connsiteY3"/>
              </a:cxn>
            </a:cxnLst>
            <a:rect l="l" t="t" r="r" b="b"/>
            <a:pathLst>
              <a:path w="6849476" h="8169965">
                <a:moveTo>
                  <a:pt x="0" y="8169965"/>
                </a:moveTo>
                <a:lnTo>
                  <a:pt x="0" y="0"/>
                </a:lnTo>
                <a:lnTo>
                  <a:pt x="6849476" y="7408245"/>
                </a:lnTo>
                <a:lnTo>
                  <a:pt x="6849476" y="816996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491">
            <a:extLst>
              <a:ext uri="{FF2B5EF4-FFF2-40B4-BE49-F238E27FC236}">
                <a16:creationId xmlns="" xmlns:a16="http://schemas.microsoft.com/office/drawing/2014/main" id="{29EF3DC4-EDCE-45D7-B945-050C29E628F6}"/>
              </a:ext>
            </a:extLst>
          </p:cNvPr>
          <p:cNvSpPr>
            <a:spLocks noGrp="1"/>
          </p:cNvSpPr>
          <p:nvPr>
            <p:ph type="pic" idx="11" hasCustomPrompt="1"/>
          </p:nvPr>
        </p:nvSpPr>
        <p:spPr>
          <a:xfrm rot="21294467">
            <a:off x="104778" y="409575"/>
            <a:ext cx="11991973" cy="3476625"/>
          </a:xfrm>
          <a:custGeom>
            <a:avLst/>
            <a:gdLst>
              <a:gd name="connsiteX0" fmla="*/ 450941 w 11991973"/>
              <a:gd name="connsiteY0" fmla="*/ 3182190 h 3476625"/>
              <a:gd name="connsiteX1" fmla="*/ 453308 w 11991973"/>
              <a:gd name="connsiteY1" fmla="*/ 3190087 h 3476625"/>
              <a:gd name="connsiteX2" fmla="*/ 439468 w 11991973"/>
              <a:gd name="connsiteY2" fmla="*/ 3190541 h 3476625"/>
              <a:gd name="connsiteX3" fmla="*/ 2673803 w 11991973"/>
              <a:gd name="connsiteY3" fmla="*/ 3350910 h 3476625"/>
              <a:gd name="connsiteX4" fmla="*/ 2676171 w 11991973"/>
              <a:gd name="connsiteY4" fmla="*/ 3358806 h 3476625"/>
              <a:gd name="connsiteX5" fmla="*/ 2662332 w 11991973"/>
              <a:gd name="connsiteY5" fmla="*/ 3359260 h 3476625"/>
              <a:gd name="connsiteX6" fmla="*/ 432327 w 11991973"/>
              <a:gd name="connsiteY6" fmla="*/ 3145543 h 3476625"/>
              <a:gd name="connsiteX7" fmla="*/ 438861 w 11991973"/>
              <a:gd name="connsiteY7" fmla="*/ 3152759 h 3476625"/>
              <a:gd name="connsiteX8" fmla="*/ 439205 w 11991973"/>
              <a:gd name="connsiteY8" fmla="*/ 3153368 h 3476625"/>
              <a:gd name="connsiteX9" fmla="*/ 428185 w 11991973"/>
              <a:gd name="connsiteY9" fmla="*/ 3161451 h 3476625"/>
              <a:gd name="connsiteX10" fmla="*/ 432327 w 11991973"/>
              <a:gd name="connsiteY10" fmla="*/ 3145543 h 3476625"/>
              <a:gd name="connsiteX11" fmla="*/ 489886 w 11991973"/>
              <a:gd name="connsiteY11" fmla="*/ 3146644 h 3476625"/>
              <a:gd name="connsiteX12" fmla="*/ 495885 w 11991973"/>
              <a:gd name="connsiteY12" fmla="*/ 3155634 h 3476625"/>
              <a:gd name="connsiteX13" fmla="*/ 491654 w 11991973"/>
              <a:gd name="connsiteY13" fmla="*/ 3153588 h 3476625"/>
              <a:gd name="connsiteX14" fmla="*/ 488609 w 11991973"/>
              <a:gd name="connsiteY14" fmla="*/ 3147993 h 3476625"/>
              <a:gd name="connsiteX15" fmla="*/ 1339568 w 11991973"/>
              <a:gd name="connsiteY15" fmla="*/ 3211630 h 3476625"/>
              <a:gd name="connsiteX16" fmla="*/ 1328990 w 11991973"/>
              <a:gd name="connsiteY16" fmla="*/ 3222539 h 3476625"/>
              <a:gd name="connsiteX17" fmla="*/ 1351557 w 11991973"/>
              <a:gd name="connsiteY17" fmla="*/ 3213812 h 3476625"/>
              <a:gd name="connsiteX18" fmla="*/ 1339568 w 11991973"/>
              <a:gd name="connsiteY18" fmla="*/ 3211630 h 3476625"/>
              <a:gd name="connsiteX19" fmla="*/ 783157 w 11991973"/>
              <a:gd name="connsiteY19" fmla="*/ 3158808 h 3476625"/>
              <a:gd name="connsiteX20" fmla="*/ 785497 w 11991973"/>
              <a:gd name="connsiteY20" fmla="*/ 3167270 h 3476625"/>
              <a:gd name="connsiteX21" fmla="*/ 783381 w 11991973"/>
              <a:gd name="connsiteY21" fmla="*/ 3161088 h 3476625"/>
              <a:gd name="connsiteX22" fmla="*/ 782690 w 11991973"/>
              <a:gd name="connsiteY22" fmla="*/ 3154069 h 3476625"/>
              <a:gd name="connsiteX23" fmla="*/ 783157 w 11991973"/>
              <a:gd name="connsiteY23" fmla="*/ 3158808 h 3476625"/>
              <a:gd name="connsiteX24" fmla="*/ 781957 w 11991973"/>
              <a:gd name="connsiteY24" fmla="*/ 3154469 h 3476625"/>
              <a:gd name="connsiteX25" fmla="*/ 2708266 w 11991973"/>
              <a:gd name="connsiteY25" fmla="*/ 3320098 h 3476625"/>
              <a:gd name="connsiteX26" fmla="*/ 2714989 w 11991973"/>
              <a:gd name="connsiteY26" fmla="*/ 3330171 h 3476625"/>
              <a:gd name="connsiteX27" fmla="*/ 2710756 w 11991973"/>
              <a:gd name="connsiteY27" fmla="*/ 3328125 h 3476625"/>
              <a:gd name="connsiteX28" fmla="*/ 2707073 w 11991973"/>
              <a:gd name="connsiteY28" fmla="*/ 3321358 h 3476625"/>
              <a:gd name="connsiteX29" fmla="*/ 3565138 w 11991973"/>
              <a:gd name="connsiteY29" fmla="*/ 3395468 h 3476625"/>
              <a:gd name="connsiteX30" fmla="*/ 3562194 w 11991973"/>
              <a:gd name="connsiteY30" fmla="*/ 3399259 h 3476625"/>
              <a:gd name="connsiteX31" fmla="*/ 3553719 w 11991973"/>
              <a:gd name="connsiteY31" fmla="*/ 3397948 h 3476625"/>
              <a:gd name="connsiteX32" fmla="*/ 2655191 w 11991973"/>
              <a:gd name="connsiteY32" fmla="*/ 3314263 h 3476625"/>
              <a:gd name="connsiteX33" fmla="*/ 2661723 w 11991973"/>
              <a:gd name="connsiteY33" fmla="*/ 3321478 h 3476625"/>
              <a:gd name="connsiteX34" fmla="*/ 2662068 w 11991973"/>
              <a:gd name="connsiteY34" fmla="*/ 3322088 h 3476625"/>
              <a:gd name="connsiteX35" fmla="*/ 2651047 w 11991973"/>
              <a:gd name="connsiteY35" fmla="*/ 3330171 h 3476625"/>
              <a:gd name="connsiteX36" fmla="*/ 2655191 w 11991973"/>
              <a:gd name="connsiteY36" fmla="*/ 3314263 h 3476625"/>
              <a:gd name="connsiteX37" fmla="*/ 3006020 w 11991973"/>
              <a:gd name="connsiteY37" fmla="*/ 3327528 h 3476625"/>
              <a:gd name="connsiteX38" fmla="*/ 3008361 w 11991973"/>
              <a:gd name="connsiteY38" fmla="*/ 3335989 h 3476625"/>
              <a:gd name="connsiteX39" fmla="*/ 3006245 w 11991973"/>
              <a:gd name="connsiteY39" fmla="*/ 3329808 h 3476625"/>
              <a:gd name="connsiteX40" fmla="*/ 3005554 w 11991973"/>
              <a:gd name="connsiteY40" fmla="*/ 3322787 h 3476625"/>
              <a:gd name="connsiteX41" fmla="*/ 3006020 w 11991973"/>
              <a:gd name="connsiteY41" fmla="*/ 3327528 h 3476625"/>
              <a:gd name="connsiteX42" fmla="*/ 3004821 w 11991973"/>
              <a:gd name="connsiteY42" fmla="*/ 3323188 h 3476625"/>
              <a:gd name="connsiteX43" fmla="*/ 794195 w 11991973"/>
              <a:gd name="connsiteY43" fmla="*/ 3121090 h 3476625"/>
              <a:gd name="connsiteX44" fmla="*/ 783617 w 11991973"/>
              <a:gd name="connsiteY44" fmla="*/ 3129452 h 3476625"/>
              <a:gd name="connsiteX45" fmla="*/ 800542 w 11991973"/>
              <a:gd name="connsiteY45" fmla="*/ 3123635 h 3476625"/>
              <a:gd name="connsiteX46" fmla="*/ 794195 w 11991973"/>
              <a:gd name="connsiteY46" fmla="*/ 3121090 h 3476625"/>
              <a:gd name="connsiteX47" fmla="*/ 1561147 w 11991973"/>
              <a:gd name="connsiteY47" fmla="*/ 3179817 h 3476625"/>
              <a:gd name="connsiteX48" fmla="*/ 1559126 w 11991973"/>
              <a:gd name="connsiteY48" fmla="*/ 3187268 h 3476625"/>
              <a:gd name="connsiteX49" fmla="*/ 1549018 w 11991973"/>
              <a:gd name="connsiteY49" fmla="*/ 3187632 h 3476625"/>
              <a:gd name="connsiteX50" fmla="*/ 1552125 w 11991973"/>
              <a:gd name="connsiteY50" fmla="*/ 3181676 h 3476625"/>
              <a:gd name="connsiteX51" fmla="*/ 3004129 w 11991973"/>
              <a:gd name="connsiteY51" fmla="*/ 3302876 h 3476625"/>
              <a:gd name="connsiteX52" fmla="*/ 3004129 w 11991973"/>
              <a:gd name="connsiteY52" fmla="*/ 3304046 h 3476625"/>
              <a:gd name="connsiteX53" fmla="*/ 3002719 w 11991973"/>
              <a:gd name="connsiteY53" fmla="*/ 3303990 h 3476625"/>
              <a:gd name="connsiteX54" fmla="*/ 1082866 w 11991973"/>
              <a:gd name="connsiteY54" fmla="*/ 3118181 h 3476625"/>
              <a:gd name="connsiteX55" fmla="*/ 1073228 w 11991973"/>
              <a:gd name="connsiteY55" fmla="*/ 3126544 h 3476625"/>
              <a:gd name="connsiteX56" fmla="*/ 1093915 w 11991973"/>
              <a:gd name="connsiteY56" fmla="*/ 3120725 h 3476625"/>
              <a:gd name="connsiteX57" fmla="*/ 1082866 w 11991973"/>
              <a:gd name="connsiteY57" fmla="*/ 3118181 h 3476625"/>
              <a:gd name="connsiteX58" fmla="*/ 3779068 w 11991973"/>
              <a:gd name="connsiteY58" fmla="*/ 3349012 h 3476625"/>
              <a:gd name="connsiteX59" fmla="*/ 3781285 w 11991973"/>
              <a:gd name="connsiteY59" fmla="*/ 3350533 h 3476625"/>
              <a:gd name="connsiteX60" fmla="*/ 3768120 w 11991973"/>
              <a:gd name="connsiteY60" fmla="*/ 3362170 h 3476625"/>
              <a:gd name="connsiteX61" fmla="*/ 3773996 w 11991973"/>
              <a:gd name="connsiteY61" fmla="*/ 3350897 h 3476625"/>
              <a:gd name="connsiteX62" fmla="*/ 3775142 w 11991973"/>
              <a:gd name="connsiteY62" fmla="*/ 3349865 h 3476625"/>
              <a:gd name="connsiteX63" fmla="*/ 1149216 w 11991973"/>
              <a:gd name="connsiteY63" fmla="*/ 3101227 h 3476625"/>
              <a:gd name="connsiteX64" fmla="*/ 1142810 w 11991973"/>
              <a:gd name="connsiteY64" fmla="*/ 3101454 h 3476625"/>
              <a:gd name="connsiteX65" fmla="*/ 1129645 w 11991973"/>
              <a:gd name="connsiteY65" fmla="*/ 3103271 h 3476625"/>
              <a:gd name="connsiteX66" fmla="*/ 1155973 w 11991973"/>
              <a:gd name="connsiteY66" fmla="*/ 3106181 h 3476625"/>
              <a:gd name="connsiteX67" fmla="*/ 1149216 w 11991973"/>
              <a:gd name="connsiteY67" fmla="*/ 3101227 h 3476625"/>
              <a:gd name="connsiteX68" fmla="*/ 3301968 w 11991973"/>
              <a:gd name="connsiteY68" fmla="*/ 3292718 h 3476625"/>
              <a:gd name="connsiteX69" fmla="*/ 3292330 w 11991973"/>
              <a:gd name="connsiteY69" fmla="*/ 3301081 h 3476625"/>
              <a:gd name="connsiteX70" fmla="*/ 3313017 w 11991973"/>
              <a:gd name="connsiteY70" fmla="*/ 3295264 h 3476625"/>
              <a:gd name="connsiteX71" fmla="*/ 3301968 w 11991973"/>
              <a:gd name="connsiteY71" fmla="*/ 3292718 h 3476625"/>
              <a:gd name="connsiteX72" fmla="*/ 1248404 w 11991973"/>
              <a:gd name="connsiteY72" fmla="*/ 3094618 h 3476625"/>
              <a:gd name="connsiteX73" fmla="*/ 1259407 w 11991973"/>
              <a:gd name="connsiteY73" fmla="*/ 3097454 h 3476625"/>
              <a:gd name="connsiteX74" fmla="*/ 1236840 w 11991973"/>
              <a:gd name="connsiteY74" fmla="*/ 3100363 h 3476625"/>
              <a:gd name="connsiteX75" fmla="*/ 1245989 w 11991973"/>
              <a:gd name="connsiteY75" fmla="*/ 3095647 h 3476625"/>
              <a:gd name="connsiteX76" fmla="*/ 3368315 w 11991973"/>
              <a:gd name="connsiteY76" fmla="*/ 3275765 h 3476625"/>
              <a:gd name="connsiteX77" fmla="*/ 3361913 w 11991973"/>
              <a:gd name="connsiteY77" fmla="*/ 3275992 h 3476625"/>
              <a:gd name="connsiteX78" fmla="*/ 3348749 w 11991973"/>
              <a:gd name="connsiteY78" fmla="*/ 3277809 h 3476625"/>
              <a:gd name="connsiteX79" fmla="*/ 3375074 w 11991973"/>
              <a:gd name="connsiteY79" fmla="*/ 3280719 h 3476625"/>
              <a:gd name="connsiteX80" fmla="*/ 3368315 w 11991973"/>
              <a:gd name="connsiteY80" fmla="*/ 3275765 h 3476625"/>
              <a:gd name="connsiteX81" fmla="*/ 1302970 w 11991973"/>
              <a:gd name="connsiteY81" fmla="*/ 3079521 h 3476625"/>
              <a:gd name="connsiteX82" fmla="*/ 1303566 w 11991973"/>
              <a:gd name="connsiteY82" fmla="*/ 3079886 h 3476625"/>
              <a:gd name="connsiteX83" fmla="*/ 1302660 w 11991973"/>
              <a:gd name="connsiteY83" fmla="*/ 3080000 h 3476625"/>
              <a:gd name="connsiteX84" fmla="*/ 3467225 w 11991973"/>
              <a:gd name="connsiteY84" fmla="*/ 3269083 h 3476625"/>
              <a:gd name="connsiteX85" fmla="*/ 3478507 w 11991973"/>
              <a:gd name="connsiteY85" fmla="*/ 3271992 h 3476625"/>
              <a:gd name="connsiteX86" fmla="*/ 3455943 w 11991973"/>
              <a:gd name="connsiteY86" fmla="*/ 3274900 h 3476625"/>
              <a:gd name="connsiteX87" fmla="*/ 3467225 w 11991973"/>
              <a:gd name="connsiteY87" fmla="*/ 3269083 h 3476625"/>
              <a:gd name="connsiteX88" fmla="*/ 3526226 w 11991973"/>
              <a:gd name="connsiteY88" fmla="*/ 3247633 h 3476625"/>
              <a:gd name="connsiteX89" fmla="*/ 3534085 w 11991973"/>
              <a:gd name="connsiteY89" fmla="*/ 3251963 h 3476625"/>
              <a:gd name="connsiteX90" fmla="*/ 3533281 w 11991973"/>
              <a:gd name="connsiteY90" fmla="*/ 3253083 h 3476625"/>
              <a:gd name="connsiteX91" fmla="*/ 3521761 w 11991973"/>
              <a:gd name="connsiteY91" fmla="*/ 3254538 h 3476625"/>
              <a:gd name="connsiteX92" fmla="*/ 1650569 w 11991973"/>
              <a:gd name="connsiteY92" fmla="*/ 3077092 h 3476625"/>
              <a:gd name="connsiteX93" fmla="*/ 1633645 w 11991973"/>
              <a:gd name="connsiteY93" fmla="*/ 3085818 h 3476625"/>
              <a:gd name="connsiteX94" fmla="*/ 1650569 w 11991973"/>
              <a:gd name="connsiteY94" fmla="*/ 3077092 h 3476625"/>
              <a:gd name="connsiteX95" fmla="*/ 1451228 w 11991973"/>
              <a:gd name="connsiteY95" fmla="*/ 3050911 h 3476625"/>
              <a:gd name="connsiteX96" fmla="*/ 1441120 w 11991973"/>
              <a:gd name="connsiteY96" fmla="*/ 3050184 h 3476625"/>
              <a:gd name="connsiteX97" fmla="*/ 1432422 w 11991973"/>
              <a:gd name="connsiteY97" fmla="*/ 3053819 h 3476625"/>
              <a:gd name="connsiteX98" fmla="*/ 1451228 w 11991973"/>
              <a:gd name="connsiteY98" fmla="*/ 3050911 h 3476625"/>
              <a:gd name="connsiteX99" fmla="*/ 1730496 w 11991973"/>
              <a:gd name="connsiteY99" fmla="*/ 3061820 h 3476625"/>
              <a:gd name="connsiteX100" fmla="*/ 1725795 w 11991973"/>
              <a:gd name="connsiteY100" fmla="*/ 3071274 h 3476625"/>
              <a:gd name="connsiteX101" fmla="*/ 1740839 w 11991973"/>
              <a:gd name="connsiteY101" fmla="*/ 3065455 h 3476625"/>
              <a:gd name="connsiteX102" fmla="*/ 1730496 w 11991973"/>
              <a:gd name="connsiteY102" fmla="*/ 3061820 h 3476625"/>
              <a:gd name="connsiteX103" fmla="*/ 3869673 w 11991973"/>
              <a:gd name="connsiteY103" fmla="*/ 3251629 h 3476625"/>
              <a:gd name="connsiteX104" fmla="*/ 3852746 w 11991973"/>
              <a:gd name="connsiteY104" fmla="*/ 3260355 h 3476625"/>
              <a:gd name="connsiteX105" fmla="*/ 3869673 w 11991973"/>
              <a:gd name="connsiteY105" fmla="*/ 3251629 h 3476625"/>
              <a:gd name="connsiteX106" fmla="*/ 3670331 w 11991973"/>
              <a:gd name="connsiteY106" fmla="*/ 3225448 h 3476625"/>
              <a:gd name="connsiteX107" fmla="*/ 3660223 w 11991973"/>
              <a:gd name="connsiteY107" fmla="*/ 3224722 h 3476625"/>
              <a:gd name="connsiteX108" fmla="*/ 3651524 w 11991973"/>
              <a:gd name="connsiteY108" fmla="*/ 3228357 h 3476625"/>
              <a:gd name="connsiteX109" fmla="*/ 3670331 w 11991973"/>
              <a:gd name="connsiteY109" fmla="*/ 3225448 h 3476625"/>
              <a:gd name="connsiteX110" fmla="*/ 1536088 w 11991973"/>
              <a:gd name="connsiteY110" fmla="*/ 3033094 h 3476625"/>
              <a:gd name="connsiteX111" fmla="*/ 1522690 w 11991973"/>
              <a:gd name="connsiteY111" fmla="*/ 3045093 h 3476625"/>
              <a:gd name="connsiteX112" fmla="*/ 1556541 w 11991973"/>
              <a:gd name="connsiteY112" fmla="*/ 3036366 h 3476625"/>
              <a:gd name="connsiteX113" fmla="*/ 1536088 w 11991973"/>
              <a:gd name="connsiteY113" fmla="*/ 3033094 h 3476625"/>
              <a:gd name="connsiteX114" fmla="*/ 4744337 w 11991973"/>
              <a:gd name="connsiteY114" fmla="*/ 3318910 h 3476625"/>
              <a:gd name="connsiteX115" fmla="*/ 4746705 w 11991973"/>
              <a:gd name="connsiteY115" fmla="*/ 3326807 h 3476625"/>
              <a:gd name="connsiteX116" fmla="*/ 4732863 w 11991973"/>
              <a:gd name="connsiteY116" fmla="*/ 3327262 h 3476625"/>
              <a:gd name="connsiteX117" fmla="*/ 3949596 w 11991973"/>
              <a:gd name="connsiteY117" fmla="*/ 3236358 h 3476625"/>
              <a:gd name="connsiteX118" fmla="*/ 3944895 w 11991973"/>
              <a:gd name="connsiteY118" fmla="*/ 3245812 h 3476625"/>
              <a:gd name="connsiteX119" fmla="*/ 3959937 w 11991973"/>
              <a:gd name="connsiteY119" fmla="*/ 3239993 h 3476625"/>
              <a:gd name="connsiteX120" fmla="*/ 3949596 w 11991973"/>
              <a:gd name="connsiteY120" fmla="*/ 3236358 h 3476625"/>
              <a:gd name="connsiteX121" fmla="*/ 1040699 w 11991973"/>
              <a:gd name="connsiteY121" fmla="*/ 2972960 h 3476625"/>
              <a:gd name="connsiteX122" fmla="*/ 1034911 w 11991973"/>
              <a:gd name="connsiteY122" fmla="*/ 2973460 h 3476625"/>
              <a:gd name="connsiteX123" fmla="*/ 1022452 w 11991973"/>
              <a:gd name="connsiteY123" fmla="*/ 2984005 h 3476625"/>
              <a:gd name="connsiteX124" fmla="*/ 1043139 w 11991973"/>
              <a:gd name="connsiteY124" fmla="*/ 2978187 h 3476625"/>
              <a:gd name="connsiteX125" fmla="*/ 1040699 w 11991973"/>
              <a:gd name="connsiteY125" fmla="*/ 2972960 h 3476625"/>
              <a:gd name="connsiteX126" fmla="*/ 3755191 w 11991973"/>
              <a:gd name="connsiteY126" fmla="*/ 3207631 h 3476625"/>
              <a:gd name="connsiteX127" fmla="*/ 3741791 w 11991973"/>
              <a:gd name="connsiteY127" fmla="*/ 3219631 h 3476625"/>
              <a:gd name="connsiteX128" fmla="*/ 3775640 w 11991973"/>
              <a:gd name="connsiteY128" fmla="*/ 3210903 h 3476625"/>
              <a:gd name="connsiteX129" fmla="*/ 3755191 w 11991973"/>
              <a:gd name="connsiteY129" fmla="*/ 3207631 h 3476625"/>
              <a:gd name="connsiteX130" fmla="*/ 1855555 w 11991973"/>
              <a:gd name="connsiteY130" fmla="*/ 3031958 h 3476625"/>
              <a:gd name="connsiteX131" fmla="*/ 1872481 w 11991973"/>
              <a:gd name="connsiteY131" fmla="*/ 3042184 h 3476625"/>
              <a:gd name="connsiteX132" fmla="*/ 1855555 w 11991973"/>
              <a:gd name="connsiteY132" fmla="*/ 3031958 h 3476625"/>
              <a:gd name="connsiteX133" fmla="*/ 1824930 w 11991973"/>
              <a:gd name="connsiteY133" fmla="*/ 3029083 h 3476625"/>
              <a:gd name="connsiteX134" fmla="*/ 1810421 w 11991973"/>
              <a:gd name="connsiteY134" fmla="*/ 3033457 h 3476625"/>
              <a:gd name="connsiteX135" fmla="*/ 1812302 w 11991973"/>
              <a:gd name="connsiteY135" fmla="*/ 3074183 h 3476625"/>
              <a:gd name="connsiteX136" fmla="*/ 1824930 w 11991973"/>
              <a:gd name="connsiteY136" fmla="*/ 3029083 h 3476625"/>
              <a:gd name="connsiteX137" fmla="*/ 4776555 w 11991973"/>
              <a:gd name="connsiteY137" fmla="*/ 3290467 h 3476625"/>
              <a:gd name="connsiteX138" fmla="*/ 4783638 w 11991973"/>
              <a:gd name="connsiteY138" fmla="*/ 3301081 h 3476625"/>
              <a:gd name="connsiteX139" fmla="*/ 4779408 w 11991973"/>
              <a:gd name="connsiteY139" fmla="*/ 3299035 h 3476625"/>
              <a:gd name="connsiteX140" fmla="*/ 4775405 w 11991973"/>
              <a:gd name="connsiteY140" fmla="*/ 3291682 h 3476625"/>
              <a:gd name="connsiteX141" fmla="*/ 4725722 w 11991973"/>
              <a:gd name="connsiteY141" fmla="*/ 3282264 h 3476625"/>
              <a:gd name="connsiteX142" fmla="*/ 4732257 w 11991973"/>
              <a:gd name="connsiteY142" fmla="*/ 3289479 h 3476625"/>
              <a:gd name="connsiteX143" fmla="*/ 4732601 w 11991973"/>
              <a:gd name="connsiteY143" fmla="*/ 3290090 h 3476625"/>
              <a:gd name="connsiteX144" fmla="*/ 4721579 w 11991973"/>
              <a:gd name="connsiteY144" fmla="*/ 3298173 h 3476625"/>
              <a:gd name="connsiteX145" fmla="*/ 4725722 w 11991973"/>
              <a:gd name="connsiteY145" fmla="*/ 3282264 h 3476625"/>
              <a:gd name="connsiteX146" fmla="*/ 5636287 w 11991973"/>
              <a:gd name="connsiteY146" fmla="*/ 3363156 h 3476625"/>
              <a:gd name="connsiteX147" fmla="*/ 5630846 w 11991973"/>
              <a:gd name="connsiteY147" fmla="*/ 3370169 h 3476625"/>
              <a:gd name="connsiteX148" fmla="*/ 5616742 w 11991973"/>
              <a:gd name="connsiteY148" fmla="*/ 3367987 h 3476625"/>
              <a:gd name="connsiteX149" fmla="*/ 5617269 w 11991973"/>
              <a:gd name="connsiteY149" fmla="*/ 3367444 h 3476625"/>
              <a:gd name="connsiteX150" fmla="*/ 3259801 w 11991973"/>
              <a:gd name="connsiteY150" fmla="*/ 3147498 h 3476625"/>
              <a:gd name="connsiteX151" fmla="*/ 3254014 w 11991973"/>
              <a:gd name="connsiteY151" fmla="*/ 3147998 h 3476625"/>
              <a:gd name="connsiteX152" fmla="*/ 3241551 w 11991973"/>
              <a:gd name="connsiteY152" fmla="*/ 3158542 h 3476625"/>
              <a:gd name="connsiteX153" fmla="*/ 3262238 w 11991973"/>
              <a:gd name="connsiteY153" fmla="*/ 3152725 h 3476625"/>
              <a:gd name="connsiteX154" fmla="*/ 3259801 w 11991973"/>
              <a:gd name="connsiteY154" fmla="*/ 3147498 h 3476625"/>
              <a:gd name="connsiteX155" fmla="*/ 4074656 w 11991973"/>
              <a:gd name="connsiteY155" fmla="*/ 3206495 h 3476625"/>
              <a:gd name="connsiteX156" fmla="*/ 4091581 w 11991973"/>
              <a:gd name="connsiteY156" fmla="*/ 3216721 h 3476625"/>
              <a:gd name="connsiteX157" fmla="*/ 4074656 w 11991973"/>
              <a:gd name="connsiteY157" fmla="*/ 3206495 h 3476625"/>
              <a:gd name="connsiteX158" fmla="*/ 4044029 w 11991973"/>
              <a:gd name="connsiteY158" fmla="*/ 3203619 h 3476625"/>
              <a:gd name="connsiteX159" fmla="*/ 4029523 w 11991973"/>
              <a:gd name="connsiteY159" fmla="*/ 3207995 h 3476625"/>
              <a:gd name="connsiteX160" fmla="*/ 4031401 w 11991973"/>
              <a:gd name="connsiteY160" fmla="*/ 3248720 h 3476625"/>
              <a:gd name="connsiteX161" fmla="*/ 4044029 w 11991973"/>
              <a:gd name="connsiteY161" fmla="*/ 3203619 h 3476625"/>
              <a:gd name="connsiteX162" fmla="*/ 5076553 w 11991973"/>
              <a:gd name="connsiteY162" fmla="*/ 3295530 h 3476625"/>
              <a:gd name="connsiteX163" fmla="*/ 5078892 w 11991973"/>
              <a:gd name="connsiteY163" fmla="*/ 3303990 h 3476625"/>
              <a:gd name="connsiteX164" fmla="*/ 5076778 w 11991973"/>
              <a:gd name="connsiteY164" fmla="*/ 3297809 h 3476625"/>
              <a:gd name="connsiteX165" fmla="*/ 5076085 w 11991973"/>
              <a:gd name="connsiteY165" fmla="*/ 3290789 h 3476625"/>
              <a:gd name="connsiteX166" fmla="*/ 5076553 w 11991973"/>
              <a:gd name="connsiteY166" fmla="*/ 3295530 h 3476625"/>
              <a:gd name="connsiteX167" fmla="*/ 5075353 w 11991973"/>
              <a:gd name="connsiteY167" fmla="*/ 3291189 h 3476625"/>
              <a:gd name="connsiteX168" fmla="*/ 1944885 w 11991973"/>
              <a:gd name="connsiteY168" fmla="*/ 3010913 h 3476625"/>
              <a:gd name="connsiteX169" fmla="*/ 1936420 w 11991973"/>
              <a:gd name="connsiteY169" fmla="*/ 3018912 h 3476625"/>
              <a:gd name="connsiteX170" fmla="*/ 1953347 w 11991973"/>
              <a:gd name="connsiteY170" fmla="*/ 3016003 h 3476625"/>
              <a:gd name="connsiteX171" fmla="*/ 1944885 w 11991973"/>
              <a:gd name="connsiteY171" fmla="*/ 3010913 h 3476625"/>
              <a:gd name="connsiteX172" fmla="*/ 5074661 w 11991973"/>
              <a:gd name="connsiteY172" fmla="*/ 3272298 h 3476625"/>
              <a:gd name="connsiteX173" fmla="*/ 5074661 w 11991973"/>
              <a:gd name="connsiteY173" fmla="*/ 3275031 h 3476625"/>
              <a:gd name="connsiteX174" fmla="*/ 5071371 w 11991973"/>
              <a:gd name="connsiteY174" fmla="*/ 3274900 h 3476625"/>
              <a:gd name="connsiteX175" fmla="*/ 4163983 w 11991973"/>
              <a:gd name="connsiteY175" fmla="*/ 3185451 h 3476625"/>
              <a:gd name="connsiteX176" fmla="*/ 4155520 w 11991973"/>
              <a:gd name="connsiteY176" fmla="*/ 3193450 h 3476625"/>
              <a:gd name="connsiteX177" fmla="*/ 4172445 w 11991973"/>
              <a:gd name="connsiteY177" fmla="*/ 3190541 h 3476625"/>
              <a:gd name="connsiteX178" fmla="*/ 4163983 w 11991973"/>
              <a:gd name="connsiteY178" fmla="*/ 3185451 h 3476625"/>
              <a:gd name="connsiteX179" fmla="*/ 2054811 w 11991973"/>
              <a:gd name="connsiteY179" fmla="*/ 2997459 h 3476625"/>
              <a:gd name="connsiteX180" fmla="*/ 2047611 w 11991973"/>
              <a:gd name="connsiteY180" fmla="*/ 2997095 h 3476625"/>
              <a:gd name="connsiteX181" fmla="*/ 2032330 w 11991973"/>
              <a:gd name="connsiteY181" fmla="*/ 3007277 h 3476625"/>
              <a:gd name="connsiteX182" fmla="*/ 2058660 w 11991973"/>
              <a:gd name="connsiteY182" fmla="*/ 3004367 h 3476625"/>
              <a:gd name="connsiteX183" fmla="*/ 2054811 w 11991973"/>
              <a:gd name="connsiteY183" fmla="*/ 2997459 h 3476625"/>
              <a:gd name="connsiteX184" fmla="*/ 5846027 w 11991973"/>
              <a:gd name="connsiteY184" fmla="*/ 3318763 h 3476625"/>
              <a:gd name="connsiteX185" fmla="*/ 5849935 w 11991973"/>
              <a:gd name="connsiteY185" fmla="*/ 3321444 h 3476625"/>
              <a:gd name="connsiteX186" fmla="*/ 5836772 w 11991973"/>
              <a:gd name="connsiteY186" fmla="*/ 3333080 h 3476625"/>
              <a:gd name="connsiteX187" fmla="*/ 5846027 w 11991973"/>
              <a:gd name="connsiteY187" fmla="*/ 3318763 h 3476625"/>
              <a:gd name="connsiteX188" fmla="*/ 4273910 w 11991973"/>
              <a:gd name="connsiteY188" fmla="*/ 3171997 h 3476625"/>
              <a:gd name="connsiteX189" fmla="*/ 4266713 w 11991973"/>
              <a:gd name="connsiteY189" fmla="*/ 3171633 h 3476625"/>
              <a:gd name="connsiteX190" fmla="*/ 4251431 w 11991973"/>
              <a:gd name="connsiteY190" fmla="*/ 3181815 h 3476625"/>
              <a:gd name="connsiteX191" fmla="*/ 4277758 w 11991973"/>
              <a:gd name="connsiteY191" fmla="*/ 3178905 h 3476625"/>
              <a:gd name="connsiteX192" fmla="*/ 4273910 w 11991973"/>
              <a:gd name="connsiteY192" fmla="*/ 3171997 h 3476625"/>
              <a:gd name="connsiteX193" fmla="*/ 5370620 w 11991973"/>
              <a:gd name="connsiteY193" fmla="*/ 3263628 h 3476625"/>
              <a:gd name="connsiteX194" fmla="*/ 5360981 w 11991973"/>
              <a:gd name="connsiteY194" fmla="*/ 3271992 h 3476625"/>
              <a:gd name="connsiteX195" fmla="*/ 5381667 w 11991973"/>
              <a:gd name="connsiteY195" fmla="*/ 3266174 h 3476625"/>
              <a:gd name="connsiteX196" fmla="*/ 5370620 w 11991973"/>
              <a:gd name="connsiteY196" fmla="*/ 3263628 h 3476625"/>
              <a:gd name="connsiteX197" fmla="*/ 1032522 w 11991973"/>
              <a:gd name="connsiteY197" fmla="*/ 2873107 h 3476625"/>
              <a:gd name="connsiteX198" fmla="*/ 1033500 w 11991973"/>
              <a:gd name="connsiteY198" fmla="*/ 2873465 h 3476625"/>
              <a:gd name="connsiteX199" fmla="*/ 1033613 w 11991973"/>
              <a:gd name="connsiteY199" fmla="*/ 2873637 h 3476625"/>
              <a:gd name="connsiteX200" fmla="*/ 1031854 w 11991973"/>
              <a:gd name="connsiteY200" fmla="*/ 2873464 h 3476625"/>
              <a:gd name="connsiteX201" fmla="*/ 5436969 w 11991973"/>
              <a:gd name="connsiteY201" fmla="*/ 3246675 h 3476625"/>
              <a:gd name="connsiteX202" fmla="*/ 5430563 w 11991973"/>
              <a:gd name="connsiteY202" fmla="*/ 3246902 h 3476625"/>
              <a:gd name="connsiteX203" fmla="*/ 5417401 w 11991973"/>
              <a:gd name="connsiteY203" fmla="*/ 3248719 h 3476625"/>
              <a:gd name="connsiteX204" fmla="*/ 5443726 w 11991973"/>
              <a:gd name="connsiteY204" fmla="*/ 3251629 h 3476625"/>
              <a:gd name="connsiteX205" fmla="*/ 5436969 w 11991973"/>
              <a:gd name="connsiteY205" fmla="*/ 3246675 h 3476625"/>
              <a:gd name="connsiteX206" fmla="*/ 3251624 w 11991973"/>
              <a:gd name="connsiteY206" fmla="*/ 3047644 h 3476625"/>
              <a:gd name="connsiteX207" fmla="*/ 3252604 w 11991973"/>
              <a:gd name="connsiteY207" fmla="*/ 3048002 h 3476625"/>
              <a:gd name="connsiteX208" fmla="*/ 3252717 w 11991973"/>
              <a:gd name="connsiteY208" fmla="*/ 3048175 h 3476625"/>
              <a:gd name="connsiteX209" fmla="*/ 3250958 w 11991973"/>
              <a:gd name="connsiteY209" fmla="*/ 3048002 h 3476625"/>
              <a:gd name="connsiteX210" fmla="*/ 945348 w 11991973"/>
              <a:gd name="connsiteY210" fmla="*/ 2835648 h 3476625"/>
              <a:gd name="connsiteX211" fmla="*/ 932626 w 11991973"/>
              <a:gd name="connsiteY211" fmla="*/ 2853835 h 3476625"/>
              <a:gd name="connsiteX212" fmla="*/ 933360 w 11991973"/>
              <a:gd name="connsiteY212" fmla="*/ 2850920 h 3476625"/>
              <a:gd name="connsiteX213" fmla="*/ 945348 w 11991973"/>
              <a:gd name="connsiteY213" fmla="*/ 2835648 h 3476625"/>
              <a:gd name="connsiteX214" fmla="*/ 2236847 w 11991973"/>
              <a:gd name="connsiteY214" fmla="*/ 2948734 h 3476625"/>
              <a:gd name="connsiteX215" fmla="*/ 2229794 w 11991973"/>
              <a:gd name="connsiteY215" fmla="*/ 2949097 h 3476625"/>
              <a:gd name="connsiteX216" fmla="*/ 2241077 w 11991973"/>
              <a:gd name="connsiteY216" fmla="*/ 2954915 h 3476625"/>
              <a:gd name="connsiteX217" fmla="*/ 2236847 w 11991973"/>
              <a:gd name="connsiteY217" fmla="*/ 2948734 h 3476625"/>
              <a:gd name="connsiteX218" fmla="*/ 998004 w 11991973"/>
              <a:gd name="connsiteY218" fmla="*/ 2835648 h 3476625"/>
              <a:gd name="connsiteX219" fmla="*/ 986721 w 11991973"/>
              <a:gd name="connsiteY219" fmla="*/ 2847283 h 3476625"/>
              <a:gd name="connsiteX220" fmla="*/ 998004 w 11991973"/>
              <a:gd name="connsiteY220" fmla="*/ 2835648 h 3476625"/>
              <a:gd name="connsiteX221" fmla="*/ 5535876 w 11991973"/>
              <a:gd name="connsiteY221" fmla="*/ 3239993 h 3476625"/>
              <a:gd name="connsiteX222" fmla="*/ 5547159 w 11991973"/>
              <a:gd name="connsiteY222" fmla="*/ 3242902 h 3476625"/>
              <a:gd name="connsiteX223" fmla="*/ 5524593 w 11991973"/>
              <a:gd name="connsiteY223" fmla="*/ 3245812 h 3476625"/>
              <a:gd name="connsiteX224" fmla="*/ 5535876 w 11991973"/>
              <a:gd name="connsiteY224" fmla="*/ 3239993 h 3476625"/>
              <a:gd name="connsiteX225" fmla="*/ 1018690 w 11991973"/>
              <a:gd name="connsiteY225" fmla="*/ 2835647 h 3476625"/>
              <a:gd name="connsiteX226" fmla="*/ 1018690 w 11991973"/>
              <a:gd name="connsiteY226" fmla="*/ 2835647 h 3476625"/>
              <a:gd name="connsiteX227" fmla="*/ 1116262 w 11991973"/>
              <a:gd name="connsiteY227" fmla="*/ 2841904 h 3476625"/>
              <a:gd name="connsiteX228" fmla="*/ 1099557 w 11991973"/>
              <a:gd name="connsiteY228" fmla="*/ 2844739 h 3476625"/>
              <a:gd name="connsiteX229" fmla="*/ 1056891 w 11991973"/>
              <a:gd name="connsiteY229" fmla="*/ 2860056 h 3476625"/>
              <a:gd name="connsiteX230" fmla="*/ 1032522 w 11991973"/>
              <a:gd name="connsiteY230" fmla="*/ 2873107 h 3476625"/>
              <a:gd name="connsiteX231" fmla="*/ 1016310 w 11991973"/>
              <a:gd name="connsiteY231" fmla="*/ 2867193 h 3476625"/>
              <a:gd name="connsiteX232" fmla="*/ 1018690 w 11991973"/>
              <a:gd name="connsiteY232" fmla="*/ 2890918 h 3476625"/>
              <a:gd name="connsiteX233" fmla="*/ 1043285 w 11991973"/>
              <a:gd name="connsiteY233" fmla="*/ 2888464 h 3476625"/>
              <a:gd name="connsiteX234" fmla="*/ 1033613 w 11991973"/>
              <a:gd name="connsiteY234" fmla="*/ 2873637 h 3476625"/>
              <a:gd name="connsiteX235" fmla="*/ 1045254 w 11991973"/>
              <a:gd name="connsiteY235" fmla="*/ 2874782 h 3476625"/>
              <a:gd name="connsiteX236" fmla="*/ 1093915 w 11991973"/>
              <a:gd name="connsiteY236" fmla="*/ 2879283 h 3476625"/>
              <a:gd name="connsiteX237" fmla="*/ 1116262 w 11991973"/>
              <a:gd name="connsiteY237" fmla="*/ 2841904 h 3476625"/>
              <a:gd name="connsiteX238" fmla="*/ 4455947 w 11991973"/>
              <a:gd name="connsiteY238" fmla="*/ 3123271 h 3476625"/>
              <a:gd name="connsiteX239" fmla="*/ 4448893 w 11991973"/>
              <a:gd name="connsiteY239" fmla="*/ 3123635 h 3476625"/>
              <a:gd name="connsiteX240" fmla="*/ 4460178 w 11991973"/>
              <a:gd name="connsiteY240" fmla="*/ 3129452 h 3476625"/>
              <a:gd name="connsiteX241" fmla="*/ 4455947 w 11991973"/>
              <a:gd name="connsiteY241" fmla="*/ 3123271 h 3476625"/>
              <a:gd name="connsiteX242" fmla="*/ 3217106 w 11991973"/>
              <a:gd name="connsiteY242" fmla="*/ 3010186 h 3476625"/>
              <a:gd name="connsiteX243" fmla="*/ 3205820 w 11991973"/>
              <a:gd name="connsiteY243" fmla="*/ 3021821 h 3476625"/>
              <a:gd name="connsiteX244" fmla="*/ 3217106 w 11991973"/>
              <a:gd name="connsiteY244" fmla="*/ 3010186 h 3476625"/>
              <a:gd name="connsiteX245" fmla="*/ 3168209 w 11991973"/>
              <a:gd name="connsiteY245" fmla="*/ 3004367 h 3476625"/>
              <a:gd name="connsiteX246" fmla="*/ 3155489 w 11991973"/>
              <a:gd name="connsiteY246" fmla="*/ 3022556 h 3476625"/>
              <a:gd name="connsiteX247" fmla="*/ 3156222 w 11991973"/>
              <a:gd name="connsiteY247" fmla="*/ 3019640 h 3476625"/>
              <a:gd name="connsiteX248" fmla="*/ 3168209 w 11991973"/>
              <a:gd name="connsiteY248" fmla="*/ 3004367 h 3476625"/>
              <a:gd name="connsiteX249" fmla="*/ 3237793 w 11991973"/>
              <a:gd name="connsiteY249" fmla="*/ 3010186 h 3476625"/>
              <a:gd name="connsiteX250" fmla="*/ 3237793 w 11991973"/>
              <a:gd name="connsiteY250" fmla="*/ 3010186 h 3476625"/>
              <a:gd name="connsiteX251" fmla="*/ 3335361 w 11991973"/>
              <a:gd name="connsiteY251" fmla="*/ 3016441 h 3476625"/>
              <a:gd name="connsiteX252" fmla="*/ 3318656 w 11991973"/>
              <a:gd name="connsiteY252" fmla="*/ 3019276 h 3476625"/>
              <a:gd name="connsiteX253" fmla="*/ 3275990 w 11991973"/>
              <a:gd name="connsiteY253" fmla="*/ 3034594 h 3476625"/>
              <a:gd name="connsiteX254" fmla="*/ 3251624 w 11991973"/>
              <a:gd name="connsiteY254" fmla="*/ 3047644 h 3476625"/>
              <a:gd name="connsiteX255" fmla="*/ 3235412 w 11991973"/>
              <a:gd name="connsiteY255" fmla="*/ 3041729 h 3476625"/>
              <a:gd name="connsiteX256" fmla="*/ 3237790 w 11991973"/>
              <a:gd name="connsiteY256" fmla="*/ 3065455 h 3476625"/>
              <a:gd name="connsiteX257" fmla="*/ 3262387 w 11991973"/>
              <a:gd name="connsiteY257" fmla="*/ 3063001 h 3476625"/>
              <a:gd name="connsiteX258" fmla="*/ 3252717 w 11991973"/>
              <a:gd name="connsiteY258" fmla="*/ 3048175 h 3476625"/>
              <a:gd name="connsiteX259" fmla="*/ 3264357 w 11991973"/>
              <a:gd name="connsiteY259" fmla="*/ 3049320 h 3476625"/>
              <a:gd name="connsiteX260" fmla="*/ 3313017 w 11991973"/>
              <a:gd name="connsiteY260" fmla="*/ 3053819 h 3476625"/>
              <a:gd name="connsiteX261" fmla="*/ 3335361 w 11991973"/>
              <a:gd name="connsiteY261" fmla="*/ 3016441 h 3476625"/>
              <a:gd name="connsiteX262" fmla="*/ 1201108 w 11991973"/>
              <a:gd name="connsiteY262" fmla="*/ 2824012 h 3476625"/>
              <a:gd name="connsiteX263" fmla="*/ 1125884 w 11991973"/>
              <a:gd name="connsiteY263" fmla="*/ 2853102 h 3476625"/>
              <a:gd name="connsiteX264" fmla="*/ 1199228 w 11991973"/>
              <a:gd name="connsiteY264" fmla="*/ 2856010 h 3476625"/>
              <a:gd name="connsiteX265" fmla="*/ 1165378 w 11991973"/>
              <a:gd name="connsiteY265" fmla="*/ 2853102 h 3476625"/>
              <a:gd name="connsiteX266" fmla="*/ 1201108 w 11991973"/>
              <a:gd name="connsiteY266" fmla="*/ 2824012 h 3476625"/>
              <a:gd name="connsiteX267" fmla="*/ 5596759 w 11991973"/>
              <a:gd name="connsiteY267" fmla="*/ 3215635 h 3476625"/>
              <a:gd name="connsiteX268" fmla="*/ 5604759 w 11991973"/>
              <a:gd name="connsiteY268" fmla="*/ 3220044 h 3476625"/>
              <a:gd name="connsiteX269" fmla="*/ 5601934 w 11991973"/>
              <a:gd name="connsiteY269" fmla="*/ 3223994 h 3476625"/>
              <a:gd name="connsiteX270" fmla="*/ 5590414 w 11991973"/>
              <a:gd name="connsiteY270" fmla="*/ 3225448 h 3476625"/>
              <a:gd name="connsiteX271" fmla="*/ 1237192 w 11991973"/>
              <a:gd name="connsiteY271" fmla="*/ 2816831 h 3476625"/>
              <a:gd name="connsiteX272" fmla="*/ 1225555 w 11991973"/>
              <a:gd name="connsiteY272" fmla="*/ 2835648 h 3476625"/>
              <a:gd name="connsiteX273" fmla="*/ 1237192 w 11991973"/>
              <a:gd name="connsiteY273" fmla="*/ 2816831 h 3476625"/>
              <a:gd name="connsiteX274" fmla="*/ 1274687 w 11991973"/>
              <a:gd name="connsiteY274" fmla="*/ 2817831 h 3476625"/>
              <a:gd name="connsiteX275" fmla="*/ 1265048 w 11991973"/>
              <a:gd name="connsiteY275" fmla="*/ 2821103 h 3476625"/>
              <a:gd name="connsiteX276" fmla="*/ 1285735 w 11991973"/>
              <a:gd name="connsiteY276" fmla="*/ 2821103 h 3476625"/>
              <a:gd name="connsiteX277" fmla="*/ 1274687 w 11991973"/>
              <a:gd name="connsiteY277" fmla="*/ 2817831 h 3476625"/>
              <a:gd name="connsiteX278" fmla="*/ 3420209 w 11991973"/>
              <a:gd name="connsiteY278" fmla="*/ 2998550 h 3476625"/>
              <a:gd name="connsiteX279" fmla="*/ 3344987 w 11991973"/>
              <a:gd name="connsiteY279" fmla="*/ 3027639 h 3476625"/>
              <a:gd name="connsiteX280" fmla="*/ 3418331 w 11991973"/>
              <a:gd name="connsiteY280" fmla="*/ 3030548 h 3476625"/>
              <a:gd name="connsiteX281" fmla="*/ 3384477 w 11991973"/>
              <a:gd name="connsiteY281" fmla="*/ 3027638 h 3476625"/>
              <a:gd name="connsiteX282" fmla="*/ 3420209 w 11991973"/>
              <a:gd name="connsiteY282" fmla="*/ 2998550 h 3476625"/>
              <a:gd name="connsiteX283" fmla="*/ 5938324 w 11991973"/>
              <a:gd name="connsiteY283" fmla="*/ 3222539 h 3476625"/>
              <a:gd name="connsiteX284" fmla="*/ 5921400 w 11991973"/>
              <a:gd name="connsiteY284" fmla="*/ 3231267 h 3476625"/>
              <a:gd name="connsiteX285" fmla="*/ 5938324 w 11991973"/>
              <a:gd name="connsiteY285" fmla="*/ 3222539 h 3476625"/>
              <a:gd name="connsiteX286" fmla="*/ 1312252 w 11991973"/>
              <a:gd name="connsiteY286" fmla="*/ 2803547 h 3476625"/>
              <a:gd name="connsiteX287" fmla="*/ 1300163 w 11991973"/>
              <a:gd name="connsiteY287" fmla="*/ 2803377 h 3476625"/>
              <a:gd name="connsiteX288" fmla="*/ 1328990 w 11991973"/>
              <a:gd name="connsiteY288" fmla="*/ 2812376 h 3476625"/>
              <a:gd name="connsiteX289" fmla="*/ 1312252 w 11991973"/>
              <a:gd name="connsiteY289" fmla="*/ 2803547 h 3476625"/>
              <a:gd name="connsiteX290" fmla="*/ 5738980 w 11991973"/>
              <a:gd name="connsiteY290" fmla="*/ 3196358 h 3476625"/>
              <a:gd name="connsiteX291" fmla="*/ 5728873 w 11991973"/>
              <a:gd name="connsiteY291" fmla="*/ 3195632 h 3476625"/>
              <a:gd name="connsiteX292" fmla="*/ 5720177 w 11991973"/>
              <a:gd name="connsiteY292" fmla="*/ 3199267 h 3476625"/>
              <a:gd name="connsiteX293" fmla="*/ 5738980 w 11991973"/>
              <a:gd name="connsiteY293" fmla="*/ 3196358 h 3476625"/>
              <a:gd name="connsiteX294" fmla="*/ 3456293 w 11991973"/>
              <a:gd name="connsiteY294" fmla="*/ 2991369 h 3476625"/>
              <a:gd name="connsiteX295" fmla="*/ 3444658 w 11991973"/>
              <a:gd name="connsiteY295" fmla="*/ 3010186 h 3476625"/>
              <a:gd name="connsiteX296" fmla="*/ 3456293 w 11991973"/>
              <a:gd name="connsiteY296" fmla="*/ 2991369 h 3476625"/>
              <a:gd name="connsiteX297" fmla="*/ 1203987 w 11991973"/>
              <a:gd name="connsiteY297" fmla="*/ 2789605 h 3476625"/>
              <a:gd name="connsiteX298" fmla="*/ 1197348 w 11991973"/>
              <a:gd name="connsiteY298" fmla="*/ 2789469 h 3476625"/>
              <a:gd name="connsiteX299" fmla="*/ 1182303 w 11991973"/>
              <a:gd name="connsiteY299" fmla="*/ 2794922 h 3476625"/>
              <a:gd name="connsiteX300" fmla="*/ 1206750 w 11991973"/>
              <a:gd name="connsiteY300" fmla="*/ 2794922 h 3476625"/>
              <a:gd name="connsiteX301" fmla="*/ 1203987 w 11991973"/>
              <a:gd name="connsiteY301" fmla="*/ 2789605 h 3476625"/>
              <a:gd name="connsiteX302" fmla="*/ 3493787 w 11991973"/>
              <a:gd name="connsiteY302" fmla="*/ 2992368 h 3476625"/>
              <a:gd name="connsiteX303" fmla="*/ 3484149 w 11991973"/>
              <a:gd name="connsiteY303" fmla="*/ 2995641 h 3476625"/>
              <a:gd name="connsiteX304" fmla="*/ 3504836 w 11991973"/>
              <a:gd name="connsiteY304" fmla="*/ 2995641 h 3476625"/>
              <a:gd name="connsiteX305" fmla="*/ 3493787 w 11991973"/>
              <a:gd name="connsiteY305" fmla="*/ 2992368 h 3476625"/>
              <a:gd name="connsiteX306" fmla="*/ 1354789 w 11991973"/>
              <a:gd name="connsiteY306" fmla="*/ 2796787 h 3476625"/>
              <a:gd name="connsiteX307" fmla="*/ 1349206 w 11991973"/>
              <a:gd name="connsiteY307" fmla="*/ 2796740 h 3476625"/>
              <a:gd name="connsiteX308" fmla="*/ 1338391 w 11991973"/>
              <a:gd name="connsiteY308" fmla="*/ 2809467 h 3476625"/>
              <a:gd name="connsiteX309" fmla="*/ 1357198 w 11991973"/>
              <a:gd name="connsiteY309" fmla="*/ 2803650 h 3476625"/>
              <a:gd name="connsiteX310" fmla="*/ 1354789 w 11991973"/>
              <a:gd name="connsiteY310" fmla="*/ 2796787 h 3476625"/>
              <a:gd name="connsiteX311" fmla="*/ 721556 w 11991973"/>
              <a:gd name="connsiteY311" fmla="*/ 2736744 h 3476625"/>
              <a:gd name="connsiteX312" fmla="*/ 680185 w 11991973"/>
              <a:gd name="connsiteY312" fmla="*/ 2748379 h 3476625"/>
              <a:gd name="connsiteX313" fmla="*/ 721556 w 11991973"/>
              <a:gd name="connsiteY313" fmla="*/ 2736744 h 3476625"/>
              <a:gd name="connsiteX314" fmla="*/ 6018249 w 11991973"/>
              <a:gd name="connsiteY314" fmla="*/ 3207268 h 3476625"/>
              <a:gd name="connsiteX315" fmla="*/ 6013547 w 11991973"/>
              <a:gd name="connsiteY315" fmla="*/ 3216722 h 3476625"/>
              <a:gd name="connsiteX316" fmla="*/ 6028592 w 11991973"/>
              <a:gd name="connsiteY316" fmla="*/ 3210903 h 3476625"/>
              <a:gd name="connsiteX317" fmla="*/ 6018249 w 11991973"/>
              <a:gd name="connsiteY317" fmla="*/ 3207268 h 3476625"/>
              <a:gd name="connsiteX318" fmla="*/ 3531354 w 11991973"/>
              <a:gd name="connsiteY318" fmla="*/ 2978084 h 3476625"/>
              <a:gd name="connsiteX319" fmla="*/ 3519265 w 11991973"/>
              <a:gd name="connsiteY319" fmla="*/ 2977914 h 3476625"/>
              <a:gd name="connsiteX320" fmla="*/ 3548088 w 11991973"/>
              <a:gd name="connsiteY320" fmla="*/ 2986913 h 3476625"/>
              <a:gd name="connsiteX321" fmla="*/ 3531354 w 11991973"/>
              <a:gd name="connsiteY321" fmla="*/ 2978084 h 3476625"/>
              <a:gd name="connsiteX322" fmla="*/ 5844206 w 11991973"/>
              <a:gd name="connsiteY322" fmla="*/ 3181800 h 3476625"/>
              <a:gd name="connsiteX323" fmla="*/ 5844294 w 11991973"/>
              <a:gd name="connsiteY323" fmla="*/ 3181815 h 3476625"/>
              <a:gd name="connsiteX324" fmla="*/ 5841666 w 11991973"/>
              <a:gd name="connsiteY324" fmla="*/ 3182662 h 3476625"/>
              <a:gd name="connsiteX325" fmla="*/ 3423090 w 11991973"/>
              <a:gd name="connsiteY325" fmla="*/ 2964143 h 3476625"/>
              <a:gd name="connsiteX326" fmla="*/ 3416450 w 11991973"/>
              <a:gd name="connsiteY326" fmla="*/ 2964006 h 3476625"/>
              <a:gd name="connsiteX327" fmla="*/ 3401404 w 11991973"/>
              <a:gd name="connsiteY327" fmla="*/ 2969460 h 3476625"/>
              <a:gd name="connsiteX328" fmla="*/ 3425852 w 11991973"/>
              <a:gd name="connsiteY328" fmla="*/ 2969460 h 3476625"/>
              <a:gd name="connsiteX329" fmla="*/ 3423090 w 11991973"/>
              <a:gd name="connsiteY329" fmla="*/ 2964143 h 3476625"/>
              <a:gd name="connsiteX330" fmla="*/ 1432422 w 11991973"/>
              <a:gd name="connsiteY330" fmla="*/ 2786196 h 3476625"/>
              <a:gd name="connsiteX331" fmla="*/ 1402333 w 11991973"/>
              <a:gd name="connsiteY331" fmla="*/ 2789105 h 3476625"/>
              <a:gd name="connsiteX332" fmla="*/ 1432422 w 11991973"/>
              <a:gd name="connsiteY332" fmla="*/ 2786196 h 3476625"/>
              <a:gd name="connsiteX333" fmla="*/ 3573889 w 11991973"/>
              <a:gd name="connsiteY333" fmla="*/ 2971324 h 3476625"/>
              <a:gd name="connsiteX334" fmla="*/ 3568308 w 11991973"/>
              <a:gd name="connsiteY334" fmla="*/ 2971278 h 3476625"/>
              <a:gd name="connsiteX335" fmla="*/ 3557492 w 11991973"/>
              <a:gd name="connsiteY335" fmla="*/ 2984005 h 3476625"/>
              <a:gd name="connsiteX336" fmla="*/ 3576301 w 11991973"/>
              <a:gd name="connsiteY336" fmla="*/ 2978187 h 3476625"/>
              <a:gd name="connsiteX337" fmla="*/ 3573889 w 11991973"/>
              <a:gd name="connsiteY337" fmla="*/ 2971324 h 3476625"/>
              <a:gd name="connsiteX338" fmla="*/ 2940660 w 11991973"/>
              <a:gd name="connsiteY338" fmla="*/ 2911280 h 3476625"/>
              <a:gd name="connsiteX339" fmla="*/ 2899285 w 11991973"/>
              <a:gd name="connsiteY339" fmla="*/ 2922916 h 3476625"/>
              <a:gd name="connsiteX340" fmla="*/ 2940660 w 11991973"/>
              <a:gd name="connsiteY340" fmla="*/ 2911280 h 3476625"/>
              <a:gd name="connsiteX341" fmla="*/ 1465391 w 11991973"/>
              <a:gd name="connsiteY341" fmla="*/ 2779696 h 3476625"/>
              <a:gd name="connsiteX342" fmla="*/ 1477554 w 11991973"/>
              <a:gd name="connsiteY342" fmla="*/ 2789105 h 3476625"/>
              <a:gd name="connsiteX343" fmla="*/ 1465391 w 11991973"/>
              <a:gd name="connsiteY343" fmla="*/ 2779696 h 3476625"/>
              <a:gd name="connsiteX344" fmla="*/ 1453108 w 11991973"/>
              <a:gd name="connsiteY344" fmla="*/ 2777469 h 3476625"/>
              <a:gd name="connsiteX345" fmla="*/ 1434302 w 11991973"/>
              <a:gd name="connsiteY345" fmla="*/ 2789105 h 3476625"/>
              <a:gd name="connsiteX346" fmla="*/ 1453108 w 11991973"/>
              <a:gd name="connsiteY346" fmla="*/ 2777469 h 3476625"/>
              <a:gd name="connsiteX347" fmla="*/ 721792 w 11991973"/>
              <a:gd name="connsiteY347" fmla="*/ 2711654 h 3476625"/>
              <a:gd name="connsiteX348" fmla="*/ 712154 w 11991973"/>
              <a:gd name="connsiteY348" fmla="*/ 2722199 h 3476625"/>
              <a:gd name="connsiteX349" fmla="*/ 732841 w 11991973"/>
              <a:gd name="connsiteY349" fmla="*/ 2716380 h 3476625"/>
              <a:gd name="connsiteX350" fmla="*/ 721792 w 11991973"/>
              <a:gd name="connsiteY350" fmla="*/ 2711654 h 3476625"/>
              <a:gd name="connsiteX351" fmla="*/ 5328453 w 11991973"/>
              <a:gd name="connsiteY351" fmla="*/ 3118408 h 3476625"/>
              <a:gd name="connsiteX352" fmla="*/ 5322664 w 11991973"/>
              <a:gd name="connsiteY352" fmla="*/ 3118907 h 3476625"/>
              <a:gd name="connsiteX353" fmla="*/ 5310207 w 11991973"/>
              <a:gd name="connsiteY353" fmla="*/ 3129452 h 3476625"/>
              <a:gd name="connsiteX354" fmla="*/ 5330892 w 11991973"/>
              <a:gd name="connsiteY354" fmla="*/ 3123635 h 3476625"/>
              <a:gd name="connsiteX355" fmla="*/ 5328453 w 11991973"/>
              <a:gd name="connsiteY355" fmla="*/ 3118408 h 3476625"/>
              <a:gd name="connsiteX356" fmla="*/ 674072 w 11991973"/>
              <a:gd name="connsiteY356" fmla="*/ 2699291 h 3476625"/>
              <a:gd name="connsiteX357" fmla="*/ 663259 w 11991973"/>
              <a:gd name="connsiteY357" fmla="*/ 2701835 h 3476625"/>
              <a:gd name="connsiteX358" fmla="*/ 676422 w 11991973"/>
              <a:gd name="connsiteY358" fmla="*/ 2707654 h 3476625"/>
              <a:gd name="connsiteX359" fmla="*/ 674072 w 11991973"/>
              <a:gd name="connsiteY359" fmla="*/ 2699291 h 3476625"/>
              <a:gd name="connsiteX360" fmla="*/ 691466 w 11991973"/>
              <a:gd name="connsiteY360" fmla="*/ 2696018 h 3476625"/>
              <a:gd name="connsiteX361" fmla="*/ 691466 w 11991973"/>
              <a:gd name="connsiteY361" fmla="*/ 2696018 h 3476625"/>
              <a:gd name="connsiteX362" fmla="*/ 1483551 w 11991973"/>
              <a:gd name="connsiteY362" fmla="*/ 2763469 h 3476625"/>
              <a:gd name="connsiteX363" fmla="*/ 1471914 w 11991973"/>
              <a:gd name="connsiteY363" fmla="*/ 2771651 h 3476625"/>
              <a:gd name="connsiteX364" fmla="*/ 1483551 w 11991973"/>
              <a:gd name="connsiteY364" fmla="*/ 2763469 h 3476625"/>
              <a:gd name="connsiteX365" fmla="*/ 6143307 w 11991973"/>
              <a:gd name="connsiteY365" fmla="*/ 3177406 h 3476625"/>
              <a:gd name="connsiteX366" fmla="*/ 6160233 w 11991973"/>
              <a:gd name="connsiteY366" fmla="*/ 3187632 h 3476625"/>
              <a:gd name="connsiteX367" fmla="*/ 6143307 w 11991973"/>
              <a:gd name="connsiteY367" fmla="*/ 3177406 h 3476625"/>
              <a:gd name="connsiteX368" fmla="*/ 6112682 w 11991973"/>
              <a:gd name="connsiteY368" fmla="*/ 3174531 h 3476625"/>
              <a:gd name="connsiteX369" fmla="*/ 6098174 w 11991973"/>
              <a:gd name="connsiteY369" fmla="*/ 3178905 h 3476625"/>
              <a:gd name="connsiteX370" fmla="*/ 6100054 w 11991973"/>
              <a:gd name="connsiteY370" fmla="*/ 3219631 h 3476625"/>
              <a:gd name="connsiteX371" fmla="*/ 6112682 w 11991973"/>
              <a:gd name="connsiteY371" fmla="*/ 3174531 h 3476625"/>
              <a:gd name="connsiteX372" fmla="*/ 5140394 w 11991973"/>
              <a:gd name="connsiteY372" fmla="*/ 3081683 h 3476625"/>
              <a:gd name="connsiteX373" fmla="*/ 5139071 w 11991973"/>
              <a:gd name="connsiteY373" fmla="*/ 3082909 h 3476625"/>
              <a:gd name="connsiteX374" fmla="*/ 5140394 w 11991973"/>
              <a:gd name="connsiteY374" fmla="*/ 3081683 h 3476625"/>
              <a:gd name="connsiteX375" fmla="*/ 789964 w 11991973"/>
              <a:gd name="connsiteY375" fmla="*/ 2689836 h 3476625"/>
              <a:gd name="connsiteX376" fmla="*/ 789259 w 11991973"/>
              <a:gd name="connsiteY376" fmla="*/ 2701835 h 3476625"/>
              <a:gd name="connsiteX377" fmla="*/ 789964 w 11991973"/>
              <a:gd name="connsiteY377" fmla="*/ 2689836 h 3476625"/>
              <a:gd name="connsiteX378" fmla="*/ 1643048 w 11991973"/>
              <a:gd name="connsiteY378" fmla="*/ 2754197 h 3476625"/>
              <a:gd name="connsiteX379" fmla="*/ 1635526 w 11991973"/>
              <a:gd name="connsiteY379" fmla="*/ 2765832 h 3476625"/>
              <a:gd name="connsiteX380" fmla="*/ 1643048 w 11991973"/>
              <a:gd name="connsiteY380" fmla="*/ 2754197 h 3476625"/>
              <a:gd name="connsiteX381" fmla="*/ 862925 w 11991973"/>
              <a:gd name="connsiteY381" fmla="*/ 2683336 h 3476625"/>
              <a:gd name="connsiteX382" fmla="*/ 849437 w 11991973"/>
              <a:gd name="connsiteY382" fmla="*/ 2696018 h 3476625"/>
              <a:gd name="connsiteX383" fmla="*/ 868244 w 11991973"/>
              <a:gd name="connsiteY383" fmla="*/ 2684382 h 3476625"/>
              <a:gd name="connsiteX384" fmla="*/ 862925 w 11991973"/>
              <a:gd name="connsiteY384" fmla="*/ 2683336 h 3476625"/>
              <a:gd name="connsiteX385" fmla="*/ 688661 w 11991973"/>
              <a:gd name="connsiteY385" fmla="*/ 2666976 h 3476625"/>
              <a:gd name="connsiteX386" fmla="*/ 688736 w 11991973"/>
              <a:gd name="connsiteY386" fmla="*/ 2667020 h 3476625"/>
              <a:gd name="connsiteX387" fmla="*/ 685825 w 11991973"/>
              <a:gd name="connsiteY387" fmla="*/ 2672747 h 3476625"/>
              <a:gd name="connsiteX388" fmla="*/ 682633 w 11991973"/>
              <a:gd name="connsiteY388" fmla="*/ 2668881 h 3476625"/>
              <a:gd name="connsiteX389" fmla="*/ 694733 w 11991973"/>
              <a:gd name="connsiteY389" fmla="*/ 2665176 h 3476625"/>
              <a:gd name="connsiteX390" fmla="*/ 691467 w 11991973"/>
              <a:gd name="connsiteY390" fmla="*/ 2669837 h 3476625"/>
              <a:gd name="connsiteX391" fmla="*/ 693562 w 11991973"/>
              <a:gd name="connsiteY391" fmla="*/ 2665518 h 3476625"/>
              <a:gd name="connsiteX392" fmla="*/ 5188909 w 11991973"/>
              <a:gd name="connsiteY392" fmla="*/ 3065456 h 3476625"/>
              <a:gd name="connsiteX393" fmla="*/ 5197369 w 11991973"/>
              <a:gd name="connsiteY393" fmla="*/ 3074183 h 3476625"/>
              <a:gd name="connsiteX394" fmla="*/ 5188909 w 11991973"/>
              <a:gd name="connsiteY394" fmla="*/ 3065456 h 3476625"/>
              <a:gd name="connsiteX395" fmla="*/ 6232637 w 11991973"/>
              <a:gd name="connsiteY395" fmla="*/ 3156361 h 3476625"/>
              <a:gd name="connsiteX396" fmla="*/ 6224174 w 11991973"/>
              <a:gd name="connsiteY396" fmla="*/ 3164360 h 3476625"/>
              <a:gd name="connsiteX397" fmla="*/ 6241099 w 11991973"/>
              <a:gd name="connsiteY397" fmla="*/ 3161451 h 3476625"/>
              <a:gd name="connsiteX398" fmla="*/ 6232637 w 11991973"/>
              <a:gd name="connsiteY398" fmla="*/ 3156361 h 3476625"/>
              <a:gd name="connsiteX399" fmla="*/ 1040789 w 11991973"/>
              <a:gd name="connsiteY399" fmla="*/ 2685837 h 3476625"/>
              <a:gd name="connsiteX400" fmla="*/ 1028093 w 11991973"/>
              <a:gd name="connsiteY400" fmla="*/ 2693109 h 3476625"/>
              <a:gd name="connsiteX401" fmla="*/ 1056304 w 11991973"/>
              <a:gd name="connsiteY401" fmla="*/ 2687290 h 3476625"/>
              <a:gd name="connsiteX402" fmla="*/ 1040789 w 11991973"/>
              <a:gd name="connsiteY402" fmla="*/ 2685837 h 3476625"/>
              <a:gd name="connsiteX403" fmla="*/ 1469475 w 11991973"/>
              <a:gd name="connsiteY403" fmla="*/ 2714063 h 3476625"/>
              <a:gd name="connsiteX404" fmla="*/ 1463686 w 11991973"/>
              <a:gd name="connsiteY404" fmla="*/ 2714562 h 3476625"/>
              <a:gd name="connsiteX405" fmla="*/ 1451227 w 11991973"/>
              <a:gd name="connsiteY405" fmla="*/ 2725107 h 3476625"/>
              <a:gd name="connsiteX406" fmla="*/ 1471914 w 11991973"/>
              <a:gd name="connsiteY406" fmla="*/ 2719289 h 3476625"/>
              <a:gd name="connsiteX407" fmla="*/ 1469475 w 11991973"/>
              <a:gd name="connsiteY407" fmla="*/ 2714063 h 3476625"/>
              <a:gd name="connsiteX408" fmla="*/ 886813 w 11991973"/>
              <a:gd name="connsiteY408" fmla="*/ 2661110 h 3476625"/>
              <a:gd name="connsiteX409" fmla="*/ 883287 w 11991973"/>
              <a:gd name="connsiteY409" fmla="*/ 2687290 h 3476625"/>
              <a:gd name="connsiteX410" fmla="*/ 886813 w 11991973"/>
              <a:gd name="connsiteY410" fmla="*/ 2661110 h 3476625"/>
              <a:gd name="connsiteX411" fmla="*/ 767838 w 11991973"/>
              <a:gd name="connsiteY411" fmla="*/ 2650162 h 3476625"/>
              <a:gd name="connsiteX412" fmla="*/ 768572 w 11991973"/>
              <a:gd name="connsiteY412" fmla="*/ 2652383 h 3476625"/>
              <a:gd name="connsiteX413" fmla="*/ 768256 w 11991973"/>
              <a:gd name="connsiteY413" fmla="*/ 2652440 h 3476625"/>
              <a:gd name="connsiteX414" fmla="*/ 6342563 w 11991973"/>
              <a:gd name="connsiteY414" fmla="*/ 3142907 h 3476625"/>
              <a:gd name="connsiteX415" fmla="*/ 6335363 w 11991973"/>
              <a:gd name="connsiteY415" fmla="*/ 3142543 h 3476625"/>
              <a:gd name="connsiteX416" fmla="*/ 6320084 w 11991973"/>
              <a:gd name="connsiteY416" fmla="*/ 3152724 h 3476625"/>
              <a:gd name="connsiteX417" fmla="*/ 6346412 w 11991973"/>
              <a:gd name="connsiteY417" fmla="*/ 3149815 h 3476625"/>
              <a:gd name="connsiteX418" fmla="*/ 6342563 w 11991973"/>
              <a:gd name="connsiteY418" fmla="*/ 3142907 h 3476625"/>
              <a:gd name="connsiteX419" fmla="*/ 840505 w 11991973"/>
              <a:gd name="connsiteY419" fmla="*/ 2647657 h 3476625"/>
              <a:gd name="connsiteX420" fmla="*/ 841915 w 11991973"/>
              <a:gd name="connsiteY420" fmla="*/ 2672747 h 3476625"/>
              <a:gd name="connsiteX421" fmla="*/ 840505 w 11991973"/>
              <a:gd name="connsiteY421" fmla="*/ 2647657 h 3476625"/>
              <a:gd name="connsiteX422" fmla="*/ 3259890 w 11991973"/>
              <a:gd name="connsiteY422" fmla="*/ 2860374 h 3476625"/>
              <a:gd name="connsiteX423" fmla="*/ 3247197 w 11991973"/>
              <a:gd name="connsiteY423" fmla="*/ 2867647 h 3476625"/>
              <a:gd name="connsiteX424" fmla="*/ 3275405 w 11991973"/>
              <a:gd name="connsiteY424" fmla="*/ 2861828 h 3476625"/>
              <a:gd name="connsiteX425" fmla="*/ 3259890 w 11991973"/>
              <a:gd name="connsiteY425" fmla="*/ 2860374 h 3476625"/>
              <a:gd name="connsiteX426" fmla="*/ 1009287 w 11991973"/>
              <a:gd name="connsiteY426" fmla="*/ 2655292 h 3476625"/>
              <a:gd name="connsiteX427" fmla="*/ 997388 w 11991973"/>
              <a:gd name="connsiteY427" fmla="*/ 2654475 h 3476625"/>
              <a:gd name="connsiteX428" fmla="*/ 1009287 w 11991973"/>
              <a:gd name="connsiteY428" fmla="*/ 2655292 h 3476625"/>
              <a:gd name="connsiteX429" fmla="*/ 2792092 w 11991973"/>
              <a:gd name="connsiteY429" fmla="*/ 2809467 h 3476625"/>
              <a:gd name="connsiteX430" fmla="*/ 2792092 w 11991973"/>
              <a:gd name="connsiteY430" fmla="*/ 2809467 h 3476625"/>
              <a:gd name="connsiteX431" fmla="*/ 3688577 w 11991973"/>
              <a:gd name="connsiteY431" fmla="*/ 2888600 h 3476625"/>
              <a:gd name="connsiteX432" fmla="*/ 3682789 w 11991973"/>
              <a:gd name="connsiteY432" fmla="*/ 2889100 h 3476625"/>
              <a:gd name="connsiteX433" fmla="*/ 3670329 w 11991973"/>
              <a:gd name="connsiteY433" fmla="*/ 2899645 h 3476625"/>
              <a:gd name="connsiteX434" fmla="*/ 3691016 w 11991973"/>
              <a:gd name="connsiteY434" fmla="*/ 2893827 h 3476625"/>
              <a:gd name="connsiteX435" fmla="*/ 3688577 w 11991973"/>
              <a:gd name="connsiteY435" fmla="*/ 2888600 h 3476625"/>
              <a:gd name="connsiteX436" fmla="*/ 540567 w 11991973"/>
              <a:gd name="connsiteY436" fmla="*/ 2606598 h 3476625"/>
              <a:gd name="connsiteX437" fmla="*/ 544781 w 11991973"/>
              <a:gd name="connsiteY437" fmla="*/ 2611657 h 3476625"/>
              <a:gd name="connsiteX438" fmla="*/ 525975 w 11991973"/>
              <a:gd name="connsiteY438" fmla="*/ 2614567 h 3476625"/>
              <a:gd name="connsiteX439" fmla="*/ 537494 w 11991973"/>
              <a:gd name="connsiteY439" fmla="*/ 2606341 h 3476625"/>
              <a:gd name="connsiteX440" fmla="*/ 1153037 w 11991973"/>
              <a:gd name="connsiteY440" fmla="*/ 2659747 h 3476625"/>
              <a:gd name="connsiteX441" fmla="*/ 1137167 w 11991973"/>
              <a:gd name="connsiteY441" fmla="*/ 2678564 h 3476625"/>
              <a:gd name="connsiteX442" fmla="*/ 1153037 w 11991973"/>
              <a:gd name="connsiteY442" fmla="*/ 2659747 h 3476625"/>
              <a:gd name="connsiteX443" fmla="*/ 3206997 w 11991973"/>
              <a:gd name="connsiteY443" fmla="*/ 2838557 h 3476625"/>
              <a:gd name="connsiteX444" fmla="*/ 3207702 w 11991973"/>
              <a:gd name="connsiteY444" fmla="*/ 2847283 h 3476625"/>
              <a:gd name="connsiteX445" fmla="*/ 3206997 w 11991973"/>
              <a:gd name="connsiteY445" fmla="*/ 2838557 h 3476625"/>
              <a:gd name="connsiteX446" fmla="*/ 931861 w 11991973"/>
              <a:gd name="connsiteY446" fmla="*/ 2633112 h 3476625"/>
              <a:gd name="connsiteX447" fmla="*/ 928422 w 11991973"/>
              <a:gd name="connsiteY447" fmla="*/ 2649474 h 3476625"/>
              <a:gd name="connsiteX448" fmla="*/ 931861 w 11991973"/>
              <a:gd name="connsiteY448" fmla="*/ 2633112 h 3476625"/>
              <a:gd name="connsiteX449" fmla="*/ 3220515 w 11991973"/>
              <a:gd name="connsiteY449" fmla="*/ 2834058 h 3476625"/>
              <a:gd name="connsiteX450" fmla="*/ 3215227 w 11991973"/>
              <a:gd name="connsiteY450" fmla="*/ 2838557 h 3476625"/>
              <a:gd name="connsiteX451" fmla="*/ 3220515 w 11991973"/>
              <a:gd name="connsiteY451" fmla="*/ 2834058 h 3476625"/>
              <a:gd name="connsiteX452" fmla="*/ 1609197 w 11991973"/>
              <a:gd name="connsiteY452" fmla="*/ 2690199 h 3476625"/>
              <a:gd name="connsiteX453" fmla="*/ 1586865 w 11991973"/>
              <a:gd name="connsiteY453" fmla="*/ 2689108 h 3476625"/>
              <a:gd name="connsiteX454" fmla="*/ 1565944 w 11991973"/>
              <a:gd name="connsiteY454" fmla="*/ 2698927 h 3476625"/>
              <a:gd name="connsiteX455" fmla="*/ 1609197 w 11991973"/>
              <a:gd name="connsiteY455" fmla="*/ 2690199 h 3476625"/>
              <a:gd name="connsiteX456" fmla="*/ 966710 w 11991973"/>
              <a:gd name="connsiteY456" fmla="*/ 2624067 h 3476625"/>
              <a:gd name="connsiteX457" fmla="*/ 975438 w 11991973"/>
              <a:gd name="connsiteY457" fmla="*/ 2646566 h 3476625"/>
              <a:gd name="connsiteX458" fmla="*/ 966710 w 11991973"/>
              <a:gd name="connsiteY458" fmla="*/ 2624067 h 3476625"/>
              <a:gd name="connsiteX459" fmla="*/ 3372138 w 11991973"/>
              <a:gd name="connsiteY459" fmla="*/ 2834285 h 3476625"/>
              <a:gd name="connsiteX460" fmla="*/ 3356271 w 11991973"/>
              <a:gd name="connsiteY460" fmla="*/ 2853102 h 3476625"/>
              <a:gd name="connsiteX461" fmla="*/ 3372138 w 11991973"/>
              <a:gd name="connsiteY461" fmla="*/ 2834285 h 3476625"/>
              <a:gd name="connsiteX462" fmla="*/ 992363 w 11991973"/>
              <a:gd name="connsiteY462" fmla="*/ 2617476 h 3476625"/>
              <a:gd name="connsiteX463" fmla="*/ 992363 w 11991973"/>
              <a:gd name="connsiteY463" fmla="*/ 2617476 h 3476625"/>
              <a:gd name="connsiteX464" fmla="*/ 3828301 w 11991973"/>
              <a:gd name="connsiteY464" fmla="*/ 2864738 h 3476625"/>
              <a:gd name="connsiteX465" fmla="*/ 3805968 w 11991973"/>
              <a:gd name="connsiteY465" fmla="*/ 2863647 h 3476625"/>
              <a:gd name="connsiteX466" fmla="*/ 3785044 w 11991973"/>
              <a:gd name="connsiteY466" fmla="*/ 2873464 h 3476625"/>
              <a:gd name="connsiteX467" fmla="*/ 3828301 w 11991973"/>
              <a:gd name="connsiteY467" fmla="*/ 2864738 h 3476625"/>
              <a:gd name="connsiteX468" fmla="*/ 1918602 w 11991973"/>
              <a:gd name="connsiteY468" fmla="*/ 2689309 h 3476625"/>
              <a:gd name="connsiteX469" fmla="*/ 1921376 w 11991973"/>
              <a:gd name="connsiteY469" fmla="*/ 2704745 h 3476625"/>
              <a:gd name="connsiteX470" fmla="*/ 1919263 w 11991973"/>
              <a:gd name="connsiteY470" fmla="*/ 2689609 h 3476625"/>
              <a:gd name="connsiteX471" fmla="*/ 1918602 w 11991973"/>
              <a:gd name="connsiteY471" fmla="*/ 2689309 h 3476625"/>
              <a:gd name="connsiteX472" fmla="*/ 1706696 w 11991973"/>
              <a:gd name="connsiteY472" fmla="*/ 2665883 h 3476625"/>
              <a:gd name="connsiteX473" fmla="*/ 1705108 w 11991973"/>
              <a:gd name="connsiteY473" fmla="*/ 2678564 h 3476625"/>
              <a:gd name="connsiteX474" fmla="*/ 1706696 w 11991973"/>
              <a:gd name="connsiteY474" fmla="*/ 2665883 h 3476625"/>
              <a:gd name="connsiteX475" fmla="*/ 6524599 w 11991973"/>
              <a:gd name="connsiteY475" fmla="*/ 3094182 h 3476625"/>
              <a:gd name="connsiteX476" fmla="*/ 6517546 w 11991973"/>
              <a:gd name="connsiteY476" fmla="*/ 3094545 h 3476625"/>
              <a:gd name="connsiteX477" fmla="*/ 6528830 w 11991973"/>
              <a:gd name="connsiteY477" fmla="*/ 3100363 h 3476625"/>
              <a:gd name="connsiteX478" fmla="*/ 6524599 w 11991973"/>
              <a:gd name="connsiteY478" fmla="*/ 3094182 h 3476625"/>
              <a:gd name="connsiteX479" fmla="*/ 1310182 w 11991973"/>
              <a:gd name="connsiteY479" fmla="*/ 2629112 h 3476625"/>
              <a:gd name="connsiteX480" fmla="*/ 1297019 w 11991973"/>
              <a:gd name="connsiteY480" fmla="*/ 2643657 h 3476625"/>
              <a:gd name="connsiteX481" fmla="*/ 1310182 w 11991973"/>
              <a:gd name="connsiteY481" fmla="*/ 2629112 h 3476625"/>
              <a:gd name="connsiteX482" fmla="*/ 5476755 w 11991973"/>
              <a:gd name="connsiteY482" fmla="*/ 2999550 h 3476625"/>
              <a:gd name="connsiteX483" fmla="*/ 5475696 w 11991973"/>
              <a:gd name="connsiteY483" fmla="*/ 3010186 h 3476625"/>
              <a:gd name="connsiteX484" fmla="*/ 5476755 w 11991973"/>
              <a:gd name="connsiteY484" fmla="*/ 2999550 h 3476625"/>
              <a:gd name="connsiteX485" fmla="*/ 5144712 w 11991973"/>
              <a:gd name="connsiteY485" fmla="*/ 2966551 h 3476625"/>
              <a:gd name="connsiteX486" fmla="*/ 5144712 w 11991973"/>
              <a:gd name="connsiteY486" fmla="*/ 2966551 h 3476625"/>
              <a:gd name="connsiteX487" fmla="*/ 5454250 w 11991973"/>
              <a:gd name="connsiteY487" fmla="*/ 2992368 h 3476625"/>
              <a:gd name="connsiteX488" fmla="*/ 5423042 w 11991973"/>
              <a:gd name="connsiteY488" fmla="*/ 3021821 h 3476625"/>
              <a:gd name="connsiteX489" fmla="*/ 5454250 w 11991973"/>
              <a:gd name="connsiteY489" fmla="*/ 2992368 h 3476625"/>
              <a:gd name="connsiteX490" fmla="*/ 3529283 w 11991973"/>
              <a:gd name="connsiteY490" fmla="*/ 2803650 h 3476625"/>
              <a:gd name="connsiteX491" fmla="*/ 3516120 w 11991973"/>
              <a:gd name="connsiteY491" fmla="*/ 2818193 h 3476625"/>
              <a:gd name="connsiteX492" fmla="*/ 3529283 w 11991973"/>
              <a:gd name="connsiteY492" fmla="*/ 2803650 h 3476625"/>
              <a:gd name="connsiteX493" fmla="*/ 1431716 w 11991973"/>
              <a:gd name="connsiteY493" fmla="*/ 2597477 h 3476625"/>
              <a:gd name="connsiteX494" fmla="*/ 1424898 w 11991973"/>
              <a:gd name="connsiteY494" fmla="*/ 2602931 h 3476625"/>
              <a:gd name="connsiteX495" fmla="*/ 1439943 w 11991973"/>
              <a:gd name="connsiteY495" fmla="*/ 2602931 h 3476625"/>
              <a:gd name="connsiteX496" fmla="*/ 1431716 w 11991973"/>
              <a:gd name="connsiteY496" fmla="*/ 2597477 h 3476625"/>
              <a:gd name="connsiteX497" fmla="*/ 1503179 w 11991973"/>
              <a:gd name="connsiteY497" fmla="*/ 2602931 h 3476625"/>
              <a:gd name="connsiteX498" fmla="*/ 1481317 w 11991973"/>
              <a:gd name="connsiteY498" fmla="*/ 2611658 h 3476625"/>
              <a:gd name="connsiteX499" fmla="*/ 1503179 w 11991973"/>
              <a:gd name="connsiteY499" fmla="*/ 2602931 h 3476625"/>
              <a:gd name="connsiteX500" fmla="*/ 5277677 w 11991973"/>
              <a:gd name="connsiteY500" fmla="*/ 2935507 h 3476625"/>
              <a:gd name="connsiteX501" fmla="*/ 5280116 w 11991973"/>
              <a:gd name="connsiteY501" fmla="*/ 2940370 h 3476625"/>
              <a:gd name="connsiteX502" fmla="*/ 5259430 w 11991973"/>
              <a:gd name="connsiteY502" fmla="*/ 2943280 h 3476625"/>
              <a:gd name="connsiteX503" fmla="*/ 5271889 w 11991973"/>
              <a:gd name="connsiteY503" fmla="*/ 2936371 h 3476625"/>
              <a:gd name="connsiteX504" fmla="*/ 5277677 w 11991973"/>
              <a:gd name="connsiteY504" fmla="*/ 2935507 h 3476625"/>
              <a:gd name="connsiteX505" fmla="*/ 639047 w 11991973"/>
              <a:gd name="connsiteY505" fmla="*/ 2516025 h 3476625"/>
              <a:gd name="connsiteX506" fmla="*/ 631289 w 11991973"/>
              <a:gd name="connsiteY506" fmla="*/ 2530206 h 3476625"/>
              <a:gd name="connsiteX507" fmla="*/ 639047 w 11991973"/>
              <a:gd name="connsiteY507" fmla="*/ 2516025 h 3476625"/>
              <a:gd name="connsiteX508" fmla="*/ 1869660 w 11991973"/>
              <a:gd name="connsiteY508" fmla="*/ 2616021 h 3476625"/>
              <a:gd name="connsiteX509" fmla="*/ 1857434 w 11991973"/>
              <a:gd name="connsiteY509" fmla="*/ 2623293 h 3476625"/>
              <a:gd name="connsiteX510" fmla="*/ 1881884 w 11991973"/>
              <a:gd name="connsiteY510" fmla="*/ 2617476 h 3476625"/>
              <a:gd name="connsiteX511" fmla="*/ 1869660 w 11991973"/>
              <a:gd name="connsiteY511" fmla="*/ 2616021 h 3476625"/>
              <a:gd name="connsiteX512" fmla="*/ 3650817 w 11991973"/>
              <a:gd name="connsiteY512" fmla="*/ 2772014 h 3476625"/>
              <a:gd name="connsiteX513" fmla="*/ 3644002 w 11991973"/>
              <a:gd name="connsiteY513" fmla="*/ 2777469 h 3476625"/>
              <a:gd name="connsiteX514" fmla="*/ 3659045 w 11991973"/>
              <a:gd name="connsiteY514" fmla="*/ 2777469 h 3476625"/>
              <a:gd name="connsiteX515" fmla="*/ 3650817 w 11991973"/>
              <a:gd name="connsiteY515" fmla="*/ 2772014 h 3476625"/>
              <a:gd name="connsiteX516" fmla="*/ 3722279 w 11991973"/>
              <a:gd name="connsiteY516" fmla="*/ 2777469 h 3476625"/>
              <a:gd name="connsiteX517" fmla="*/ 3700417 w 11991973"/>
              <a:gd name="connsiteY517" fmla="*/ 2786195 h 3476625"/>
              <a:gd name="connsiteX518" fmla="*/ 3722279 w 11991973"/>
              <a:gd name="connsiteY518" fmla="*/ 2777469 h 3476625"/>
              <a:gd name="connsiteX519" fmla="*/ 1756047 w 11991973"/>
              <a:gd name="connsiteY519" fmla="*/ 2584753 h 3476625"/>
              <a:gd name="connsiteX520" fmla="*/ 1754002 w 11991973"/>
              <a:gd name="connsiteY520" fmla="*/ 2597113 h 3476625"/>
              <a:gd name="connsiteX521" fmla="*/ 1748126 w 11991973"/>
              <a:gd name="connsiteY521" fmla="*/ 2587523 h 3476625"/>
              <a:gd name="connsiteX522" fmla="*/ 1716392 w 11991973"/>
              <a:gd name="connsiteY522" fmla="*/ 2553479 h 3476625"/>
              <a:gd name="connsiteX523" fmla="*/ 1686302 w 11991973"/>
              <a:gd name="connsiteY523" fmla="*/ 2568024 h 3476625"/>
              <a:gd name="connsiteX524" fmla="*/ 1716392 w 11991973"/>
              <a:gd name="connsiteY524" fmla="*/ 2553479 h 3476625"/>
              <a:gd name="connsiteX525" fmla="*/ 3978910 w 11991973"/>
              <a:gd name="connsiteY525" fmla="*/ 2753473 h 3476625"/>
              <a:gd name="connsiteX526" fmla="*/ 3976864 w 11991973"/>
              <a:gd name="connsiteY526" fmla="*/ 2765832 h 3476625"/>
              <a:gd name="connsiteX527" fmla="*/ 3970989 w 11991973"/>
              <a:gd name="connsiteY527" fmla="*/ 2756242 h 3476625"/>
              <a:gd name="connsiteX528" fmla="*/ 1826847 w 11991973"/>
              <a:gd name="connsiteY528" fmla="*/ 2552190 h 3476625"/>
              <a:gd name="connsiteX529" fmla="*/ 1817943 w 11991973"/>
              <a:gd name="connsiteY529" fmla="*/ 2562206 h 3476625"/>
              <a:gd name="connsiteX530" fmla="*/ 1819934 w 11991973"/>
              <a:gd name="connsiteY530" fmla="*/ 2552971 h 3476625"/>
              <a:gd name="connsiteX531" fmla="*/ 3935493 w 11991973"/>
              <a:gd name="connsiteY531" fmla="*/ 2728016 h 3476625"/>
              <a:gd name="connsiteX532" fmla="*/ 3905403 w 11991973"/>
              <a:gd name="connsiteY532" fmla="*/ 2742561 h 3476625"/>
              <a:gd name="connsiteX533" fmla="*/ 3935493 w 11991973"/>
              <a:gd name="connsiteY533" fmla="*/ 2728016 h 3476625"/>
              <a:gd name="connsiteX534" fmla="*/ 1904215 w 11991973"/>
              <a:gd name="connsiteY534" fmla="*/ 2546571 h 3476625"/>
              <a:gd name="connsiteX535" fmla="*/ 1906333 w 11991973"/>
              <a:gd name="connsiteY535" fmla="*/ 2556388 h 3476625"/>
              <a:gd name="connsiteX536" fmla="*/ 1904215 w 11991973"/>
              <a:gd name="connsiteY536" fmla="*/ 2546571 h 3476625"/>
              <a:gd name="connsiteX537" fmla="*/ 4136344 w 11991973"/>
              <a:gd name="connsiteY537" fmla="*/ 2740897 h 3476625"/>
              <a:gd name="connsiteX538" fmla="*/ 4151759 w 11991973"/>
              <a:gd name="connsiteY538" fmla="*/ 2745470 h 3476625"/>
              <a:gd name="connsiteX539" fmla="*/ 4148046 w 11991973"/>
              <a:gd name="connsiteY539" fmla="*/ 2745790 h 3476625"/>
              <a:gd name="connsiteX540" fmla="*/ 4147998 w 11991973"/>
              <a:gd name="connsiteY540" fmla="*/ 2745470 h 3476625"/>
              <a:gd name="connsiteX541" fmla="*/ 4127311 w 11991973"/>
              <a:gd name="connsiteY541" fmla="*/ 2745470 h 3476625"/>
              <a:gd name="connsiteX542" fmla="*/ 4130686 w 11991973"/>
              <a:gd name="connsiteY542" fmla="*/ 2742243 h 3476625"/>
              <a:gd name="connsiteX543" fmla="*/ 4051136 w 11991973"/>
              <a:gd name="connsiteY543" fmla="*/ 2720749 h 3476625"/>
              <a:gd name="connsiteX544" fmla="*/ 4050620 w 11991973"/>
              <a:gd name="connsiteY544" fmla="*/ 2721471 h 3476625"/>
              <a:gd name="connsiteX545" fmla="*/ 4037043 w 11991973"/>
              <a:gd name="connsiteY545" fmla="*/ 2736744 h 3476625"/>
              <a:gd name="connsiteX546" fmla="*/ 4039158 w 11991973"/>
              <a:gd name="connsiteY546" fmla="*/ 2726926 h 3476625"/>
              <a:gd name="connsiteX547" fmla="*/ 4044592 w 11991973"/>
              <a:gd name="connsiteY547" fmla="*/ 2721487 h 3476625"/>
              <a:gd name="connsiteX548" fmla="*/ 4123315 w 11991973"/>
              <a:gd name="connsiteY548" fmla="*/ 2721107 h 3476625"/>
              <a:gd name="connsiteX549" fmla="*/ 4125430 w 11991973"/>
              <a:gd name="connsiteY549" fmla="*/ 2730925 h 3476625"/>
              <a:gd name="connsiteX550" fmla="*/ 4123315 w 11991973"/>
              <a:gd name="connsiteY550" fmla="*/ 2721107 h 3476625"/>
              <a:gd name="connsiteX551" fmla="*/ 2047375 w 11991973"/>
              <a:gd name="connsiteY551" fmla="*/ 2521480 h 3476625"/>
              <a:gd name="connsiteX552" fmla="*/ 2047375 w 11991973"/>
              <a:gd name="connsiteY552" fmla="*/ 2521480 h 3476625"/>
              <a:gd name="connsiteX553" fmla="*/ 735014 w 11991973"/>
              <a:gd name="connsiteY553" fmla="*/ 2393259 h 3476625"/>
              <a:gd name="connsiteX554" fmla="*/ 719677 w 11991973"/>
              <a:gd name="connsiteY554" fmla="*/ 2405122 h 3476625"/>
              <a:gd name="connsiteX555" fmla="*/ 738482 w 11991973"/>
              <a:gd name="connsiteY555" fmla="*/ 2399303 h 3476625"/>
              <a:gd name="connsiteX556" fmla="*/ 735014 w 11991973"/>
              <a:gd name="connsiteY556" fmla="*/ 2393259 h 3476625"/>
              <a:gd name="connsiteX557" fmla="*/ 4266475 w 11991973"/>
              <a:gd name="connsiteY557" fmla="*/ 2696018 h 3476625"/>
              <a:gd name="connsiteX558" fmla="*/ 4266475 w 11991973"/>
              <a:gd name="connsiteY558" fmla="*/ 2696018 h 3476625"/>
              <a:gd name="connsiteX559" fmla="*/ 2202161 w 11991973"/>
              <a:gd name="connsiteY559" fmla="*/ 2511357 h 3476625"/>
              <a:gd name="connsiteX560" fmla="*/ 2196031 w 11991973"/>
              <a:gd name="connsiteY560" fmla="*/ 2514236 h 3476625"/>
              <a:gd name="connsiteX561" fmla="*/ 2119308 w 11991973"/>
              <a:gd name="connsiteY561" fmla="*/ 2506571 h 3476625"/>
              <a:gd name="connsiteX562" fmla="*/ 1908212 w 11991973"/>
              <a:gd name="connsiteY562" fmla="*/ 2570932 h 3476625"/>
              <a:gd name="connsiteX563" fmla="*/ 1932661 w 11991973"/>
              <a:gd name="connsiteY563" fmla="*/ 2597113 h 3476625"/>
              <a:gd name="connsiteX564" fmla="*/ 2098154 w 11991973"/>
              <a:gd name="connsiteY564" fmla="*/ 2573841 h 3476625"/>
              <a:gd name="connsiteX565" fmla="*/ 2157391 w 11991973"/>
              <a:gd name="connsiteY565" fmla="*/ 2532388 h 3476625"/>
              <a:gd name="connsiteX566" fmla="*/ 2196031 w 11991973"/>
              <a:gd name="connsiteY566" fmla="*/ 2514236 h 3476625"/>
              <a:gd name="connsiteX567" fmla="*/ 2202574 w 11991973"/>
              <a:gd name="connsiteY567" fmla="*/ 2514890 h 3476625"/>
              <a:gd name="connsiteX568" fmla="*/ 7208900 w 11991973"/>
              <a:gd name="connsiteY568" fmla="*/ 2942552 h 3476625"/>
              <a:gd name="connsiteX569" fmla="*/ 7209605 w 11991973"/>
              <a:gd name="connsiteY569" fmla="*/ 2957824 h 3476625"/>
              <a:gd name="connsiteX570" fmla="*/ 7208900 w 11991973"/>
              <a:gd name="connsiteY570" fmla="*/ 2942552 h 3476625"/>
              <a:gd name="connsiteX571" fmla="*/ 4456415 w 11991973"/>
              <a:gd name="connsiteY571" fmla="*/ 2684382 h 3476625"/>
              <a:gd name="connsiteX572" fmla="*/ 4458313 w 11991973"/>
              <a:gd name="connsiteY572" fmla="*/ 2692123 h 3476625"/>
              <a:gd name="connsiteX573" fmla="*/ 4451810 w 11991973"/>
              <a:gd name="connsiteY573" fmla="*/ 2691993 h 3476625"/>
              <a:gd name="connsiteX574" fmla="*/ 4451949 w 11991973"/>
              <a:gd name="connsiteY574" fmla="*/ 2691654 h 3476625"/>
              <a:gd name="connsiteX575" fmla="*/ 4456415 w 11991973"/>
              <a:gd name="connsiteY575" fmla="*/ 2684382 h 3476625"/>
              <a:gd name="connsiteX576" fmla="*/ 4447013 w 11991973"/>
              <a:gd name="connsiteY576" fmla="*/ 2678564 h 3476625"/>
              <a:gd name="connsiteX577" fmla="*/ 4432698 w 11991973"/>
              <a:gd name="connsiteY577" fmla="*/ 2690529 h 3476625"/>
              <a:gd name="connsiteX578" fmla="*/ 4424217 w 11991973"/>
              <a:gd name="connsiteY578" fmla="*/ 2689682 h 3476625"/>
              <a:gd name="connsiteX579" fmla="*/ 4424582 w 11991973"/>
              <a:gd name="connsiteY579" fmla="*/ 2684435 h 3476625"/>
              <a:gd name="connsiteX580" fmla="*/ 7346330 w 11991973"/>
              <a:gd name="connsiteY580" fmla="*/ 2908918 h 3476625"/>
              <a:gd name="connsiteX581" fmla="*/ 7340541 w 11991973"/>
              <a:gd name="connsiteY581" fmla="*/ 2909100 h 3476625"/>
              <a:gd name="connsiteX582" fmla="*/ 7328083 w 11991973"/>
              <a:gd name="connsiteY582" fmla="*/ 2917099 h 3476625"/>
              <a:gd name="connsiteX583" fmla="*/ 7348769 w 11991973"/>
              <a:gd name="connsiteY583" fmla="*/ 2914189 h 3476625"/>
              <a:gd name="connsiteX584" fmla="*/ 7346330 w 11991973"/>
              <a:gd name="connsiteY584" fmla="*/ 2908918 h 3476625"/>
              <a:gd name="connsiteX585" fmla="*/ 6047398 w 11991973"/>
              <a:gd name="connsiteY585" fmla="*/ 2748379 h 3476625"/>
              <a:gd name="connsiteX586" fmla="*/ 6032676 w 11991973"/>
              <a:gd name="connsiteY586" fmla="*/ 2748152 h 3476625"/>
              <a:gd name="connsiteX587" fmla="*/ 5968413 w 11991973"/>
              <a:gd name="connsiteY587" fmla="*/ 2760015 h 3476625"/>
              <a:gd name="connsiteX588" fmla="*/ 6047398 w 11991973"/>
              <a:gd name="connsiteY588" fmla="*/ 2751287 h 3476625"/>
              <a:gd name="connsiteX589" fmla="*/ 6047398 w 11991973"/>
              <a:gd name="connsiteY589" fmla="*/ 2748379 h 3476625"/>
              <a:gd name="connsiteX590" fmla="*/ 7891732 w 11991973"/>
              <a:gd name="connsiteY590" fmla="*/ 2791377 h 3476625"/>
              <a:gd name="connsiteX591" fmla="*/ 7892261 w 11991973"/>
              <a:gd name="connsiteY591" fmla="*/ 2803650 h 3476625"/>
              <a:gd name="connsiteX592" fmla="*/ 7891732 w 11991973"/>
              <a:gd name="connsiteY592" fmla="*/ 2791377 h 3476625"/>
              <a:gd name="connsiteX593" fmla="*/ 7936455 w 11991973"/>
              <a:gd name="connsiteY593" fmla="*/ 2774196 h 3476625"/>
              <a:gd name="connsiteX594" fmla="*/ 7944917 w 11991973"/>
              <a:gd name="connsiteY594" fmla="*/ 2803650 h 3476625"/>
              <a:gd name="connsiteX595" fmla="*/ 7936455 w 11991973"/>
              <a:gd name="connsiteY595" fmla="*/ 2774196 h 3476625"/>
              <a:gd name="connsiteX596" fmla="*/ 7978063 w 11991973"/>
              <a:gd name="connsiteY596" fmla="*/ 2763288 h 3476625"/>
              <a:gd name="connsiteX597" fmla="*/ 7967484 w 11991973"/>
              <a:gd name="connsiteY597" fmla="*/ 2774560 h 3476625"/>
              <a:gd name="connsiteX598" fmla="*/ 7984410 w 11991973"/>
              <a:gd name="connsiteY598" fmla="*/ 2771650 h 3476625"/>
              <a:gd name="connsiteX599" fmla="*/ 7978063 w 11991973"/>
              <a:gd name="connsiteY599" fmla="*/ 2763288 h 3476625"/>
              <a:gd name="connsiteX600" fmla="*/ 1094359 w 11991973"/>
              <a:gd name="connsiteY600" fmla="*/ 2143162 h 3476625"/>
              <a:gd name="connsiteX601" fmla="*/ 1041933 w 11991973"/>
              <a:gd name="connsiteY601" fmla="*/ 2157759 h 3476625"/>
              <a:gd name="connsiteX602" fmla="*/ 762930 w 11991973"/>
              <a:gd name="connsiteY602" fmla="*/ 2236402 h 3476625"/>
              <a:gd name="connsiteX603" fmla="*/ 1057919 w 11991973"/>
              <a:gd name="connsiteY603" fmla="*/ 2150769 h 3476625"/>
              <a:gd name="connsiteX604" fmla="*/ 8148403 w 11991973"/>
              <a:gd name="connsiteY604" fmla="*/ 2715654 h 3476625"/>
              <a:gd name="connsiteX605" fmla="*/ 8121693 w 11991973"/>
              <a:gd name="connsiteY605" fmla="*/ 2722198 h 3476625"/>
              <a:gd name="connsiteX606" fmla="*/ 8153663 w 11991973"/>
              <a:gd name="connsiteY606" fmla="*/ 2722199 h 3476625"/>
              <a:gd name="connsiteX607" fmla="*/ 8148403 w 11991973"/>
              <a:gd name="connsiteY607" fmla="*/ 2715654 h 3476625"/>
              <a:gd name="connsiteX608" fmla="*/ 8261180 w 11991973"/>
              <a:gd name="connsiteY608" fmla="*/ 2708699 h 3476625"/>
              <a:gd name="connsiteX609" fmla="*/ 8255216 w 11991973"/>
              <a:gd name="connsiteY609" fmla="*/ 2713472 h 3476625"/>
              <a:gd name="connsiteX610" fmla="*/ 8264617 w 11991973"/>
              <a:gd name="connsiteY610" fmla="*/ 2722198 h 3476625"/>
              <a:gd name="connsiteX611" fmla="*/ 8266264 w 11991973"/>
              <a:gd name="connsiteY611" fmla="*/ 2710199 h 3476625"/>
              <a:gd name="connsiteX612" fmla="*/ 8261180 w 11991973"/>
              <a:gd name="connsiteY612" fmla="*/ 2708699 h 3476625"/>
              <a:gd name="connsiteX613" fmla="*/ 8214278 w 11991973"/>
              <a:gd name="connsiteY613" fmla="*/ 2704122 h 3476625"/>
              <a:gd name="connsiteX614" fmla="*/ 8213137 w 11991973"/>
              <a:gd name="connsiteY614" fmla="*/ 2704971 h 3476625"/>
              <a:gd name="connsiteX615" fmla="*/ 8219484 w 11991973"/>
              <a:gd name="connsiteY615" fmla="*/ 2719289 h 3476625"/>
              <a:gd name="connsiteX616" fmla="*/ 8214278 w 11991973"/>
              <a:gd name="connsiteY616" fmla="*/ 2704122 h 3476625"/>
              <a:gd name="connsiteX617" fmla="*/ 26828 w 11991973"/>
              <a:gd name="connsiteY617" fmla="*/ 1956391 h 3476625"/>
              <a:gd name="connsiteX618" fmla="*/ 29059 w 11991973"/>
              <a:gd name="connsiteY618" fmla="*/ 1962551 h 3476625"/>
              <a:gd name="connsiteX619" fmla="*/ 14453 w 11991973"/>
              <a:gd name="connsiteY619" fmla="*/ 1965869 h 3476625"/>
              <a:gd name="connsiteX620" fmla="*/ 8353712 w 11991973"/>
              <a:gd name="connsiteY620" fmla="*/ 2691063 h 3476625"/>
              <a:gd name="connsiteX621" fmla="*/ 8364291 w 11991973"/>
              <a:gd name="connsiteY621" fmla="*/ 2693109 h 3476625"/>
              <a:gd name="connsiteX622" fmla="*/ 8353712 w 11991973"/>
              <a:gd name="connsiteY622" fmla="*/ 2691063 h 3476625"/>
              <a:gd name="connsiteX623" fmla="*/ 8409424 w 11991973"/>
              <a:gd name="connsiteY623" fmla="*/ 2681473 h 3476625"/>
              <a:gd name="connsiteX624" fmla="*/ 8401902 w 11991973"/>
              <a:gd name="connsiteY624" fmla="*/ 2687290 h 3476625"/>
              <a:gd name="connsiteX625" fmla="*/ 8416946 w 11991973"/>
              <a:gd name="connsiteY625" fmla="*/ 2684382 h 3476625"/>
              <a:gd name="connsiteX626" fmla="*/ 8409424 w 11991973"/>
              <a:gd name="connsiteY626" fmla="*/ 2681473 h 3476625"/>
              <a:gd name="connsiteX627" fmla="*/ 1483940 w 11991973"/>
              <a:gd name="connsiteY627" fmla="*/ 2057723 h 3476625"/>
              <a:gd name="connsiteX628" fmla="*/ 1480143 w 11991973"/>
              <a:gd name="connsiteY628" fmla="*/ 2063319 h 3476625"/>
              <a:gd name="connsiteX629" fmla="*/ 1473795 w 11991973"/>
              <a:gd name="connsiteY629" fmla="*/ 2061864 h 3476625"/>
              <a:gd name="connsiteX630" fmla="*/ 1474939 w 11991973"/>
              <a:gd name="connsiteY630" fmla="*/ 2059896 h 3476625"/>
              <a:gd name="connsiteX631" fmla="*/ 8392499 w 11991973"/>
              <a:gd name="connsiteY631" fmla="*/ 2672201 h 3476625"/>
              <a:gd name="connsiteX632" fmla="*/ 8392499 w 11991973"/>
              <a:gd name="connsiteY632" fmla="*/ 2690200 h 3476625"/>
              <a:gd name="connsiteX633" fmla="*/ 8398140 w 11991973"/>
              <a:gd name="connsiteY633" fmla="*/ 2672746 h 3476625"/>
              <a:gd name="connsiteX634" fmla="*/ 8392499 w 11991973"/>
              <a:gd name="connsiteY634" fmla="*/ 2672201 h 3476625"/>
              <a:gd name="connsiteX635" fmla="*/ 4669 w 11991973"/>
              <a:gd name="connsiteY635" fmla="*/ 1918826 h 3476625"/>
              <a:gd name="connsiteX636" fmla="*/ 11902 w 11991973"/>
              <a:gd name="connsiteY636" fmla="*/ 1925274 h 3476625"/>
              <a:gd name="connsiteX637" fmla="*/ 13474 w 11991973"/>
              <a:gd name="connsiteY637" fmla="*/ 1927620 h 3476625"/>
              <a:gd name="connsiteX638" fmla="*/ 1289 w 11991973"/>
              <a:gd name="connsiteY638" fmla="*/ 1936779 h 3476625"/>
              <a:gd name="connsiteX639" fmla="*/ 4669 w 11991973"/>
              <a:gd name="connsiteY639" fmla="*/ 1918826 h 3476625"/>
              <a:gd name="connsiteX640" fmla="*/ 8444216 w 11991973"/>
              <a:gd name="connsiteY640" fmla="*/ 2669110 h 3476625"/>
              <a:gd name="connsiteX641" fmla="*/ 8458320 w 11991973"/>
              <a:gd name="connsiteY641" fmla="*/ 2684382 h 3476625"/>
              <a:gd name="connsiteX642" fmla="*/ 8444216 w 11991973"/>
              <a:gd name="connsiteY642" fmla="*/ 2669110 h 3476625"/>
              <a:gd name="connsiteX643" fmla="*/ 1493046 w 11991973"/>
              <a:gd name="connsiteY643" fmla="*/ 2043345 h 3476625"/>
              <a:gd name="connsiteX644" fmla="*/ 1492895 w 11991973"/>
              <a:gd name="connsiteY644" fmla="*/ 2043366 h 3476625"/>
              <a:gd name="connsiteX645" fmla="*/ 1505294 w 11991973"/>
              <a:gd name="connsiteY645" fmla="*/ 2051320 h 3476625"/>
              <a:gd name="connsiteX646" fmla="*/ 1507721 w 11991973"/>
              <a:gd name="connsiteY646" fmla="*/ 2051981 h 3476625"/>
              <a:gd name="connsiteX647" fmla="*/ 1483940 w 11991973"/>
              <a:gd name="connsiteY647" fmla="*/ 2057723 h 3476625"/>
              <a:gd name="connsiteX648" fmla="*/ 1485079 w 11991973"/>
              <a:gd name="connsiteY648" fmla="*/ 2056047 h 3476625"/>
              <a:gd name="connsiteX649" fmla="*/ 1478026 w 11991973"/>
              <a:gd name="connsiteY649" fmla="*/ 2054592 h 3476625"/>
              <a:gd name="connsiteX650" fmla="*/ 1474939 w 11991973"/>
              <a:gd name="connsiteY650" fmla="*/ 2059896 h 3476625"/>
              <a:gd name="connsiteX651" fmla="*/ 1358374 w 11991973"/>
              <a:gd name="connsiteY651" fmla="*/ 2088045 h 3476625"/>
              <a:gd name="connsiteX652" fmla="*/ 1271002 w 11991973"/>
              <a:gd name="connsiteY652" fmla="*/ 2106285 h 3476625"/>
              <a:gd name="connsiteX653" fmla="*/ 1237310 w 11991973"/>
              <a:gd name="connsiteY653" fmla="*/ 2110953 h 3476625"/>
              <a:gd name="connsiteX654" fmla="*/ 1157457 w 11991973"/>
              <a:gd name="connsiteY654" fmla="*/ 2126128 h 3476625"/>
              <a:gd name="connsiteX655" fmla="*/ 1110355 w 11991973"/>
              <a:gd name="connsiteY655" fmla="*/ 2139822 h 3476625"/>
              <a:gd name="connsiteX656" fmla="*/ 1094359 w 11991973"/>
              <a:gd name="connsiteY656" fmla="*/ 2143162 h 3476625"/>
              <a:gd name="connsiteX657" fmla="*/ 1174780 w 11991973"/>
              <a:gd name="connsiteY657" fmla="*/ 2120771 h 3476625"/>
              <a:gd name="connsiteX658" fmla="*/ 1492923 w 11991973"/>
              <a:gd name="connsiteY658" fmla="*/ 2043354 h 3476625"/>
              <a:gd name="connsiteX659" fmla="*/ 1501393 w 11991973"/>
              <a:gd name="connsiteY659" fmla="*/ 2042167 h 3476625"/>
              <a:gd name="connsiteX660" fmla="*/ 1504187 w 11991973"/>
              <a:gd name="connsiteY660" fmla="*/ 2042437 h 3476625"/>
              <a:gd name="connsiteX661" fmla="*/ 1493046 w 11991973"/>
              <a:gd name="connsiteY661" fmla="*/ 2043345 h 3476625"/>
              <a:gd name="connsiteX662" fmla="*/ 1515480 w 11991973"/>
              <a:gd name="connsiteY662" fmla="*/ 2041518 h 3476625"/>
              <a:gd name="connsiteX663" fmla="*/ 1524571 w 11991973"/>
              <a:gd name="connsiteY663" fmla="*/ 2044411 h 3476625"/>
              <a:gd name="connsiteX664" fmla="*/ 1504187 w 11991973"/>
              <a:gd name="connsiteY664" fmla="*/ 2042437 h 3476625"/>
              <a:gd name="connsiteX665" fmla="*/ 56003 w 11991973"/>
              <a:gd name="connsiteY665" fmla="*/ 1897918 h 3476625"/>
              <a:gd name="connsiteX666" fmla="*/ 67111 w 11991973"/>
              <a:gd name="connsiteY666" fmla="*/ 1910599 h 3476625"/>
              <a:gd name="connsiteX667" fmla="*/ 56003 w 11991973"/>
              <a:gd name="connsiteY667" fmla="*/ 1897918 h 3476625"/>
              <a:gd name="connsiteX668" fmla="*/ 1614839 w 11991973"/>
              <a:gd name="connsiteY668" fmla="*/ 2026957 h 3476625"/>
              <a:gd name="connsiteX669" fmla="*/ 1554660 w 11991973"/>
              <a:gd name="connsiteY669" fmla="*/ 2050228 h 3476625"/>
              <a:gd name="connsiteX670" fmla="*/ 1614839 w 11991973"/>
              <a:gd name="connsiteY670" fmla="*/ 2026957 h 3476625"/>
              <a:gd name="connsiteX671" fmla="*/ 985075 w 11991973"/>
              <a:gd name="connsiteY671" fmla="*/ 1918963 h 3476625"/>
              <a:gd name="connsiteX672" fmla="*/ 973556 w 11991973"/>
              <a:gd name="connsiteY672" fmla="*/ 1930961 h 3476625"/>
              <a:gd name="connsiteX673" fmla="*/ 998005 w 11991973"/>
              <a:gd name="connsiteY673" fmla="*/ 1922234 h 3476625"/>
              <a:gd name="connsiteX674" fmla="*/ 985075 w 11991973"/>
              <a:gd name="connsiteY674" fmla="*/ 1918963 h 3476625"/>
              <a:gd name="connsiteX675" fmla="*/ 388692 w 11991973"/>
              <a:gd name="connsiteY675" fmla="*/ 1861147 h 3476625"/>
              <a:gd name="connsiteX676" fmla="*/ 388547 w 11991973"/>
              <a:gd name="connsiteY676" fmla="*/ 1861480 h 3476625"/>
              <a:gd name="connsiteX677" fmla="*/ 388348 w 11991973"/>
              <a:gd name="connsiteY677" fmla="*/ 1861472 h 3476625"/>
              <a:gd name="connsiteX678" fmla="*/ 1908212 w 11991973"/>
              <a:gd name="connsiteY678" fmla="*/ 1974596 h 3476625"/>
              <a:gd name="connsiteX679" fmla="*/ 1911973 w 11991973"/>
              <a:gd name="connsiteY679" fmla="*/ 1994958 h 3476625"/>
              <a:gd name="connsiteX680" fmla="*/ 1908212 w 11991973"/>
              <a:gd name="connsiteY680" fmla="*/ 1974596 h 3476625"/>
              <a:gd name="connsiteX681" fmla="*/ 1258792 w 11991973"/>
              <a:gd name="connsiteY681" fmla="*/ 1915898 h 3476625"/>
              <a:gd name="connsiteX682" fmla="*/ 1252946 w 11991973"/>
              <a:gd name="connsiteY682" fmla="*/ 1920502 h 3476625"/>
              <a:gd name="connsiteX683" fmla="*/ 1238720 w 11991973"/>
              <a:gd name="connsiteY683" fmla="*/ 1925143 h 3476625"/>
              <a:gd name="connsiteX684" fmla="*/ 1885507 w 11991973"/>
              <a:gd name="connsiteY684" fmla="*/ 1971549 h 3476625"/>
              <a:gd name="connsiteX685" fmla="*/ 1883764 w 11991973"/>
              <a:gd name="connsiteY685" fmla="*/ 1977505 h 3476625"/>
              <a:gd name="connsiteX686" fmla="*/ 1880664 w 11991973"/>
              <a:gd name="connsiteY686" fmla="*/ 1973509 h 3476625"/>
              <a:gd name="connsiteX687" fmla="*/ 1922228 w 11991973"/>
              <a:gd name="connsiteY687" fmla="*/ 1971915 h 3476625"/>
              <a:gd name="connsiteX688" fmla="*/ 1922407 w 11991973"/>
              <a:gd name="connsiteY688" fmla="*/ 1972796 h 3476625"/>
              <a:gd name="connsiteX689" fmla="*/ 1921556 w 11991973"/>
              <a:gd name="connsiteY689" fmla="*/ 1972236 h 3476625"/>
              <a:gd name="connsiteX690" fmla="*/ 1875301 w 11991973"/>
              <a:gd name="connsiteY690" fmla="*/ 1966596 h 3476625"/>
              <a:gd name="connsiteX691" fmla="*/ 1880664 w 11991973"/>
              <a:gd name="connsiteY691" fmla="*/ 1973509 h 3476625"/>
              <a:gd name="connsiteX692" fmla="*/ 1870762 w 11991973"/>
              <a:gd name="connsiteY692" fmla="*/ 1977518 h 3476625"/>
              <a:gd name="connsiteX693" fmla="*/ 1866838 w 11991973"/>
              <a:gd name="connsiteY693" fmla="*/ 1977505 h 3476625"/>
              <a:gd name="connsiteX694" fmla="*/ 1875301 w 11991973"/>
              <a:gd name="connsiteY694" fmla="*/ 1966596 h 3476625"/>
              <a:gd name="connsiteX695" fmla="*/ 1896362 w 11991973"/>
              <a:gd name="connsiteY695" fmla="*/ 1967772 h 3476625"/>
              <a:gd name="connsiteX696" fmla="*/ 1896929 w 11991973"/>
              <a:gd name="connsiteY696" fmla="*/ 1968777 h 3476625"/>
              <a:gd name="connsiteX697" fmla="*/ 1895519 w 11991973"/>
              <a:gd name="connsiteY697" fmla="*/ 1967718 h 3476625"/>
              <a:gd name="connsiteX698" fmla="*/ 1888229 w 11991973"/>
              <a:gd name="connsiteY698" fmla="*/ 1962232 h 3476625"/>
              <a:gd name="connsiteX699" fmla="*/ 1895519 w 11991973"/>
              <a:gd name="connsiteY699" fmla="*/ 1967718 h 3476625"/>
              <a:gd name="connsiteX700" fmla="*/ 1895048 w 11991973"/>
              <a:gd name="connsiteY700" fmla="*/ 1967687 h 3476625"/>
              <a:gd name="connsiteX701" fmla="*/ 1885507 w 11991973"/>
              <a:gd name="connsiteY701" fmla="*/ 1971549 h 3476625"/>
              <a:gd name="connsiteX702" fmla="*/ 1276915 w 11991973"/>
              <a:gd name="connsiteY702" fmla="*/ 1900017 h 3476625"/>
              <a:gd name="connsiteX703" fmla="*/ 1278801 w 11991973"/>
              <a:gd name="connsiteY703" fmla="*/ 1904508 h 3476625"/>
              <a:gd name="connsiteX704" fmla="*/ 1266077 w 11991973"/>
              <a:gd name="connsiteY704" fmla="*/ 1912542 h 3476625"/>
              <a:gd name="connsiteX705" fmla="*/ 1258792 w 11991973"/>
              <a:gd name="connsiteY705" fmla="*/ 1915898 h 3476625"/>
              <a:gd name="connsiteX706" fmla="*/ 1267193 w 11991973"/>
              <a:gd name="connsiteY706" fmla="*/ 1909281 h 3476625"/>
              <a:gd name="connsiteX707" fmla="*/ 708393 w 11991973"/>
              <a:gd name="connsiteY707" fmla="*/ 1835330 h 3476625"/>
              <a:gd name="connsiteX708" fmla="*/ 697109 w 11991973"/>
              <a:gd name="connsiteY708" fmla="*/ 1843692 h 3476625"/>
              <a:gd name="connsiteX709" fmla="*/ 719676 w 11991973"/>
              <a:gd name="connsiteY709" fmla="*/ 1837875 h 3476625"/>
              <a:gd name="connsiteX710" fmla="*/ 708393 w 11991973"/>
              <a:gd name="connsiteY710" fmla="*/ 1835330 h 3476625"/>
              <a:gd name="connsiteX711" fmla="*/ 1889405 w 11991973"/>
              <a:gd name="connsiteY711" fmla="*/ 1930961 h 3476625"/>
              <a:gd name="connsiteX712" fmla="*/ 1889405 w 11991973"/>
              <a:gd name="connsiteY712" fmla="*/ 1930961 h 3476625"/>
              <a:gd name="connsiteX713" fmla="*/ 778445 w 11991973"/>
              <a:gd name="connsiteY713" fmla="*/ 1815467 h 3476625"/>
              <a:gd name="connsiteX714" fmla="*/ 771394 w 11991973"/>
              <a:gd name="connsiteY714" fmla="*/ 1815693 h 3476625"/>
              <a:gd name="connsiteX715" fmla="*/ 757288 w 11991973"/>
              <a:gd name="connsiteY715" fmla="*/ 1817512 h 3476625"/>
              <a:gd name="connsiteX716" fmla="*/ 785498 w 11991973"/>
              <a:gd name="connsiteY716" fmla="*/ 1820421 h 3476625"/>
              <a:gd name="connsiteX717" fmla="*/ 778445 w 11991973"/>
              <a:gd name="connsiteY717" fmla="*/ 1815467 h 3476625"/>
              <a:gd name="connsiteX718" fmla="*/ 887989 w 11991973"/>
              <a:gd name="connsiteY718" fmla="*/ 1804421 h 3476625"/>
              <a:gd name="connsiteX719" fmla="*/ 875765 w 11991973"/>
              <a:gd name="connsiteY719" fmla="*/ 1811694 h 3476625"/>
              <a:gd name="connsiteX720" fmla="*/ 900213 w 11991973"/>
              <a:gd name="connsiteY720" fmla="*/ 1805876 h 3476625"/>
              <a:gd name="connsiteX721" fmla="*/ 887989 w 11991973"/>
              <a:gd name="connsiteY721" fmla="*/ 1804421 h 3476625"/>
              <a:gd name="connsiteX722" fmla="*/ 9885337 w 11991973"/>
              <a:gd name="connsiteY722" fmla="*/ 2601022 h 3476625"/>
              <a:gd name="connsiteX723" fmla="*/ 9896973 w 11991973"/>
              <a:gd name="connsiteY723" fmla="*/ 2611657 h 3476625"/>
              <a:gd name="connsiteX724" fmla="*/ 9885337 w 11991973"/>
              <a:gd name="connsiteY724" fmla="*/ 2601022 h 3476625"/>
              <a:gd name="connsiteX725" fmla="*/ 1788416 w 11991973"/>
              <a:gd name="connsiteY725" fmla="*/ 1878999 h 3476625"/>
              <a:gd name="connsiteX726" fmla="*/ 1776571 w 11991973"/>
              <a:gd name="connsiteY726" fmla="*/ 1887327 h 3476625"/>
              <a:gd name="connsiteX727" fmla="*/ 1776808 w 11991973"/>
              <a:gd name="connsiteY727" fmla="*/ 1882503 h 3476625"/>
              <a:gd name="connsiteX728" fmla="*/ 9944224 w 11991973"/>
              <a:gd name="connsiteY728" fmla="*/ 2594205 h 3476625"/>
              <a:gd name="connsiteX729" fmla="*/ 9953392 w 11991973"/>
              <a:gd name="connsiteY729" fmla="*/ 2611657 h 3476625"/>
              <a:gd name="connsiteX730" fmla="*/ 9944224 w 11991973"/>
              <a:gd name="connsiteY730" fmla="*/ 2594205 h 3476625"/>
              <a:gd name="connsiteX731" fmla="*/ 9913428 w 11991973"/>
              <a:gd name="connsiteY731" fmla="*/ 2589477 h 3476625"/>
              <a:gd name="connsiteX732" fmla="*/ 9917660 w 11991973"/>
              <a:gd name="connsiteY732" fmla="*/ 2614567 h 3476625"/>
              <a:gd name="connsiteX733" fmla="*/ 9913428 w 11991973"/>
              <a:gd name="connsiteY733" fmla="*/ 2589477 h 3476625"/>
              <a:gd name="connsiteX734" fmla="*/ 966034 w 11991973"/>
              <a:gd name="connsiteY734" fmla="*/ 1779696 h 3476625"/>
              <a:gd name="connsiteX735" fmla="*/ 945348 w 11991973"/>
              <a:gd name="connsiteY735" fmla="*/ 1791331 h 3476625"/>
              <a:gd name="connsiteX736" fmla="*/ 966034 w 11991973"/>
              <a:gd name="connsiteY736" fmla="*/ 1779696 h 3476625"/>
              <a:gd name="connsiteX737" fmla="*/ 1979675 w 11991973"/>
              <a:gd name="connsiteY737" fmla="*/ 1855692 h 3476625"/>
              <a:gd name="connsiteX738" fmla="*/ 1975915 w 11991973"/>
              <a:gd name="connsiteY738" fmla="*/ 1864055 h 3476625"/>
              <a:gd name="connsiteX739" fmla="*/ 1989077 w 11991973"/>
              <a:gd name="connsiteY739" fmla="*/ 1858237 h 3476625"/>
              <a:gd name="connsiteX740" fmla="*/ 1979675 w 11991973"/>
              <a:gd name="connsiteY740" fmla="*/ 1855692 h 3476625"/>
              <a:gd name="connsiteX741" fmla="*/ 1805230 w 11991973"/>
              <a:gd name="connsiteY741" fmla="*/ 1827656 h 3476625"/>
              <a:gd name="connsiteX742" fmla="*/ 1812735 w 11991973"/>
              <a:gd name="connsiteY742" fmla="*/ 1833540 h 3476625"/>
              <a:gd name="connsiteX743" fmla="*/ 1819772 w 11991973"/>
              <a:gd name="connsiteY743" fmla="*/ 1841392 h 3476625"/>
              <a:gd name="connsiteX744" fmla="*/ 1797257 w 11991973"/>
              <a:gd name="connsiteY744" fmla="*/ 1858237 h 3476625"/>
              <a:gd name="connsiteX745" fmla="*/ 1793084 w 11991973"/>
              <a:gd name="connsiteY745" fmla="*/ 1849647 h 3476625"/>
              <a:gd name="connsiteX746" fmla="*/ 1790373 w 11991973"/>
              <a:gd name="connsiteY746" fmla="*/ 1834839 h 3476625"/>
              <a:gd name="connsiteX747" fmla="*/ 1804018 w 11991973"/>
              <a:gd name="connsiteY747" fmla="*/ 1826704 h 3476625"/>
              <a:gd name="connsiteX748" fmla="*/ 1804031 w 11991973"/>
              <a:gd name="connsiteY748" fmla="*/ 1826716 h 3476625"/>
              <a:gd name="connsiteX749" fmla="*/ 1802887 w 11991973"/>
              <a:gd name="connsiteY749" fmla="*/ 1827097 h 3476625"/>
              <a:gd name="connsiteX750" fmla="*/ 1803869 w 11991973"/>
              <a:gd name="connsiteY750" fmla="*/ 1826740 h 3476625"/>
              <a:gd name="connsiteX751" fmla="*/ 1790995 w 11991973"/>
              <a:gd name="connsiteY751" fmla="*/ 1823819 h 3476625"/>
              <a:gd name="connsiteX752" fmla="*/ 1789263 w 11991973"/>
              <a:gd name="connsiteY752" fmla="*/ 1828784 h 3476625"/>
              <a:gd name="connsiteX753" fmla="*/ 1790373 w 11991973"/>
              <a:gd name="connsiteY753" fmla="*/ 1834839 h 3476625"/>
              <a:gd name="connsiteX754" fmla="*/ 1784094 w 11991973"/>
              <a:gd name="connsiteY754" fmla="*/ 1837875 h 3476625"/>
              <a:gd name="connsiteX755" fmla="*/ 1754002 w 11991973"/>
              <a:gd name="connsiteY755" fmla="*/ 1834966 h 3476625"/>
              <a:gd name="connsiteX756" fmla="*/ 1766520 w 11991973"/>
              <a:gd name="connsiteY756" fmla="*/ 1827739 h 3476625"/>
              <a:gd name="connsiteX757" fmla="*/ 1810116 w 11991973"/>
              <a:gd name="connsiteY757" fmla="*/ 1825296 h 3476625"/>
              <a:gd name="connsiteX758" fmla="*/ 1805230 w 11991973"/>
              <a:gd name="connsiteY758" fmla="*/ 1827656 h 3476625"/>
              <a:gd name="connsiteX759" fmla="*/ 1804031 w 11991973"/>
              <a:gd name="connsiteY759" fmla="*/ 1826716 h 3476625"/>
              <a:gd name="connsiteX760" fmla="*/ 1804171 w 11991973"/>
              <a:gd name="connsiteY760" fmla="*/ 1826669 h 3476625"/>
              <a:gd name="connsiteX761" fmla="*/ 1798844 w 11991973"/>
              <a:gd name="connsiteY761" fmla="*/ 1822649 h 3476625"/>
              <a:gd name="connsiteX762" fmla="*/ 1798916 w 11991973"/>
              <a:gd name="connsiteY762" fmla="*/ 1822705 h 3476625"/>
              <a:gd name="connsiteX763" fmla="*/ 1796315 w 11991973"/>
              <a:gd name="connsiteY763" fmla="*/ 1822967 h 3476625"/>
              <a:gd name="connsiteX764" fmla="*/ 1790995 w 11991973"/>
              <a:gd name="connsiteY764" fmla="*/ 1823819 h 3476625"/>
              <a:gd name="connsiteX765" fmla="*/ 1791563 w 11991973"/>
              <a:gd name="connsiteY765" fmla="*/ 1822189 h 3476625"/>
              <a:gd name="connsiteX766" fmla="*/ 1798844 w 11991973"/>
              <a:gd name="connsiteY766" fmla="*/ 1822649 h 3476625"/>
              <a:gd name="connsiteX767" fmla="*/ 1108959 w 11991973"/>
              <a:gd name="connsiteY767" fmla="*/ 1753515 h 3476625"/>
              <a:gd name="connsiteX768" fmla="*/ 1098616 w 11991973"/>
              <a:gd name="connsiteY768" fmla="*/ 1752787 h 3476625"/>
              <a:gd name="connsiteX769" fmla="*/ 1088272 w 11991973"/>
              <a:gd name="connsiteY769" fmla="*/ 1756424 h 3476625"/>
              <a:gd name="connsiteX770" fmla="*/ 1108959 w 11991973"/>
              <a:gd name="connsiteY770" fmla="*/ 1753515 h 3476625"/>
              <a:gd name="connsiteX771" fmla="*/ 654090 w 11991973"/>
              <a:gd name="connsiteY771" fmla="*/ 1693518 h 3476625"/>
              <a:gd name="connsiteX772" fmla="*/ 661245 w 11991973"/>
              <a:gd name="connsiteY772" fmla="*/ 1697205 h 3476625"/>
              <a:gd name="connsiteX773" fmla="*/ 651645 w 11991973"/>
              <a:gd name="connsiteY773" fmla="*/ 1702297 h 3476625"/>
              <a:gd name="connsiteX774" fmla="*/ 640691 w 11991973"/>
              <a:gd name="connsiteY774" fmla="*/ 1704063 h 3476625"/>
              <a:gd name="connsiteX775" fmla="*/ 654090 w 11991973"/>
              <a:gd name="connsiteY775" fmla="*/ 1693518 h 3476625"/>
              <a:gd name="connsiteX776" fmla="*/ 1201109 w 11991973"/>
              <a:gd name="connsiteY776" fmla="*/ 1735697 h 3476625"/>
              <a:gd name="connsiteX777" fmla="*/ 1186063 w 11991973"/>
              <a:gd name="connsiteY777" fmla="*/ 1747696 h 3476625"/>
              <a:gd name="connsiteX778" fmla="*/ 1221795 w 11991973"/>
              <a:gd name="connsiteY778" fmla="*/ 1738970 h 3476625"/>
              <a:gd name="connsiteX779" fmla="*/ 1201109 w 11991973"/>
              <a:gd name="connsiteY779" fmla="*/ 1735697 h 3476625"/>
              <a:gd name="connsiteX780" fmla="*/ 2303137 w 11991973"/>
              <a:gd name="connsiteY780" fmla="*/ 1829147 h 3476625"/>
              <a:gd name="connsiteX781" fmla="*/ 2282450 w 11991973"/>
              <a:gd name="connsiteY781" fmla="*/ 1846602 h 3476625"/>
              <a:gd name="connsiteX782" fmla="*/ 2303137 w 11991973"/>
              <a:gd name="connsiteY782" fmla="*/ 1829147 h 3476625"/>
              <a:gd name="connsiteX783" fmla="*/ 2253844 w 11991973"/>
              <a:gd name="connsiteY783" fmla="*/ 1817626 h 3476625"/>
              <a:gd name="connsiteX784" fmla="*/ 1934658 w 11991973"/>
              <a:gd name="connsiteY784" fmla="*/ 1958415 h 3476625"/>
              <a:gd name="connsiteX785" fmla="*/ 1910045 w 11991973"/>
              <a:gd name="connsiteY785" fmla="*/ 1968658 h 3476625"/>
              <a:gd name="connsiteX786" fmla="*/ 1896362 w 11991973"/>
              <a:gd name="connsiteY786" fmla="*/ 1967772 h 3476625"/>
              <a:gd name="connsiteX787" fmla="*/ 1886534 w 11991973"/>
              <a:gd name="connsiteY787" fmla="*/ 1950336 h 3476625"/>
              <a:gd name="connsiteX788" fmla="*/ 1708868 w 11991973"/>
              <a:gd name="connsiteY788" fmla="*/ 1994958 h 3476625"/>
              <a:gd name="connsiteX789" fmla="*/ 1614838 w 11991973"/>
              <a:gd name="connsiteY789" fmla="*/ 2035683 h 3476625"/>
              <a:gd name="connsiteX790" fmla="*/ 1831107 w 11991973"/>
              <a:gd name="connsiteY790" fmla="*/ 2015321 h 3476625"/>
              <a:gd name="connsiteX791" fmla="*/ 1864840 w 11991973"/>
              <a:gd name="connsiteY791" fmla="*/ 1979914 h 3476625"/>
              <a:gd name="connsiteX792" fmla="*/ 1870762 w 11991973"/>
              <a:gd name="connsiteY792" fmla="*/ 1977518 h 3476625"/>
              <a:gd name="connsiteX793" fmla="*/ 1888627 w 11991973"/>
              <a:gd name="connsiteY793" fmla="*/ 1977573 h 3476625"/>
              <a:gd name="connsiteX794" fmla="*/ 1910045 w 11991973"/>
              <a:gd name="connsiteY794" fmla="*/ 1968658 h 3476625"/>
              <a:gd name="connsiteX795" fmla="*/ 1916791 w 11991973"/>
              <a:gd name="connsiteY795" fmla="*/ 1969096 h 3476625"/>
              <a:gd name="connsiteX796" fmla="*/ 1921556 w 11991973"/>
              <a:gd name="connsiteY796" fmla="*/ 1972236 h 3476625"/>
              <a:gd name="connsiteX797" fmla="*/ 1917380 w 11991973"/>
              <a:gd name="connsiteY797" fmla="*/ 1974232 h 3476625"/>
              <a:gd name="connsiteX798" fmla="*/ 1925137 w 11991973"/>
              <a:gd name="connsiteY798" fmla="*/ 1986231 h 3476625"/>
              <a:gd name="connsiteX799" fmla="*/ 1922407 w 11991973"/>
              <a:gd name="connsiteY799" fmla="*/ 1972796 h 3476625"/>
              <a:gd name="connsiteX800" fmla="*/ 1925136 w 11991973"/>
              <a:gd name="connsiteY800" fmla="*/ 1974596 h 3476625"/>
              <a:gd name="connsiteX801" fmla="*/ 1953347 w 11991973"/>
              <a:gd name="connsiteY801" fmla="*/ 1965869 h 3476625"/>
              <a:gd name="connsiteX802" fmla="*/ 2163974 w 11991973"/>
              <a:gd name="connsiteY802" fmla="*/ 1904780 h 3476625"/>
              <a:gd name="connsiteX803" fmla="*/ 2280571 w 11991973"/>
              <a:gd name="connsiteY803" fmla="*/ 1849511 h 3476625"/>
              <a:gd name="connsiteX804" fmla="*/ 2280570 w 11991973"/>
              <a:gd name="connsiteY804" fmla="*/ 1829148 h 3476625"/>
              <a:gd name="connsiteX805" fmla="*/ 2253844 w 11991973"/>
              <a:gd name="connsiteY805" fmla="*/ 1817626 h 3476625"/>
              <a:gd name="connsiteX806" fmla="*/ 2199704 w 11991973"/>
              <a:gd name="connsiteY806" fmla="*/ 1802967 h 3476625"/>
              <a:gd name="connsiteX807" fmla="*/ 2199704 w 11991973"/>
              <a:gd name="connsiteY807" fmla="*/ 1802967 h 3476625"/>
              <a:gd name="connsiteX808" fmla="*/ 2319123 w 11991973"/>
              <a:gd name="connsiteY808" fmla="*/ 1808058 h 3476625"/>
              <a:gd name="connsiteX809" fmla="*/ 2314421 w 11991973"/>
              <a:gd name="connsiteY809" fmla="*/ 1811694 h 3476625"/>
              <a:gd name="connsiteX810" fmla="*/ 2323297 w 11991973"/>
              <a:gd name="connsiteY810" fmla="*/ 1809331 h 3476625"/>
              <a:gd name="connsiteX811" fmla="*/ 2319123 w 11991973"/>
              <a:gd name="connsiteY811" fmla="*/ 1808058 h 3476625"/>
              <a:gd name="connsiteX812" fmla="*/ 653725 w 11991973"/>
              <a:gd name="connsiteY812" fmla="*/ 1592109 h 3476625"/>
              <a:gd name="connsiteX813" fmla="*/ 654674 w 11991973"/>
              <a:gd name="connsiteY813" fmla="*/ 1593378 h 3476625"/>
              <a:gd name="connsiteX814" fmla="*/ 651975 w 11991973"/>
              <a:gd name="connsiteY814" fmla="*/ 1593522 h 3476625"/>
              <a:gd name="connsiteX815" fmla="*/ 634020 w 11991973"/>
              <a:gd name="connsiteY815" fmla="*/ 1586432 h 3476625"/>
              <a:gd name="connsiteX816" fmla="*/ 634876 w 11991973"/>
              <a:gd name="connsiteY816" fmla="*/ 1586651 h 3476625"/>
              <a:gd name="connsiteX817" fmla="*/ 633682 w 11991973"/>
              <a:gd name="connsiteY817" fmla="*/ 1587214 h 3476625"/>
              <a:gd name="connsiteX818" fmla="*/ 565468 w 11991973"/>
              <a:gd name="connsiteY818" fmla="*/ 1561524 h 3476625"/>
              <a:gd name="connsiteX819" fmla="*/ 553091 w 11991973"/>
              <a:gd name="connsiteY819" fmla="*/ 1578340 h 3476625"/>
              <a:gd name="connsiteX820" fmla="*/ 553479 w 11991973"/>
              <a:gd name="connsiteY820" fmla="*/ 1576796 h 3476625"/>
              <a:gd name="connsiteX821" fmla="*/ 565468 w 11991973"/>
              <a:gd name="connsiteY821" fmla="*/ 1561524 h 3476625"/>
              <a:gd name="connsiteX822" fmla="*/ 614364 w 11991973"/>
              <a:gd name="connsiteY822" fmla="*/ 1555705 h 3476625"/>
              <a:gd name="connsiteX823" fmla="*/ 601199 w 11991973"/>
              <a:gd name="connsiteY823" fmla="*/ 1567341 h 3476625"/>
              <a:gd name="connsiteX824" fmla="*/ 614364 w 11991973"/>
              <a:gd name="connsiteY824" fmla="*/ 1555705 h 3476625"/>
              <a:gd name="connsiteX825" fmla="*/ 636931 w 11991973"/>
              <a:gd name="connsiteY825" fmla="*/ 1552796 h 3476625"/>
              <a:gd name="connsiteX826" fmla="*/ 636931 w 11991973"/>
              <a:gd name="connsiteY826" fmla="*/ 1552796 h 3476625"/>
              <a:gd name="connsiteX827" fmla="*/ 272020 w 11991973"/>
              <a:gd name="connsiteY827" fmla="*/ 1486039 h 3476625"/>
              <a:gd name="connsiteX828" fmla="*/ 270579 w 11991973"/>
              <a:gd name="connsiteY828" fmla="*/ 1488903 h 3476625"/>
              <a:gd name="connsiteX829" fmla="*/ 264572 w 11991973"/>
              <a:gd name="connsiteY829" fmla="*/ 1488799 h 3476625"/>
              <a:gd name="connsiteX830" fmla="*/ 836273 w 11991973"/>
              <a:gd name="connsiteY830" fmla="*/ 1535343 h 3476625"/>
              <a:gd name="connsiteX831" fmla="*/ 755407 w 11991973"/>
              <a:gd name="connsiteY831" fmla="*/ 1576069 h 3476625"/>
              <a:gd name="connsiteX832" fmla="*/ 751647 w 11991973"/>
              <a:gd name="connsiteY832" fmla="*/ 1587704 h 3476625"/>
              <a:gd name="connsiteX833" fmla="*/ 834393 w 11991973"/>
              <a:gd name="connsiteY833" fmla="*/ 1570250 h 3476625"/>
              <a:gd name="connsiteX834" fmla="*/ 796781 w 11991973"/>
              <a:gd name="connsiteY834" fmla="*/ 1564432 h 3476625"/>
              <a:gd name="connsiteX835" fmla="*/ 836273 w 11991973"/>
              <a:gd name="connsiteY835" fmla="*/ 1535343 h 3476625"/>
              <a:gd name="connsiteX836" fmla="*/ 840739 w 11991973"/>
              <a:gd name="connsiteY836" fmla="*/ 1500936 h 3476625"/>
              <a:gd name="connsiteX837" fmla="*/ 833453 w 11991973"/>
              <a:gd name="connsiteY837" fmla="*/ 1500800 h 3476625"/>
              <a:gd name="connsiteX838" fmla="*/ 817467 w 11991973"/>
              <a:gd name="connsiteY838" fmla="*/ 1506253 h 3476625"/>
              <a:gd name="connsiteX839" fmla="*/ 843795 w 11991973"/>
              <a:gd name="connsiteY839" fmla="*/ 1506253 h 3476625"/>
              <a:gd name="connsiteX840" fmla="*/ 840739 w 11991973"/>
              <a:gd name="connsiteY840" fmla="*/ 1500936 h 3476625"/>
              <a:gd name="connsiteX841" fmla="*/ 310882 w 11991973"/>
              <a:gd name="connsiteY841" fmla="*/ 1446256 h 3476625"/>
              <a:gd name="connsiteX842" fmla="*/ 300304 w 11991973"/>
              <a:gd name="connsiteY842" fmla="*/ 1456801 h 3476625"/>
              <a:gd name="connsiteX843" fmla="*/ 322872 w 11991973"/>
              <a:gd name="connsiteY843" fmla="*/ 1450983 h 3476625"/>
              <a:gd name="connsiteX844" fmla="*/ 310882 w 11991973"/>
              <a:gd name="connsiteY844" fmla="*/ 1446256 h 3476625"/>
              <a:gd name="connsiteX845" fmla="*/ 257520 w 11991973"/>
              <a:gd name="connsiteY845" fmla="*/ 1437894 h 3476625"/>
              <a:gd name="connsiteX846" fmla="*/ 245767 w 11991973"/>
              <a:gd name="connsiteY846" fmla="*/ 1439347 h 3476625"/>
              <a:gd name="connsiteX847" fmla="*/ 260812 w 11991973"/>
              <a:gd name="connsiteY847" fmla="*/ 1445165 h 3476625"/>
              <a:gd name="connsiteX848" fmla="*/ 257520 w 11991973"/>
              <a:gd name="connsiteY848" fmla="*/ 1437894 h 3476625"/>
              <a:gd name="connsiteX849" fmla="*/ 275856 w 11991973"/>
              <a:gd name="connsiteY849" fmla="*/ 1433530 h 3476625"/>
              <a:gd name="connsiteX850" fmla="*/ 275856 w 11991973"/>
              <a:gd name="connsiteY850" fmla="*/ 1433530 h 3476625"/>
              <a:gd name="connsiteX851" fmla="*/ 11000882 w 11991973"/>
              <a:gd name="connsiteY851" fmla="*/ 2367305 h 3476625"/>
              <a:gd name="connsiteX852" fmla="*/ 11000882 w 11991973"/>
              <a:gd name="connsiteY852" fmla="*/ 2367305 h 3476625"/>
              <a:gd name="connsiteX853" fmla="*/ 385636 w 11991973"/>
              <a:gd name="connsiteY853" fmla="*/ 1420440 h 3476625"/>
              <a:gd name="connsiteX854" fmla="*/ 384930 w 11991973"/>
              <a:gd name="connsiteY854" fmla="*/ 1433530 h 3476625"/>
              <a:gd name="connsiteX855" fmla="*/ 385636 w 11991973"/>
              <a:gd name="connsiteY855" fmla="*/ 1420440 h 3476625"/>
              <a:gd name="connsiteX856" fmla="*/ 342780 w 11991973"/>
              <a:gd name="connsiteY856" fmla="*/ 1401397 h 3476625"/>
              <a:gd name="connsiteX857" fmla="*/ 342394 w 11991973"/>
              <a:gd name="connsiteY857" fmla="*/ 1401798 h 3476625"/>
              <a:gd name="connsiteX858" fmla="*/ 342383 w 11991973"/>
              <a:gd name="connsiteY858" fmla="*/ 1401531 h 3476625"/>
              <a:gd name="connsiteX859" fmla="*/ 345438 w 11991973"/>
              <a:gd name="connsiteY859" fmla="*/ 1398622 h 3476625"/>
              <a:gd name="connsiteX860" fmla="*/ 346921 w 11991973"/>
              <a:gd name="connsiteY860" fmla="*/ 1399985 h 3476625"/>
              <a:gd name="connsiteX861" fmla="*/ 342780 w 11991973"/>
              <a:gd name="connsiteY861" fmla="*/ 1401397 h 3476625"/>
              <a:gd name="connsiteX862" fmla="*/ 10778973 w 11991973"/>
              <a:gd name="connsiteY862" fmla="*/ 2326580 h 3476625"/>
              <a:gd name="connsiteX863" fmla="*/ 10778973 w 11991973"/>
              <a:gd name="connsiteY863" fmla="*/ 2326580 h 3476625"/>
              <a:gd name="connsiteX864" fmla="*/ 466090 w 11991973"/>
              <a:gd name="connsiteY864" fmla="*/ 1406758 h 3476625"/>
              <a:gd name="connsiteX865" fmla="*/ 450752 w 11991973"/>
              <a:gd name="connsiteY865" fmla="*/ 1421893 h 3476625"/>
              <a:gd name="connsiteX866" fmla="*/ 471437 w 11991973"/>
              <a:gd name="connsiteY866" fmla="*/ 1407349 h 3476625"/>
              <a:gd name="connsiteX867" fmla="*/ 466090 w 11991973"/>
              <a:gd name="connsiteY867" fmla="*/ 1406758 h 3476625"/>
              <a:gd name="connsiteX868" fmla="*/ 368004 w 11991973"/>
              <a:gd name="connsiteY868" fmla="*/ 1392804 h 3476625"/>
              <a:gd name="connsiteX869" fmla="*/ 355312 w 11991973"/>
              <a:gd name="connsiteY869" fmla="*/ 1407711 h 3476625"/>
              <a:gd name="connsiteX870" fmla="*/ 346921 w 11991973"/>
              <a:gd name="connsiteY870" fmla="*/ 1399985 h 3476625"/>
              <a:gd name="connsiteX871" fmla="*/ 10830216 w 11991973"/>
              <a:gd name="connsiteY871" fmla="*/ 2314439 h 3476625"/>
              <a:gd name="connsiteX872" fmla="*/ 10817026 w 11991973"/>
              <a:gd name="connsiteY872" fmla="*/ 2313808 h 3476625"/>
              <a:gd name="connsiteX873" fmla="*/ 10844793 w 11991973"/>
              <a:gd name="connsiteY873" fmla="*/ 2320763 h 3476625"/>
              <a:gd name="connsiteX874" fmla="*/ 10830216 w 11991973"/>
              <a:gd name="connsiteY874" fmla="*/ 2314439 h 3476625"/>
              <a:gd name="connsiteX875" fmla="*/ 10705159 w 11991973"/>
              <a:gd name="connsiteY875" fmla="*/ 2301126 h 3476625"/>
              <a:gd name="connsiteX876" fmla="*/ 10669898 w 11991973"/>
              <a:gd name="connsiteY876" fmla="*/ 2329489 h 3476625"/>
              <a:gd name="connsiteX877" fmla="*/ 10705159 w 11991973"/>
              <a:gd name="connsiteY877" fmla="*/ 2301126 h 3476625"/>
              <a:gd name="connsiteX878" fmla="*/ 492594 w 11991973"/>
              <a:gd name="connsiteY878" fmla="*/ 1385895 h 3476625"/>
              <a:gd name="connsiteX879" fmla="*/ 488362 w 11991973"/>
              <a:gd name="connsiteY879" fmla="*/ 1413167 h 3476625"/>
              <a:gd name="connsiteX880" fmla="*/ 492594 w 11991973"/>
              <a:gd name="connsiteY880" fmla="*/ 1385895 h 3476625"/>
              <a:gd name="connsiteX881" fmla="*/ 330506 w 11991973"/>
              <a:gd name="connsiteY881" fmla="*/ 1366753 h 3476625"/>
              <a:gd name="connsiteX882" fmla="*/ 352417 w 11991973"/>
              <a:gd name="connsiteY882" fmla="*/ 1369772 h 3476625"/>
              <a:gd name="connsiteX883" fmla="*/ 366124 w 11991973"/>
              <a:gd name="connsiteY883" fmla="*/ 1378259 h 3476625"/>
              <a:gd name="connsiteX884" fmla="*/ 285258 w 11991973"/>
              <a:gd name="connsiteY884" fmla="*/ 1410257 h 3476625"/>
              <a:gd name="connsiteX885" fmla="*/ 313281 w 11991973"/>
              <a:gd name="connsiteY885" fmla="*/ 1378521 h 3476625"/>
              <a:gd name="connsiteX886" fmla="*/ 10942584 w 11991973"/>
              <a:gd name="connsiteY886" fmla="*/ 2309125 h 3476625"/>
              <a:gd name="connsiteX887" fmla="*/ 10919200 w 11991973"/>
              <a:gd name="connsiteY887" fmla="*/ 2320429 h 3476625"/>
              <a:gd name="connsiteX888" fmla="*/ 10918607 w 11991973"/>
              <a:gd name="connsiteY888" fmla="*/ 2313853 h 3476625"/>
              <a:gd name="connsiteX889" fmla="*/ 10942584 w 11991973"/>
              <a:gd name="connsiteY889" fmla="*/ 2309125 h 3476625"/>
              <a:gd name="connsiteX890" fmla="*/ 1132554 w 11991973"/>
              <a:gd name="connsiteY890" fmla="*/ 1416666 h 3476625"/>
              <a:gd name="connsiteX891" fmla="*/ 1126120 w 11991973"/>
              <a:gd name="connsiteY891" fmla="*/ 1417166 h 3476625"/>
              <a:gd name="connsiteX892" fmla="*/ 1112720 w 11991973"/>
              <a:gd name="connsiteY892" fmla="*/ 1427711 h 3476625"/>
              <a:gd name="connsiteX893" fmla="*/ 1135288 w 11991973"/>
              <a:gd name="connsiteY893" fmla="*/ 1421893 h 3476625"/>
              <a:gd name="connsiteX894" fmla="*/ 1132554 w 11991973"/>
              <a:gd name="connsiteY894" fmla="*/ 1416666 h 3476625"/>
              <a:gd name="connsiteX895" fmla="*/ 187850 w 11991973"/>
              <a:gd name="connsiteY895" fmla="*/ 1325717 h 3476625"/>
              <a:gd name="connsiteX896" fmla="*/ 191464 w 11991973"/>
              <a:gd name="connsiteY896" fmla="*/ 1331715 h 3476625"/>
              <a:gd name="connsiteX897" fmla="*/ 188768 w 11991973"/>
              <a:gd name="connsiteY897" fmla="*/ 1340770 h 3476625"/>
              <a:gd name="connsiteX898" fmla="*/ 184703 w 11991973"/>
              <a:gd name="connsiteY898" fmla="*/ 1341496 h 3476625"/>
              <a:gd name="connsiteX899" fmla="*/ 178065 w 11991973"/>
              <a:gd name="connsiteY899" fmla="*/ 1340443 h 3476625"/>
              <a:gd name="connsiteX900" fmla="*/ 187850 w 11991973"/>
              <a:gd name="connsiteY900" fmla="*/ 1325717 h 3476625"/>
              <a:gd name="connsiteX901" fmla="*/ 532737 w 11991973"/>
              <a:gd name="connsiteY901" fmla="*/ 1348994 h 3476625"/>
              <a:gd name="connsiteX902" fmla="*/ 533497 w 11991973"/>
              <a:gd name="connsiteY902" fmla="*/ 1349170 h 3476625"/>
              <a:gd name="connsiteX903" fmla="*/ 522508 w 11991973"/>
              <a:gd name="connsiteY903" fmla="*/ 1355860 h 3476625"/>
              <a:gd name="connsiteX904" fmla="*/ 528090 w 11991973"/>
              <a:gd name="connsiteY904" fmla="*/ 1349897 h 3476625"/>
              <a:gd name="connsiteX905" fmla="*/ 232368 w 11991973"/>
              <a:gd name="connsiteY905" fmla="*/ 1314990 h 3476625"/>
              <a:gd name="connsiteX906" fmla="*/ 238245 w 11991973"/>
              <a:gd name="connsiteY906" fmla="*/ 1325898 h 3476625"/>
              <a:gd name="connsiteX907" fmla="*/ 219439 w 11991973"/>
              <a:gd name="connsiteY907" fmla="*/ 1325898 h 3476625"/>
              <a:gd name="connsiteX908" fmla="*/ 232368 w 11991973"/>
              <a:gd name="connsiteY908" fmla="*/ 1314990 h 3476625"/>
              <a:gd name="connsiteX909" fmla="*/ 305329 w 11991973"/>
              <a:gd name="connsiteY909" fmla="*/ 1311218 h 3476625"/>
              <a:gd name="connsiteX910" fmla="*/ 301175 w 11991973"/>
              <a:gd name="connsiteY910" fmla="*/ 1325759 h 3476625"/>
              <a:gd name="connsiteX911" fmla="*/ 299536 w 11991973"/>
              <a:gd name="connsiteY911" fmla="*/ 1325928 h 3476625"/>
              <a:gd name="connsiteX912" fmla="*/ 298453 w 11991973"/>
              <a:gd name="connsiteY912" fmla="*/ 1321853 h 3476625"/>
              <a:gd name="connsiteX913" fmla="*/ 305329 w 11991973"/>
              <a:gd name="connsiteY913" fmla="*/ 1311218 h 3476625"/>
              <a:gd name="connsiteX914" fmla="*/ 446050 w 11991973"/>
              <a:gd name="connsiteY914" fmla="*/ 1320443 h 3476625"/>
              <a:gd name="connsiteX915" fmla="*/ 443230 w 11991973"/>
              <a:gd name="connsiteY915" fmla="*/ 1334625 h 3476625"/>
              <a:gd name="connsiteX916" fmla="*/ 446050 w 11991973"/>
              <a:gd name="connsiteY916" fmla="*/ 1320443 h 3476625"/>
              <a:gd name="connsiteX917" fmla="*/ 1287615 w 11991973"/>
              <a:gd name="connsiteY917" fmla="*/ 1389895 h 3476625"/>
              <a:gd name="connsiteX918" fmla="*/ 1262464 w 11991973"/>
              <a:gd name="connsiteY918" fmla="*/ 1387713 h 3476625"/>
              <a:gd name="connsiteX919" fmla="*/ 1238719 w 11991973"/>
              <a:gd name="connsiteY919" fmla="*/ 1398621 h 3476625"/>
              <a:gd name="connsiteX920" fmla="*/ 1287615 w 11991973"/>
              <a:gd name="connsiteY920" fmla="*/ 1389895 h 3476625"/>
              <a:gd name="connsiteX921" fmla="*/ 452867 w 11991973"/>
              <a:gd name="connsiteY921" fmla="*/ 1299490 h 3476625"/>
              <a:gd name="connsiteX922" fmla="*/ 484601 w 11991973"/>
              <a:gd name="connsiteY922" fmla="*/ 1311353 h 3476625"/>
              <a:gd name="connsiteX923" fmla="*/ 452867 w 11991973"/>
              <a:gd name="connsiteY923" fmla="*/ 1299490 h 3476625"/>
              <a:gd name="connsiteX924" fmla="*/ 535377 w 11991973"/>
              <a:gd name="connsiteY924" fmla="*/ 1297899 h 3476625"/>
              <a:gd name="connsiteX925" fmla="*/ 522214 w 11991973"/>
              <a:gd name="connsiteY925" fmla="*/ 1305535 h 3476625"/>
              <a:gd name="connsiteX926" fmla="*/ 532557 w 11991973"/>
              <a:gd name="connsiteY926" fmla="*/ 1305535 h 3476625"/>
              <a:gd name="connsiteX927" fmla="*/ 538858 w 11991973"/>
              <a:gd name="connsiteY927" fmla="*/ 1305535 h 3476625"/>
              <a:gd name="connsiteX928" fmla="*/ 537693 w 11991973"/>
              <a:gd name="connsiteY928" fmla="*/ 1300250 h 3476625"/>
              <a:gd name="connsiteX929" fmla="*/ 1641343 w 11991973"/>
              <a:gd name="connsiteY929" fmla="*/ 1387850 h 3476625"/>
              <a:gd name="connsiteX930" fmla="*/ 1635527 w 11991973"/>
              <a:gd name="connsiteY930" fmla="*/ 1389895 h 3476625"/>
              <a:gd name="connsiteX931" fmla="*/ 1641343 w 11991973"/>
              <a:gd name="connsiteY931" fmla="*/ 1387850 h 3476625"/>
              <a:gd name="connsiteX932" fmla="*/ 1393722 w 11991973"/>
              <a:gd name="connsiteY932" fmla="*/ 1365533 h 3476625"/>
              <a:gd name="connsiteX933" fmla="*/ 1392928 w 11991973"/>
              <a:gd name="connsiteY933" fmla="*/ 1375350 h 3476625"/>
              <a:gd name="connsiteX934" fmla="*/ 1393722 w 11991973"/>
              <a:gd name="connsiteY934" fmla="*/ 1365533 h 3476625"/>
              <a:gd name="connsiteX935" fmla="*/ 517218 w 11991973"/>
              <a:gd name="connsiteY935" fmla="*/ 1286263 h 3476625"/>
              <a:gd name="connsiteX936" fmla="*/ 490244 w 11991973"/>
              <a:gd name="connsiteY936" fmla="*/ 1302627 h 3476625"/>
              <a:gd name="connsiteX937" fmla="*/ 517218 w 11991973"/>
              <a:gd name="connsiteY937" fmla="*/ 1286263 h 3476625"/>
              <a:gd name="connsiteX938" fmla="*/ 368631 w 11991973"/>
              <a:gd name="connsiteY938" fmla="*/ 1272163 h 3476625"/>
              <a:gd name="connsiteX939" fmla="*/ 368005 w 11991973"/>
              <a:gd name="connsiteY939" fmla="*/ 1273537 h 3476625"/>
              <a:gd name="connsiteX940" fmla="*/ 365626 w 11991973"/>
              <a:gd name="connsiteY940" fmla="*/ 1272309 h 3476625"/>
              <a:gd name="connsiteX941" fmla="*/ 529972 w 11991973"/>
              <a:gd name="connsiteY941" fmla="*/ 1273901 h 3476625"/>
              <a:gd name="connsiteX942" fmla="*/ 522213 w 11991973"/>
              <a:gd name="connsiteY942" fmla="*/ 1273537 h 3476625"/>
              <a:gd name="connsiteX943" fmla="*/ 526445 w 11991973"/>
              <a:gd name="connsiteY943" fmla="*/ 1283718 h 3476625"/>
              <a:gd name="connsiteX944" fmla="*/ 533195 w 11991973"/>
              <a:gd name="connsiteY944" fmla="*/ 1279851 h 3476625"/>
              <a:gd name="connsiteX945" fmla="*/ 532008 w 11991973"/>
              <a:gd name="connsiteY945" fmla="*/ 1274467 h 3476625"/>
              <a:gd name="connsiteX946" fmla="*/ 10967033 w 11991973"/>
              <a:gd name="connsiteY946" fmla="*/ 2176042 h 3476625"/>
              <a:gd name="connsiteX947" fmla="*/ 10959510 w 11991973"/>
              <a:gd name="connsiteY947" fmla="*/ 2184041 h 3476625"/>
              <a:gd name="connsiteX948" fmla="*/ 10974554 w 11991973"/>
              <a:gd name="connsiteY948" fmla="*/ 2181131 h 3476625"/>
              <a:gd name="connsiteX949" fmla="*/ 10967033 w 11991973"/>
              <a:gd name="connsiteY949" fmla="*/ 2176042 h 3476625"/>
              <a:gd name="connsiteX950" fmla="*/ 576750 w 11991973"/>
              <a:gd name="connsiteY950" fmla="*/ 1241538 h 3476625"/>
              <a:gd name="connsiteX951" fmla="*/ 467676 w 11991973"/>
              <a:gd name="connsiteY951" fmla="*/ 1261901 h 3476625"/>
              <a:gd name="connsiteX952" fmla="*/ 576750 w 11991973"/>
              <a:gd name="connsiteY952" fmla="*/ 1241538 h 3476625"/>
              <a:gd name="connsiteX953" fmla="*/ 592501 w 11991973"/>
              <a:gd name="connsiteY953" fmla="*/ 1238266 h 3476625"/>
              <a:gd name="connsiteX954" fmla="*/ 586770 w 11991973"/>
              <a:gd name="connsiteY954" fmla="*/ 1243856 h 3476625"/>
              <a:gd name="connsiteX955" fmla="*/ 589844 w 11991973"/>
              <a:gd name="connsiteY955" fmla="*/ 1253116 h 3476625"/>
              <a:gd name="connsiteX956" fmla="*/ 594420 w 11991973"/>
              <a:gd name="connsiteY956" fmla="*/ 1252107 h 3476625"/>
              <a:gd name="connsiteX957" fmla="*/ 597878 w 11991973"/>
              <a:gd name="connsiteY957" fmla="*/ 1243038 h 3476625"/>
              <a:gd name="connsiteX958" fmla="*/ 592501 w 11991973"/>
              <a:gd name="connsiteY958" fmla="*/ 1238266 h 3476625"/>
              <a:gd name="connsiteX959" fmla="*/ 10947579 w 11991973"/>
              <a:gd name="connsiteY959" fmla="*/ 2157496 h 3476625"/>
              <a:gd name="connsiteX960" fmla="*/ 10940704 w 11991973"/>
              <a:gd name="connsiteY960" fmla="*/ 2160769 h 3476625"/>
              <a:gd name="connsiteX961" fmla="*/ 10947579 w 11991973"/>
              <a:gd name="connsiteY961" fmla="*/ 2157496 h 3476625"/>
              <a:gd name="connsiteX962" fmla="*/ 687089 w 11991973"/>
              <a:gd name="connsiteY962" fmla="*/ 1203040 h 3476625"/>
              <a:gd name="connsiteX963" fmla="*/ 654560 w 11991973"/>
              <a:gd name="connsiteY963" fmla="*/ 1202630 h 3476625"/>
              <a:gd name="connsiteX964" fmla="*/ 631288 w 11991973"/>
              <a:gd name="connsiteY964" fmla="*/ 1212448 h 3476625"/>
              <a:gd name="connsiteX965" fmla="*/ 693347 w 11991973"/>
              <a:gd name="connsiteY965" fmla="*/ 1203721 h 3476625"/>
              <a:gd name="connsiteX966" fmla="*/ 687089 w 11991973"/>
              <a:gd name="connsiteY966" fmla="*/ 1203040 h 3476625"/>
              <a:gd name="connsiteX967" fmla="*/ 1618571 w 11991973"/>
              <a:gd name="connsiteY967" fmla="*/ 1276900 h 3476625"/>
              <a:gd name="connsiteX968" fmla="*/ 1633644 w 11991973"/>
              <a:gd name="connsiteY968" fmla="*/ 1279354 h 3476625"/>
              <a:gd name="connsiteX969" fmla="*/ 1618571 w 11991973"/>
              <a:gd name="connsiteY969" fmla="*/ 1276900 h 3476625"/>
              <a:gd name="connsiteX970" fmla="*/ 1802899 w 11991973"/>
              <a:gd name="connsiteY970" fmla="*/ 1285173 h 3476625"/>
              <a:gd name="connsiteX971" fmla="*/ 1802899 w 11991973"/>
              <a:gd name="connsiteY971" fmla="*/ 1285173 h 3476625"/>
              <a:gd name="connsiteX972" fmla="*/ 700870 w 11991973"/>
              <a:gd name="connsiteY972" fmla="*/ 1180450 h 3476625"/>
              <a:gd name="connsiteX973" fmla="*/ 708392 w 11991973"/>
              <a:gd name="connsiteY973" fmla="*/ 1194995 h 3476625"/>
              <a:gd name="connsiteX974" fmla="*/ 700870 w 11991973"/>
              <a:gd name="connsiteY974" fmla="*/ 1180450 h 3476625"/>
              <a:gd name="connsiteX975" fmla="*/ 1811509 w 11991973"/>
              <a:gd name="connsiteY975" fmla="*/ 1271992 h 3476625"/>
              <a:gd name="connsiteX976" fmla="*/ 1812301 w 11991973"/>
              <a:gd name="connsiteY976" fmla="*/ 1279354 h 3476625"/>
              <a:gd name="connsiteX977" fmla="*/ 1811509 w 11991973"/>
              <a:gd name="connsiteY977" fmla="*/ 1271992 h 3476625"/>
              <a:gd name="connsiteX978" fmla="*/ 11351848 w 11991973"/>
              <a:gd name="connsiteY978" fmla="*/ 2112045 h 3476625"/>
              <a:gd name="connsiteX979" fmla="*/ 11343151 w 11991973"/>
              <a:gd name="connsiteY979" fmla="*/ 2122953 h 3476625"/>
              <a:gd name="connsiteX980" fmla="*/ 11361957 w 11991973"/>
              <a:gd name="connsiteY980" fmla="*/ 2114226 h 3476625"/>
              <a:gd name="connsiteX981" fmla="*/ 11351848 w 11991973"/>
              <a:gd name="connsiteY981" fmla="*/ 2112045 h 3476625"/>
              <a:gd name="connsiteX982" fmla="*/ 623765 w 11991973"/>
              <a:gd name="connsiteY982" fmla="*/ 1154269 h 3476625"/>
              <a:gd name="connsiteX983" fmla="*/ 623917 w 11991973"/>
              <a:gd name="connsiteY983" fmla="*/ 1154934 h 3476625"/>
              <a:gd name="connsiteX984" fmla="*/ 620474 w 11991973"/>
              <a:gd name="connsiteY984" fmla="*/ 1160088 h 3476625"/>
              <a:gd name="connsiteX985" fmla="*/ 617117 w 11991973"/>
              <a:gd name="connsiteY985" fmla="*/ 1165391 h 3476625"/>
              <a:gd name="connsiteX986" fmla="*/ 616243 w 11991973"/>
              <a:gd name="connsiteY986" fmla="*/ 1163723 h 3476625"/>
              <a:gd name="connsiteX987" fmla="*/ 623765 w 11991973"/>
              <a:gd name="connsiteY987" fmla="*/ 1154269 h 3476625"/>
              <a:gd name="connsiteX988" fmla="*/ 1789647 w 11991973"/>
              <a:gd name="connsiteY988" fmla="*/ 1237629 h 3476625"/>
              <a:gd name="connsiteX989" fmla="*/ 1784091 w 11991973"/>
              <a:gd name="connsiteY989" fmla="*/ 1253174 h 3476625"/>
              <a:gd name="connsiteX990" fmla="*/ 1789647 w 11991973"/>
              <a:gd name="connsiteY990" fmla="*/ 1237629 h 3476625"/>
              <a:gd name="connsiteX991" fmla="*/ 1983082 w 11991973"/>
              <a:gd name="connsiteY991" fmla="*/ 1222948 h 3476625"/>
              <a:gd name="connsiteX992" fmla="*/ 1994720 w 11991973"/>
              <a:gd name="connsiteY992" fmla="*/ 1229902 h 3476625"/>
              <a:gd name="connsiteX993" fmla="*/ 1983082 w 11991973"/>
              <a:gd name="connsiteY993" fmla="*/ 1222948 h 3476625"/>
              <a:gd name="connsiteX994" fmla="*/ 614480 w 11991973"/>
              <a:gd name="connsiteY994" fmla="*/ 1063410 h 3476625"/>
              <a:gd name="connsiteX995" fmla="*/ 621885 w 11991973"/>
              <a:gd name="connsiteY995" fmla="*/ 1072818 h 3476625"/>
              <a:gd name="connsiteX996" fmla="*/ 597555 w 11991973"/>
              <a:gd name="connsiteY996" fmla="*/ 1070773 h 3476625"/>
              <a:gd name="connsiteX997" fmla="*/ 600456 w 11991973"/>
              <a:gd name="connsiteY997" fmla="*/ 1065664 h 3476625"/>
              <a:gd name="connsiteX998" fmla="*/ 601658 w 11991973"/>
              <a:gd name="connsiteY998" fmla="*/ 1065063 h 3476625"/>
              <a:gd name="connsiteX999" fmla="*/ 2004936 w 11991973"/>
              <a:gd name="connsiteY999" fmla="*/ 1185256 h 3476625"/>
              <a:gd name="connsiteX1000" fmla="*/ 2003939 w 11991973"/>
              <a:gd name="connsiteY1000" fmla="*/ 1185899 h 3476625"/>
              <a:gd name="connsiteX1001" fmla="*/ 2000361 w 11991973"/>
              <a:gd name="connsiteY1001" fmla="*/ 1186267 h 3476625"/>
              <a:gd name="connsiteX1002" fmla="*/ 619876 w 11991973"/>
              <a:gd name="connsiteY1002" fmla="*/ 1055949 h 3476625"/>
              <a:gd name="connsiteX1003" fmla="*/ 601658 w 11991973"/>
              <a:gd name="connsiteY1003" fmla="*/ 1065063 h 3476625"/>
              <a:gd name="connsiteX1004" fmla="*/ 600730 w 11991973"/>
              <a:gd name="connsiteY1004" fmla="*/ 1065183 h 3476625"/>
              <a:gd name="connsiteX1005" fmla="*/ 600456 w 11991973"/>
              <a:gd name="connsiteY1005" fmla="*/ 1065664 h 3476625"/>
              <a:gd name="connsiteX1006" fmla="*/ 586155 w 11991973"/>
              <a:gd name="connsiteY1006" fmla="*/ 1072818 h 3476625"/>
              <a:gd name="connsiteX1007" fmla="*/ 556064 w 11991973"/>
              <a:gd name="connsiteY1007" fmla="*/ 1093182 h 3476625"/>
              <a:gd name="connsiteX1008" fmla="*/ 606311 w 11991973"/>
              <a:gd name="connsiteY1008" fmla="*/ 1058410 h 3476625"/>
              <a:gd name="connsiteX1009" fmla="*/ 719889 w 11991973"/>
              <a:gd name="connsiteY1009" fmla="*/ 1052848 h 3476625"/>
              <a:gd name="connsiteX1010" fmla="*/ 745194 w 11991973"/>
              <a:gd name="connsiteY1010" fmla="*/ 1057172 h 3476625"/>
              <a:gd name="connsiteX1011" fmla="*/ 770715 w 11991973"/>
              <a:gd name="connsiteY1011" fmla="*/ 1063343 h 3476625"/>
              <a:gd name="connsiteX1012" fmla="*/ 752881 w 11991973"/>
              <a:gd name="connsiteY1012" fmla="*/ 1067365 h 3476625"/>
              <a:gd name="connsiteX1013" fmla="*/ 698990 w 11991973"/>
              <a:gd name="connsiteY1013" fmla="*/ 1064092 h 3476625"/>
              <a:gd name="connsiteX1014" fmla="*/ 686207 w 11991973"/>
              <a:gd name="connsiteY1014" fmla="*/ 1047093 h 3476625"/>
              <a:gd name="connsiteX1015" fmla="*/ 699916 w 11991973"/>
              <a:gd name="connsiteY1015" fmla="*/ 1049435 h 3476625"/>
              <a:gd name="connsiteX1016" fmla="*/ 691996 w 11991973"/>
              <a:gd name="connsiteY1016" fmla="*/ 1051047 h 3476625"/>
              <a:gd name="connsiteX1017" fmla="*/ 649154 w 11991973"/>
              <a:gd name="connsiteY1017" fmla="*/ 1050638 h 3476625"/>
              <a:gd name="connsiteX1018" fmla="*/ 619876 w 11991973"/>
              <a:gd name="connsiteY1018" fmla="*/ 1055949 h 3476625"/>
              <a:gd name="connsiteX1019" fmla="*/ 632380 w 11991973"/>
              <a:gd name="connsiteY1019" fmla="*/ 1049695 h 3476625"/>
              <a:gd name="connsiteX1020" fmla="*/ 686207 w 11991973"/>
              <a:gd name="connsiteY1020" fmla="*/ 1047093 h 3476625"/>
              <a:gd name="connsiteX1021" fmla="*/ 742243 w 11991973"/>
              <a:gd name="connsiteY1021" fmla="*/ 1040820 h 3476625"/>
              <a:gd name="connsiteX1022" fmla="*/ 719889 w 11991973"/>
              <a:gd name="connsiteY1022" fmla="*/ 1052848 h 3476625"/>
              <a:gd name="connsiteX1023" fmla="*/ 699916 w 11991973"/>
              <a:gd name="connsiteY1023" fmla="*/ 1049435 h 3476625"/>
              <a:gd name="connsiteX1024" fmla="*/ 10978785 w 11991973"/>
              <a:gd name="connsiteY1024" fmla="*/ 1948052 h 3476625"/>
              <a:gd name="connsiteX1025" fmla="*/ 10968912 w 11991973"/>
              <a:gd name="connsiteY1025" fmla="*/ 1948415 h 3476625"/>
              <a:gd name="connsiteX1026" fmla="*/ 10985838 w 11991973"/>
              <a:gd name="connsiteY1026" fmla="*/ 1954234 h 3476625"/>
              <a:gd name="connsiteX1027" fmla="*/ 10978785 w 11991973"/>
              <a:gd name="connsiteY1027" fmla="*/ 1948052 h 3476625"/>
              <a:gd name="connsiteX1028" fmla="*/ 781326 w 11991973"/>
              <a:gd name="connsiteY1028" fmla="*/ 1035503 h 3476625"/>
              <a:gd name="connsiteX1029" fmla="*/ 785497 w 11991973"/>
              <a:gd name="connsiteY1029" fmla="*/ 1040820 h 3476625"/>
              <a:gd name="connsiteX1030" fmla="*/ 755407 w 11991973"/>
              <a:gd name="connsiteY1030" fmla="*/ 1040820 h 3476625"/>
              <a:gd name="connsiteX1031" fmla="*/ 773273 w 11991973"/>
              <a:gd name="connsiteY1031" fmla="*/ 1035367 h 3476625"/>
              <a:gd name="connsiteX1032" fmla="*/ 781326 w 11991973"/>
              <a:gd name="connsiteY1032" fmla="*/ 1035503 h 3476625"/>
              <a:gd name="connsiteX1033" fmla="*/ 814881 w 11991973"/>
              <a:gd name="connsiteY1033" fmla="*/ 1033911 h 3476625"/>
              <a:gd name="connsiteX1034" fmla="*/ 823109 w 11991973"/>
              <a:gd name="connsiteY1034" fmla="*/ 1043728 h 3476625"/>
              <a:gd name="connsiteX1035" fmla="*/ 802422 w 11991973"/>
              <a:gd name="connsiteY1035" fmla="*/ 1035002 h 3476625"/>
              <a:gd name="connsiteX1036" fmla="*/ 814881 w 11991973"/>
              <a:gd name="connsiteY1036" fmla="*/ 1033911 h 3476625"/>
              <a:gd name="connsiteX1037" fmla="*/ 1489633 w 11991973"/>
              <a:gd name="connsiteY1037" fmla="*/ 1088954 h 3476625"/>
              <a:gd name="connsiteX1038" fmla="*/ 1479436 w 11991973"/>
              <a:gd name="connsiteY1038" fmla="*/ 1096090 h 3476625"/>
              <a:gd name="connsiteX1039" fmla="*/ 1490465 w 11991973"/>
              <a:gd name="connsiteY1039" fmla="*/ 1099318 h 3476625"/>
              <a:gd name="connsiteX1040" fmla="*/ 1502848 w 11991973"/>
              <a:gd name="connsiteY1040" fmla="*/ 1096449 h 3476625"/>
              <a:gd name="connsiteX1041" fmla="*/ 1502558 w 11991973"/>
              <a:gd name="connsiteY1041" fmla="*/ 1095039 h 3476625"/>
              <a:gd name="connsiteX1042" fmla="*/ 1489633 w 11991973"/>
              <a:gd name="connsiteY1042" fmla="*/ 1088954 h 3476625"/>
              <a:gd name="connsiteX1043" fmla="*/ 1078561 w 11991973"/>
              <a:gd name="connsiteY1043" fmla="*/ 1042241 h 3476625"/>
              <a:gd name="connsiteX1044" fmla="*/ 1086391 w 11991973"/>
              <a:gd name="connsiteY1044" fmla="*/ 1043728 h 3476625"/>
              <a:gd name="connsiteX1045" fmla="*/ 1078165 w 11991973"/>
              <a:gd name="connsiteY1045" fmla="*/ 1042639 h 3476625"/>
              <a:gd name="connsiteX1046" fmla="*/ 1473089 w 11991973"/>
              <a:gd name="connsiteY1046" fmla="*/ 1065183 h 3476625"/>
              <a:gd name="connsiteX1047" fmla="*/ 1472679 w 11991973"/>
              <a:gd name="connsiteY1047" fmla="*/ 1065638 h 3476625"/>
              <a:gd name="connsiteX1048" fmla="*/ 1473964 w 11991973"/>
              <a:gd name="connsiteY1048" fmla="*/ 1071466 h 3476625"/>
              <a:gd name="connsiteX1049" fmla="*/ 1476879 w 11991973"/>
              <a:gd name="connsiteY1049" fmla="*/ 1066410 h 3476625"/>
              <a:gd name="connsiteX1050" fmla="*/ 1473089 w 11991973"/>
              <a:gd name="connsiteY1050" fmla="*/ 1065183 h 3476625"/>
              <a:gd name="connsiteX1051" fmla="*/ 11019928 w 11991973"/>
              <a:gd name="connsiteY1051" fmla="*/ 1915127 h 3476625"/>
              <a:gd name="connsiteX1052" fmla="*/ 11011961 w 11991973"/>
              <a:gd name="connsiteY1052" fmla="*/ 1932462 h 3476625"/>
              <a:gd name="connsiteX1053" fmla="*/ 11011194 w 11991973"/>
              <a:gd name="connsiteY1053" fmla="*/ 1937096 h 3476625"/>
              <a:gd name="connsiteX1054" fmla="*/ 11008874 w 11991973"/>
              <a:gd name="connsiteY1054" fmla="*/ 1936779 h 3476625"/>
              <a:gd name="connsiteX1055" fmla="*/ 11010286 w 11991973"/>
              <a:gd name="connsiteY1055" fmla="*/ 1942598 h 3476625"/>
              <a:gd name="connsiteX1056" fmla="*/ 11011194 w 11991973"/>
              <a:gd name="connsiteY1056" fmla="*/ 1937096 h 3476625"/>
              <a:gd name="connsiteX1057" fmla="*/ 11030841 w 11991973"/>
              <a:gd name="connsiteY1057" fmla="*/ 1939773 h 3476625"/>
              <a:gd name="connsiteX1058" fmla="*/ 11032852 w 11991973"/>
              <a:gd name="connsiteY1058" fmla="*/ 1948415 h 3476625"/>
              <a:gd name="connsiteX1059" fmla="*/ 11033558 w 11991973"/>
              <a:gd name="connsiteY1059" fmla="*/ 1940143 h 3476625"/>
              <a:gd name="connsiteX1060" fmla="*/ 11030841 w 11991973"/>
              <a:gd name="connsiteY1060" fmla="*/ 1939773 h 3476625"/>
              <a:gd name="connsiteX1061" fmla="*/ 11028103 w 11991973"/>
              <a:gd name="connsiteY1061" fmla="*/ 1928001 h 3476625"/>
              <a:gd name="connsiteX1062" fmla="*/ 11023773 w 11991973"/>
              <a:gd name="connsiteY1062" fmla="*/ 1917644 h 3476625"/>
              <a:gd name="connsiteX1063" fmla="*/ 11019928 w 11991973"/>
              <a:gd name="connsiteY1063" fmla="*/ 1915127 h 3476625"/>
              <a:gd name="connsiteX1064" fmla="*/ 983752 w 11991973"/>
              <a:gd name="connsiteY1064" fmla="*/ 1015367 h 3476625"/>
              <a:gd name="connsiteX1065" fmla="*/ 966034 w 11991973"/>
              <a:gd name="connsiteY1065" fmla="*/ 1035002 h 3476625"/>
              <a:gd name="connsiteX1066" fmla="*/ 990483 w 11991973"/>
              <a:gd name="connsiteY1066" fmla="*/ 1017548 h 3476625"/>
              <a:gd name="connsiteX1067" fmla="*/ 983752 w 11991973"/>
              <a:gd name="connsiteY1067" fmla="*/ 1015367 h 3476625"/>
              <a:gd name="connsiteX1068" fmla="*/ 11208924 w 11991973"/>
              <a:gd name="connsiteY1068" fmla="*/ 1925871 h 3476625"/>
              <a:gd name="connsiteX1069" fmla="*/ 11226453 w 11991973"/>
              <a:gd name="connsiteY1069" fmla="*/ 1928320 h 3476625"/>
              <a:gd name="connsiteX1070" fmla="*/ 11218092 w 11991973"/>
              <a:gd name="connsiteY1070" fmla="*/ 1928325 h 3476625"/>
              <a:gd name="connsiteX1071" fmla="*/ 11208091 w 11991973"/>
              <a:gd name="connsiteY1071" fmla="*/ 1928982 h 3476625"/>
              <a:gd name="connsiteX1072" fmla="*/ 11236795 w 11991973"/>
              <a:gd name="connsiteY1072" fmla="*/ 1928314 h 3476625"/>
              <a:gd name="connsiteX1073" fmla="*/ 11245360 w 11991973"/>
              <a:gd name="connsiteY1073" fmla="*/ 1930961 h 3476625"/>
              <a:gd name="connsiteX1074" fmla="*/ 11226453 w 11991973"/>
              <a:gd name="connsiteY1074" fmla="*/ 1928320 h 3476625"/>
              <a:gd name="connsiteX1075" fmla="*/ 1041258 w 11991973"/>
              <a:gd name="connsiteY1075" fmla="*/ 1011731 h 3476625"/>
              <a:gd name="connsiteX1076" fmla="*/ 1042423 w 11991973"/>
              <a:gd name="connsiteY1076" fmla="*/ 1015979 h 3476625"/>
              <a:gd name="connsiteX1077" fmla="*/ 1038622 w 11991973"/>
              <a:gd name="connsiteY1077" fmla="*/ 1017937 h 3476625"/>
              <a:gd name="connsiteX1078" fmla="*/ 1421568 w 11991973"/>
              <a:gd name="connsiteY1078" fmla="*/ 1044939 h 3476625"/>
              <a:gd name="connsiteX1079" fmla="*/ 1421958 w 11991973"/>
              <a:gd name="connsiteY1079" fmla="*/ 1045130 h 3476625"/>
              <a:gd name="connsiteX1080" fmla="*/ 1420893 w 11991973"/>
              <a:gd name="connsiteY1080" fmla="*/ 1045232 h 3476625"/>
              <a:gd name="connsiteX1081" fmla="*/ 1477086 w 11991973"/>
              <a:gd name="connsiteY1081" fmla="*/ 1039002 h 3476625"/>
              <a:gd name="connsiteX1082" fmla="*/ 1479068 w 11991973"/>
              <a:gd name="connsiteY1082" fmla="*/ 1041618 h 3476625"/>
              <a:gd name="connsiteX1083" fmla="*/ 1471993 w 11991973"/>
              <a:gd name="connsiteY1083" fmla="*/ 1041228 h 3476625"/>
              <a:gd name="connsiteX1084" fmla="*/ 1152212 w 11991973"/>
              <a:gd name="connsiteY1084" fmla="*/ 988459 h 3476625"/>
              <a:gd name="connsiteX1085" fmla="*/ 1152212 w 11991973"/>
              <a:gd name="connsiteY1085" fmla="*/ 988459 h 3476625"/>
              <a:gd name="connsiteX1086" fmla="*/ 1007643 w 11991973"/>
              <a:gd name="connsiteY1086" fmla="*/ 973914 h 3476625"/>
              <a:gd name="connsiteX1087" fmla="*/ 1005527 w 11991973"/>
              <a:gd name="connsiteY1087" fmla="*/ 1000095 h 3476625"/>
              <a:gd name="connsiteX1088" fmla="*/ 1007643 w 11991973"/>
              <a:gd name="connsiteY1088" fmla="*/ 973914 h 3476625"/>
              <a:gd name="connsiteX1089" fmla="*/ 1050102 w 11991973"/>
              <a:gd name="connsiteY1089" fmla="*/ 976141 h 3476625"/>
              <a:gd name="connsiteX1090" fmla="*/ 1045019 w 11991973"/>
              <a:gd name="connsiteY1090" fmla="*/ 982641 h 3476625"/>
              <a:gd name="connsiteX1091" fmla="*/ 1065705 w 11991973"/>
              <a:gd name="connsiteY1091" fmla="*/ 985550 h 3476625"/>
              <a:gd name="connsiteX1092" fmla="*/ 1050102 w 11991973"/>
              <a:gd name="connsiteY1092" fmla="*/ 976141 h 3476625"/>
              <a:gd name="connsiteX1093" fmla="*/ 1229121 w 11991973"/>
              <a:gd name="connsiteY1093" fmla="*/ 991527 h 3476625"/>
              <a:gd name="connsiteX1094" fmla="*/ 1219914 w 11991973"/>
              <a:gd name="connsiteY1094" fmla="*/ 999004 h 3476625"/>
              <a:gd name="connsiteX1095" fmla="*/ 1210522 w 11991973"/>
              <a:gd name="connsiteY1095" fmla="*/ 991374 h 3476625"/>
              <a:gd name="connsiteX1096" fmla="*/ 1210747 w 11991973"/>
              <a:gd name="connsiteY1096" fmla="*/ 991368 h 3476625"/>
              <a:gd name="connsiteX1097" fmla="*/ 1028094 w 11991973"/>
              <a:gd name="connsiteY1097" fmla="*/ 968096 h 3476625"/>
              <a:gd name="connsiteX1098" fmla="*/ 1028094 w 11991973"/>
              <a:gd name="connsiteY1098" fmla="*/ 968096 h 3476625"/>
              <a:gd name="connsiteX1099" fmla="*/ 1187181 w 11991973"/>
              <a:gd name="connsiteY1099" fmla="*/ 972005 h 3476625"/>
              <a:gd name="connsiteX1100" fmla="*/ 1189824 w 11991973"/>
              <a:gd name="connsiteY1100" fmla="*/ 982641 h 3476625"/>
              <a:gd name="connsiteX1101" fmla="*/ 1187181 w 11991973"/>
              <a:gd name="connsiteY1101" fmla="*/ 972005 h 3476625"/>
              <a:gd name="connsiteX1102" fmla="*/ 1291376 w 11991973"/>
              <a:gd name="connsiteY1102" fmla="*/ 973914 h 3476625"/>
              <a:gd name="connsiteX1103" fmla="*/ 1280093 w 11991973"/>
              <a:gd name="connsiteY1103" fmla="*/ 988459 h 3476625"/>
              <a:gd name="connsiteX1104" fmla="*/ 1291376 w 11991973"/>
              <a:gd name="connsiteY1104" fmla="*/ 973914 h 3476625"/>
              <a:gd name="connsiteX1105" fmla="*/ 1724619 w 11991973"/>
              <a:gd name="connsiteY1105" fmla="*/ 1012185 h 3476625"/>
              <a:gd name="connsiteX1106" fmla="*/ 1701346 w 11991973"/>
              <a:gd name="connsiteY1106" fmla="*/ 1014640 h 3476625"/>
              <a:gd name="connsiteX1107" fmla="*/ 1727675 w 11991973"/>
              <a:gd name="connsiteY1107" fmla="*/ 1014640 h 3476625"/>
              <a:gd name="connsiteX1108" fmla="*/ 1724619 w 11991973"/>
              <a:gd name="connsiteY1108" fmla="*/ 1012185 h 3476625"/>
              <a:gd name="connsiteX1109" fmla="*/ 1798492 w 11991973"/>
              <a:gd name="connsiteY1109" fmla="*/ 1001594 h 3476625"/>
              <a:gd name="connsiteX1110" fmla="*/ 1791615 w 11991973"/>
              <a:gd name="connsiteY1110" fmla="*/ 1017548 h 3476625"/>
              <a:gd name="connsiteX1111" fmla="*/ 1798492 w 11991973"/>
              <a:gd name="connsiteY1111" fmla="*/ 1001594 h 3476625"/>
              <a:gd name="connsiteX1112" fmla="*/ 1775776 w 11991973"/>
              <a:gd name="connsiteY1112" fmla="*/ 994822 h 3476625"/>
              <a:gd name="connsiteX1113" fmla="*/ 1769047 w 11991973"/>
              <a:gd name="connsiteY1113" fmla="*/ 1000095 h 3476625"/>
              <a:gd name="connsiteX1114" fmla="*/ 1793496 w 11991973"/>
              <a:gd name="connsiteY1114" fmla="*/ 1003004 h 3476625"/>
              <a:gd name="connsiteX1115" fmla="*/ 1775776 w 11991973"/>
              <a:gd name="connsiteY1115" fmla="*/ 994822 h 3476625"/>
              <a:gd name="connsiteX1116" fmla="*/ 1725794 w 11991973"/>
              <a:gd name="connsiteY1116" fmla="*/ 982641 h 3476625"/>
              <a:gd name="connsiteX1117" fmla="*/ 1720151 w 11991973"/>
              <a:gd name="connsiteY1117" fmla="*/ 1000095 h 3476625"/>
              <a:gd name="connsiteX1118" fmla="*/ 1725794 w 11991973"/>
              <a:gd name="connsiteY1118" fmla="*/ 982641 h 3476625"/>
              <a:gd name="connsiteX1119" fmla="*/ 1282914 w 11991973"/>
              <a:gd name="connsiteY1119" fmla="*/ 934280 h 3476625"/>
              <a:gd name="connsiteX1120" fmla="*/ 1251884 w 11991973"/>
              <a:gd name="connsiteY1120" fmla="*/ 950643 h 3476625"/>
              <a:gd name="connsiteX1121" fmla="*/ 1282914 w 11991973"/>
              <a:gd name="connsiteY1121" fmla="*/ 934280 h 3476625"/>
              <a:gd name="connsiteX1122" fmla="*/ 1332750 w 11991973"/>
              <a:gd name="connsiteY1122" fmla="*/ 933188 h 3476625"/>
              <a:gd name="connsiteX1123" fmla="*/ 1332751 w 11991973"/>
              <a:gd name="connsiteY1123" fmla="*/ 959369 h 3476625"/>
              <a:gd name="connsiteX1124" fmla="*/ 1332750 w 11991973"/>
              <a:gd name="connsiteY1124" fmla="*/ 933188 h 3476625"/>
              <a:gd name="connsiteX1125" fmla="*/ 1714012 w 11991973"/>
              <a:gd name="connsiteY1125" fmla="*/ 966231 h 3476625"/>
              <a:gd name="connsiteX1126" fmla="*/ 1712277 w 11991973"/>
              <a:gd name="connsiteY1126" fmla="*/ 966414 h 3476625"/>
              <a:gd name="connsiteX1127" fmla="*/ 1714393 w 11991973"/>
              <a:gd name="connsiteY1127" fmla="*/ 972141 h 3476625"/>
              <a:gd name="connsiteX1128" fmla="*/ 1715891 w 11991973"/>
              <a:gd name="connsiteY1128" fmla="*/ 971047 h 3476625"/>
              <a:gd name="connsiteX1129" fmla="*/ 1216153 w 11991973"/>
              <a:gd name="connsiteY1129" fmla="*/ 921553 h 3476625"/>
              <a:gd name="connsiteX1130" fmla="*/ 1198286 w 11991973"/>
              <a:gd name="connsiteY1130" fmla="*/ 920098 h 3476625"/>
              <a:gd name="connsiteX1131" fmla="*/ 1180423 w 11991973"/>
              <a:gd name="connsiteY1131" fmla="*/ 927370 h 3476625"/>
              <a:gd name="connsiteX1132" fmla="*/ 1216153 w 11991973"/>
              <a:gd name="connsiteY1132" fmla="*/ 921553 h 3476625"/>
              <a:gd name="connsiteX1133" fmla="*/ 1767166 w 11991973"/>
              <a:gd name="connsiteY1133" fmla="*/ 968096 h 3476625"/>
              <a:gd name="connsiteX1134" fmla="*/ 1767166 w 11991973"/>
              <a:gd name="connsiteY1134" fmla="*/ 968096 h 3476625"/>
              <a:gd name="connsiteX1135" fmla="*/ 1823585 w 11991973"/>
              <a:gd name="connsiteY1135" fmla="*/ 953551 h 3476625"/>
              <a:gd name="connsiteX1136" fmla="*/ 1802898 w 11991973"/>
              <a:gd name="connsiteY1136" fmla="*/ 956460 h 3476625"/>
              <a:gd name="connsiteX1137" fmla="*/ 1823585 w 11991973"/>
              <a:gd name="connsiteY1137" fmla="*/ 953551 h 3476625"/>
              <a:gd name="connsiteX1138" fmla="*/ 2028246 w 11991973"/>
              <a:gd name="connsiteY1138" fmla="*/ 966960 h 3476625"/>
              <a:gd name="connsiteX1139" fmla="*/ 2041733 w 11991973"/>
              <a:gd name="connsiteY1139" fmla="*/ 973914 h 3476625"/>
              <a:gd name="connsiteX1140" fmla="*/ 2028246 w 11991973"/>
              <a:gd name="connsiteY1140" fmla="*/ 966960 h 3476625"/>
              <a:gd name="connsiteX1141" fmla="*/ 1885644 w 11991973"/>
              <a:gd name="connsiteY1141" fmla="*/ 941915 h 3476625"/>
              <a:gd name="connsiteX1142" fmla="*/ 1875301 w 11991973"/>
              <a:gd name="connsiteY1142" fmla="*/ 941189 h 3476625"/>
              <a:gd name="connsiteX1143" fmla="*/ 1864958 w 11991973"/>
              <a:gd name="connsiteY1143" fmla="*/ 944824 h 3476625"/>
              <a:gd name="connsiteX1144" fmla="*/ 1885644 w 11991973"/>
              <a:gd name="connsiteY1144" fmla="*/ 941915 h 3476625"/>
              <a:gd name="connsiteX1145" fmla="*/ 1994543 w 11991973"/>
              <a:gd name="connsiteY1145" fmla="*/ 951234 h 3476625"/>
              <a:gd name="connsiteX1146" fmla="*/ 1983435 w 11991973"/>
              <a:gd name="connsiteY1146" fmla="*/ 962278 h 3476625"/>
              <a:gd name="connsiteX1147" fmla="*/ 1994543 w 11991973"/>
              <a:gd name="connsiteY1147" fmla="*/ 951234 h 3476625"/>
              <a:gd name="connsiteX1148" fmla="*/ 1939521 w 11991973"/>
              <a:gd name="connsiteY1148" fmla="*/ 943536 h 3476625"/>
              <a:gd name="connsiteX1149" fmla="*/ 1939241 w 11991973"/>
              <a:gd name="connsiteY1149" fmla="*/ 944006 h 3476625"/>
              <a:gd name="connsiteX1150" fmla="*/ 1939224 w 11991973"/>
              <a:gd name="connsiteY1150" fmla="*/ 944750 h 3476625"/>
              <a:gd name="connsiteX1151" fmla="*/ 1938301 w 11991973"/>
              <a:gd name="connsiteY1151" fmla="*/ 944824 h 3476625"/>
              <a:gd name="connsiteX1152" fmla="*/ 1972057 w 11991973"/>
              <a:gd name="connsiteY1152" fmla="*/ 935160 h 3476625"/>
              <a:gd name="connsiteX1153" fmla="*/ 1949144 w 11991973"/>
              <a:gd name="connsiteY1153" fmla="*/ 933371 h 3476625"/>
              <a:gd name="connsiteX1154" fmla="*/ 1939521 w 11991973"/>
              <a:gd name="connsiteY1154" fmla="*/ 943536 h 3476625"/>
              <a:gd name="connsiteX1155" fmla="*/ 1943942 w 11991973"/>
              <a:gd name="connsiteY1155" fmla="*/ 936098 h 3476625"/>
              <a:gd name="connsiteX1156" fmla="*/ 1810421 w 11991973"/>
              <a:gd name="connsiteY1156" fmla="*/ 1000095 h 3476625"/>
              <a:gd name="connsiteX1157" fmla="*/ 1930779 w 11991973"/>
              <a:gd name="connsiteY1157" fmla="*/ 971005 h 3476625"/>
              <a:gd name="connsiteX1158" fmla="*/ 1938771 w 11991973"/>
              <a:gd name="connsiteY1158" fmla="*/ 964460 h 3476625"/>
              <a:gd name="connsiteX1159" fmla="*/ 1939224 w 11991973"/>
              <a:gd name="connsiteY1159" fmla="*/ 944750 h 3476625"/>
              <a:gd name="connsiteX1160" fmla="*/ 1961981 w 11991973"/>
              <a:gd name="connsiteY1160" fmla="*/ 942915 h 3476625"/>
              <a:gd name="connsiteX1161" fmla="*/ 1972057 w 11991973"/>
              <a:gd name="connsiteY1161" fmla="*/ 935160 h 3476625"/>
              <a:gd name="connsiteX1162" fmla="*/ 2002654 w 11991973"/>
              <a:gd name="connsiteY1162" fmla="*/ 923007 h 3476625"/>
              <a:gd name="connsiteX1163" fmla="*/ 1977794 w 11991973"/>
              <a:gd name="connsiteY1163" fmla="*/ 936098 h 3476625"/>
              <a:gd name="connsiteX1164" fmla="*/ 2002654 w 11991973"/>
              <a:gd name="connsiteY1164" fmla="*/ 923007 h 3476625"/>
              <a:gd name="connsiteX1165" fmla="*/ 2106497 w 11991973"/>
              <a:gd name="connsiteY1165" fmla="*/ 924734 h 3476625"/>
              <a:gd name="connsiteX1166" fmla="*/ 2022927 w 11991973"/>
              <a:gd name="connsiteY1166" fmla="*/ 941915 h 3476625"/>
              <a:gd name="connsiteX1167" fmla="*/ 2126362 w 11991973"/>
              <a:gd name="connsiteY1167" fmla="*/ 927370 h 3476625"/>
              <a:gd name="connsiteX1168" fmla="*/ 2106497 w 11991973"/>
              <a:gd name="connsiteY1168" fmla="*/ 924734 h 3476625"/>
              <a:gd name="connsiteX1169" fmla="*/ 2111315 w 11991973"/>
              <a:gd name="connsiteY1169" fmla="*/ 915734 h 3476625"/>
              <a:gd name="connsiteX1170" fmla="*/ 2111315 w 11991973"/>
              <a:gd name="connsiteY1170" fmla="*/ 915734 h 3476625"/>
              <a:gd name="connsiteX1171" fmla="*/ 9707034 w 11991973"/>
              <a:gd name="connsiteY1171" fmla="*/ 1546979 h 3476625"/>
              <a:gd name="connsiteX1172" fmla="*/ 9697631 w 11991973"/>
              <a:gd name="connsiteY1172" fmla="*/ 1552796 h 3476625"/>
              <a:gd name="connsiteX1173" fmla="*/ 9707034 w 11991973"/>
              <a:gd name="connsiteY1173" fmla="*/ 1546979 h 3476625"/>
              <a:gd name="connsiteX1174" fmla="*/ 9891332 w 11991973"/>
              <a:gd name="connsiteY1174" fmla="*/ 1543706 h 3476625"/>
              <a:gd name="connsiteX1175" fmla="*/ 9840555 w 11991973"/>
              <a:gd name="connsiteY1175" fmla="*/ 1573160 h 3476625"/>
              <a:gd name="connsiteX1176" fmla="*/ 9891332 w 11991973"/>
              <a:gd name="connsiteY1176" fmla="*/ 1543706 h 3476625"/>
              <a:gd name="connsiteX1177" fmla="*/ 2079788 w 11991973"/>
              <a:gd name="connsiteY1177" fmla="*/ 847375 h 3476625"/>
              <a:gd name="connsiteX1178" fmla="*/ 2056778 w 11991973"/>
              <a:gd name="connsiteY1178" fmla="*/ 860464 h 3476625"/>
              <a:gd name="connsiteX1179" fmla="*/ 2084989 w 11991973"/>
              <a:gd name="connsiteY1179" fmla="*/ 851737 h 3476625"/>
              <a:gd name="connsiteX1180" fmla="*/ 2079788 w 11991973"/>
              <a:gd name="connsiteY1180" fmla="*/ 847375 h 3476625"/>
              <a:gd name="connsiteX1181" fmla="*/ 10310705 w 11991973"/>
              <a:gd name="connsiteY1181" fmla="*/ 1578977 h 3476625"/>
              <a:gd name="connsiteX1182" fmla="*/ 10311747 w 11991973"/>
              <a:gd name="connsiteY1182" fmla="*/ 1582447 h 3476625"/>
              <a:gd name="connsiteX1183" fmla="*/ 10309499 w 11991973"/>
              <a:gd name="connsiteY1183" fmla="*/ 1582386 h 3476625"/>
              <a:gd name="connsiteX1184" fmla="*/ 10308314 w 11991973"/>
              <a:gd name="connsiteY1184" fmla="*/ 1581373 h 3476625"/>
              <a:gd name="connsiteX1185" fmla="*/ 10352460 w 11991973"/>
              <a:gd name="connsiteY1185" fmla="*/ 1580841 h 3476625"/>
              <a:gd name="connsiteX1186" fmla="*/ 10369004 w 11991973"/>
              <a:gd name="connsiteY1186" fmla="*/ 1587704 h 3476625"/>
              <a:gd name="connsiteX1187" fmla="*/ 10316641 w 11991973"/>
              <a:gd name="connsiteY1187" fmla="*/ 1598748 h 3476625"/>
              <a:gd name="connsiteX1188" fmla="*/ 10311747 w 11991973"/>
              <a:gd name="connsiteY1188" fmla="*/ 1582447 h 3476625"/>
              <a:gd name="connsiteX1189" fmla="*/ 10331155 w 11991973"/>
              <a:gd name="connsiteY1189" fmla="*/ 1582977 h 3476625"/>
              <a:gd name="connsiteX1190" fmla="*/ 10352460 w 11991973"/>
              <a:gd name="connsiteY1190" fmla="*/ 1580841 h 3476625"/>
              <a:gd name="connsiteX1191" fmla="*/ 9739004 w 11991973"/>
              <a:gd name="connsiteY1191" fmla="*/ 1517889 h 3476625"/>
              <a:gd name="connsiteX1192" fmla="*/ 9712676 w 11991973"/>
              <a:gd name="connsiteY1192" fmla="*/ 1535343 h 3476625"/>
              <a:gd name="connsiteX1193" fmla="*/ 9739004 w 11991973"/>
              <a:gd name="connsiteY1193" fmla="*/ 1517889 h 3476625"/>
              <a:gd name="connsiteX1194" fmla="*/ 10364950 w 11991973"/>
              <a:gd name="connsiteY1194" fmla="*/ 1566712 h 3476625"/>
              <a:gd name="connsiteX1195" fmla="*/ 10365007 w 11991973"/>
              <a:gd name="connsiteY1195" fmla="*/ 1566979 h 3476625"/>
              <a:gd name="connsiteX1196" fmla="*/ 10353163 w 11991973"/>
              <a:gd name="connsiteY1196" fmla="*/ 1572478 h 3476625"/>
              <a:gd name="connsiteX1197" fmla="*/ 10347212 w 11991973"/>
              <a:gd name="connsiteY1197" fmla="*/ 1567290 h 3476625"/>
              <a:gd name="connsiteX1198" fmla="*/ 10350902 w 11991973"/>
              <a:gd name="connsiteY1198" fmla="*/ 1567341 h 3476625"/>
              <a:gd name="connsiteX1199" fmla="*/ 10344059 w 11991973"/>
              <a:gd name="connsiteY1199" fmla="*/ 1561263 h 3476625"/>
              <a:gd name="connsiteX1200" fmla="*/ 10341053 w 11991973"/>
              <a:gd name="connsiteY1200" fmla="*/ 1561917 h 3476625"/>
              <a:gd name="connsiteX1201" fmla="*/ 10340744 w 11991973"/>
              <a:gd name="connsiteY1201" fmla="*/ 1561650 h 3476625"/>
              <a:gd name="connsiteX1202" fmla="*/ 10342587 w 11991973"/>
              <a:gd name="connsiteY1202" fmla="*/ 1561433 h 3476625"/>
              <a:gd name="connsiteX1203" fmla="*/ 10344059 w 11991973"/>
              <a:gd name="connsiteY1203" fmla="*/ 1561263 h 3476625"/>
              <a:gd name="connsiteX1204" fmla="*/ 10339830 w 11991973"/>
              <a:gd name="connsiteY1204" fmla="*/ 1560851 h 3476625"/>
              <a:gd name="connsiteX1205" fmla="*/ 10340744 w 11991973"/>
              <a:gd name="connsiteY1205" fmla="*/ 1561650 h 3476625"/>
              <a:gd name="connsiteX1206" fmla="*/ 10335884 w 11991973"/>
              <a:gd name="connsiteY1206" fmla="*/ 1562221 h 3476625"/>
              <a:gd name="connsiteX1207" fmla="*/ 1830789 w 11991973"/>
              <a:gd name="connsiteY1207" fmla="*/ 800135 h 3476625"/>
              <a:gd name="connsiteX1208" fmla="*/ 1829197 w 11991973"/>
              <a:gd name="connsiteY1208" fmla="*/ 800695 h 3476625"/>
              <a:gd name="connsiteX1209" fmla="*/ 1819823 w 11991973"/>
              <a:gd name="connsiteY1209" fmla="*/ 805194 h 3476625"/>
              <a:gd name="connsiteX1210" fmla="*/ 1825847 w 11991973"/>
              <a:gd name="connsiteY1210" fmla="*/ 800604 h 3476625"/>
              <a:gd name="connsiteX1211" fmla="*/ 10366182 w 11991973"/>
              <a:gd name="connsiteY1211" fmla="*/ 1551706 h 3476625"/>
              <a:gd name="connsiteX1212" fmla="*/ 10402854 w 11991973"/>
              <a:gd name="connsiteY1212" fmla="*/ 1558615 h 3476625"/>
              <a:gd name="connsiteX1213" fmla="*/ 10387369 w 11991973"/>
              <a:gd name="connsiteY1213" fmla="*/ 1565705 h 3476625"/>
              <a:gd name="connsiteX1214" fmla="*/ 10364950 w 11991973"/>
              <a:gd name="connsiteY1214" fmla="*/ 1566712 h 3476625"/>
              <a:gd name="connsiteX1215" fmla="*/ 10362076 w 11991973"/>
              <a:gd name="connsiteY1215" fmla="*/ 1553132 h 3476625"/>
              <a:gd name="connsiteX1216" fmla="*/ 10120765 w 11991973"/>
              <a:gd name="connsiteY1216" fmla="*/ 1529525 h 3476625"/>
              <a:gd name="connsiteX1217" fmla="*/ 10110186 w 11991973"/>
              <a:gd name="connsiteY1217" fmla="*/ 1529162 h 3476625"/>
              <a:gd name="connsiteX1218" fmla="*/ 10103836 w 11991973"/>
              <a:gd name="connsiteY1218" fmla="*/ 1535343 h 3476625"/>
              <a:gd name="connsiteX1219" fmla="*/ 10120765 w 11991973"/>
              <a:gd name="connsiteY1219" fmla="*/ 1529525 h 3476625"/>
              <a:gd name="connsiteX1220" fmla="*/ 1911239 w 11991973"/>
              <a:gd name="connsiteY1220" fmla="*/ 787423 h 3476625"/>
              <a:gd name="connsiteX1221" fmla="*/ 1916126 w 11991973"/>
              <a:gd name="connsiteY1221" fmla="*/ 790680 h 3476625"/>
              <a:gd name="connsiteX1222" fmla="*/ 1908346 w 11991973"/>
              <a:gd name="connsiteY1222" fmla="*/ 795422 h 3476625"/>
              <a:gd name="connsiteX1223" fmla="*/ 1907143 w 11991973"/>
              <a:gd name="connsiteY1223" fmla="*/ 796441 h 3476625"/>
              <a:gd name="connsiteX1224" fmla="*/ 1898807 w 11991973"/>
              <a:gd name="connsiteY1224" fmla="*/ 793559 h 3476625"/>
              <a:gd name="connsiteX1225" fmla="*/ 1911239 w 11991973"/>
              <a:gd name="connsiteY1225" fmla="*/ 787423 h 3476625"/>
              <a:gd name="connsiteX1226" fmla="*/ 10353959 w 11991973"/>
              <a:gd name="connsiteY1226" fmla="*/ 1529525 h 3476625"/>
              <a:gd name="connsiteX1227" fmla="*/ 10359571 w 11991973"/>
              <a:gd name="connsiteY1227" fmla="*/ 1541297 h 3476625"/>
              <a:gd name="connsiteX1228" fmla="*/ 10362076 w 11991973"/>
              <a:gd name="connsiteY1228" fmla="*/ 1553132 h 3476625"/>
              <a:gd name="connsiteX1229" fmla="*/ 10339830 w 11991973"/>
              <a:gd name="connsiteY1229" fmla="*/ 1560851 h 3476625"/>
              <a:gd name="connsiteX1230" fmla="*/ 10335420 w 11991973"/>
              <a:gd name="connsiteY1230" fmla="*/ 1557007 h 3476625"/>
              <a:gd name="connsiteX1231" fmla="*/ 10324689 w 11991973"/>
              <a:gd name="connsiteY1231" fmla="*/ 1544459 h 3476625"/>
              <a:gd name="connsiteX1232" fmla="*/ 2004122 w 11991973"/>
              <a:gd name="connsiteY1232" fmla="*/ 779014 h 3476625"/>
              <a:gd name="connsiteX1233" fmla="*/ 2011200 w 11991973"/>
              <a:gd name="connsiteY1233" fmla="*/ 782454 h 3476625"/>
              <a:gd name="connsiteX1234" fmla="*/ 2012860 w 11991973"/>
              <a:gd name="connsiteY1234" fmla="*/ 781806 h 3476625"/>
              <a:gd name="connsiteX1235" fmla="*/ 1975120 w 11991973"/>
              <a:gd name="connsiteY1235" fmla="*/ 773741 h 3476625"/>
              <a:gd name="connsiteX1236" fmla="*/ 1992838 w 11991973"/>
              <a:gd name="connsiteY1236" fmla="*/ 781922 h 3476625"/>
              <a:gd name="connsiteX1237" fmla="*/ 1975120 w 11991973"/>
              <a:gd name="connsiteY1237" fmla="*/ 773741 h 3476625"/>
              <a:gd name="connsiteX1238" fmla="*/ 1961258 w 11991973"/>
              <a:gd name="connsiteY1238" fmla="*/ 770534 h 3476625"/>
              <a:gd name="connsiteX1239" fmla="*/ 1943286 w 11991973"/>
              <a:gd name="connsiteY1239" fmla="*/ 775954 h 3476625"/>
              <a:gd name="connsiteX1240" fmla="*/ 1944854 w 11991973"/>
              <a:gd name="connsiteY1240" fmla="*/ 771105 h 3476625"/>
              <a:gd name="connsiteX1241" fmla="*/ 2077465 w 11991973"/>
              <a:gd name="connsiteY1241" fmla="*/ 741198 h 3476625"/>
              <a:gd name="connsiteX1242" fmla="*/ 2086986 w 11991973"/>
              <a:gd name="connsiteY1242" fmla="*/ 752652 h 3476625"/>
              <a:gd name="connsiteX1243" fmla="*/ 2087655 w 11991973"/>
              <a:gd name="connsiteY1243" fmla="*/ 752632 h 3476625"/>
              <a:gd name="connsiteX1244" fmla="*/ 2105475 w 11991973"/>
              <a:gd name="connsiteY1244" fmla="*/ 745680 h 3476625"/>
              <a:gd name="connsiteX1245" fmla="*/ 10231955 w 11991973"/>
              <a:gd name="connsiteY1245" fmla="*/ 1454483 h 3476625"/>
              <a:gd name="connsiteX1246" fmla="*/ 10229839 w 11991973"/>
              <a:gd name="connsiteY1246" fmla="*/ 1465528 h 3476625"/>
              <a:gd name="connsiteX1247" fmla="*/ 10231955 w 11991973"/>
              <a:gd name="connsiteY1247" fmla="*/ 1454483 h 3476625"/>
              <a:gd name="connsiteX1248" fmla="*/ 10222317 w 11991973"/>
              <a:gd name="connsiteY1248" fmla="*/ 1427712 h 3476625"/>
              <a:gd name="connsiteX1249" fmla="*/ 10222870 w 11991973"/>
              <a:gd name="connsiteY1249" fmla="*/ 1428200 h 3476625"/>
              <a:gd name="connsiteX1250" fmla="*/ 10222719 w 11991973"/>
              <a:gd name="connsiteY1250" fmla="*/ 1428244 h 3476625"/>
              <a:gd name="connsiteX1251" fmla="*/ 10237191 w 11991973"/>
              <a:gd name="connsiteY1251" fmla="*/ 1424063 h 3476625"/>
              <a:gd name="connsiteX1252" fmla="*/ 10232189 w 11991973"/>
              <a:gd name="connsiteY1252" fmla="*/ 1436439 h 3476625"/>
              <a:gd name="connsiteX1253" fmla="*/ 10222870 w 11991973"/>
              <a:gd name="connsiteY1253" fmla="*/ 1428200 h 3476625"/>
              <a:gd name="connsiteX1254" fmla="*/ 10237032 w 11991973"/>
              <a:gd name="connsiteY1254" fmla="*/ 1424098 h 3476625"/>
              <a:gd name="connsiteX1255" fmla="*/ 10141065 w 11991973"/>
              <a:gd name="connsiteY1255" fmla="*/ 1415258 h 3476625"/>
              <a:gd name="connsiteX1256" fmla="*/ 10145786 w 11991973"/>
              <a:gd name="connsiteY1256" fmla="*/ 1416556 h 3476625"/>
              <a:gd name="connsiteX1257" fmla="*/ 10146079 w 11991973"/>
              <a:gd name="connsiteY1257" fmla="*/ 1417951 h 3476625"/>
              <a:gd name="connsiteX1258" fmla="*/ 10143432 w 11991973"/>
              <a:gd name="connsiteY1258" fmla="*/ 1423104 h 3476625"/>
              <a:gd name="connsiteX1259" fmla="*/ 10135765 w 11991973"/>
              <a:gd name="connsiteY1259" fmla="*/ 1425927 h 3476625"/>
              <a:gd name="connsiteX1260" fmla="*/ 10132988 w 11991973"/>
              <a:gd name="connsiteY1260" fmla="*/ 1418258 h 3476625"/>
              <a:gd name="connsiteX1261" fmla="*/ 10139793 w 11991973"/>
              <a:gd name="connsiteY1261" fmla="*/ 1415447 h 3476625"/>
              <a:gd name="connsiteX1262" fmla="*/ 10239242 w 11991973"/>
              <a:gd name="connsiteY1262" fmla="*/ 1418985 h 3476625"/>
              <a:gd name="connsiteX1263" fmla="*/ 10242857 w 11991973"/>
              <a:gd name="connsiteY1263" fmla="*/ 1422798 h 3476625"/>
              <a:gd name="connsiteX1264" fmla="*/ 10237191 w 11991973"/>
              <a:gd name="connsiteY1264" fmla="*/ 1424063 h 3476625"/>
              <a:gd name="connsiteX1265" fmla="*/ 10259929 w 11991973"/>
              <a:gd name="connsiteY1265" fmla="*/ 1418985 h 3476625"/>
              <a:gd name="connsiteX1266" fmla="*/ 10249586 w 11991973"/>
              <a:gd name="connsiteY1266" fmla="*/ 1429894 h 3476625"/>
              <a:gd name="connsiteX1267" fmla="*/ 10242857 w 11991973"/>
              <a:gd name="connsiteY1267" fmla="*/ 1422798 h 3476625"/>
              <a:gd name="connsiteX1268" fmla="*/ 10188936 w 11991973"/>
              <a:gd name="connsiteY1268" fmla="*/ 1403759 h 3476625"/>
              <a:gd name="connsiteX1269" fmla="*/ 10201630 w 11991973"/>
              <a:gd name="connsiteY1269" fmla="*/ 1413167 h 3476625"/>
              <a:gd name="connsiteX1270" fmla="*/ 10188936 w 11991973"/>
              <a:gd name="connsiteY1270" fmla="*/ 1403759 h 3476625"/>
              <a:gd name="connsiteX1271" fmla="*/ 10205391 w 11991973"/>
              <a:gd name="connsiteY1271" fmla="*/ 1392804 h 3476625"/>
              <a:gd name="connsiteX1272" fmla="*/ 10209152 w 11991973"/>
              <a:gd name="connsiteY1272" fmla="*/ 1416076 h 3476625"/>
              <a:gd name="connsiteX1273" fmla="*/ 10205391 w 11991973"/>
              <a:gd name="connsiteY1273" fmla="*/ 1392804 h 3476625"/>
              <a:gd name="connsiteX1274" fmla="*/ 10577749 w 11991973"/>
              <a:gd name="connsiteY1274" fmla="*/ 1389895 h 3476625"/>
              <a:gd name="connsiteX1275" fmla="*/ 10500644 w 11991973"/>
              <a:gd name="connsiteY1275" fmla="*/ 1407349 h 3476625"/>
              <a:gd name="connsiteX1276" fmla="*/ 10362186 w 11991973"/>
              <a:gd name="connsiteY1276" fmla="*/ 1442620 h 3476625"/>
              <a:gd name="connsiteX1277" fmla="*/ 10331135 w 11991973"/>
              <a:gd name="connsiteY1277" fmla="*/ 1445968 h 3476625"/>
              <a:gd name="connsiteX1278" fmla="*/ 10357745 w 11991973"/>
              <a:gd name="connsiteY1278" fmla="*/ 1434910 h 3476625"/>
              <a:gd name="connsiteX1279" fmla="*/ 10479508 w 11991973"/>
              <a:gd name="connsiteY1279" fmla="*/ 1402943 h 3476625"/>
              <a:gd name="connsiteX1280" fmla="*/ 10497324 w 11991973"/>
              <a:gd name="connsiteY1280" fmla="*/ 1401167 h 3476625"/>
              <a:gd name="connsiteX1281" fmla="*/ 10577749 w 11991973"/>
              <a:gd name="connsiteY1281" fmla="*/ 1389895 h 3476625"/>
              <a:gd name="connsiteX1282" fmla="*/ 10651092 w 11991973"/>
              <a:gd name="connsiteY1282" fmla="*/ 1381169 h 3476625"/>
              <a:gd name="connsiteX1283" fmla="*/ 10575869 w 11991973"/>
              <a:gd name="connsiteY1283" fmla="*/ 1398621 h 3476625"/>
              <a:gd name="connsiteX1284" fmla="*/ 10651092 w 11991973"/>
              <a:gd name="connsiteY1284" fmla="*/ 1381169 h 3476625"/>
              <a:gd name="connsiteX1285" fmla="*/ 10745592 w 11991973"/>
              <a:gd name="connsiteY1285" fmla="*/ 1379714 h 3476625"/>
              <a:gd name="connsiteX1286" fmla="*/ 10754525 w 11991973"/>
              <a:gd name="connsiteY1286" fmla="*/ 1381169 h 3476625"/>
              <a:gd name="connsiteX1287" fmla="*/ 10739481 w 11991973"/>
              <a:gd name="connsiteY1287" fmla="*/ 1386986 h 3476625"/>
              <a:gd name="connsiteX1288" fmla="*/ 10745592 w 11991973"/>
              <a:gd name="connsiteY1288" fmla="*/ 1379714 h 3476625"/>
              <a:gd name="connsiteX1289" fmla="*/ 10743828 w 11991973"/>
              <a:gd name="connsiteY1289" fmla="*/ 1357771 h 3476625"/>
              <a:gd name="connsiteX1290" fmla="*/ 10743714 w 11991973"/>
              <a:gd name="connsiteY1290" fmla="*/ 1357820 h 3476625"/>
              <a:gd name="connsiteX1291" fmla="*/ 10730078 w 11991973"/>
              <a:gd name="connsiteY1291" fmla="*/ 1372441 h 3476625"/>
              <a:gd name="connsiteX1292" fmla="*/ 10720674 w 11991973"/>
              <a:gd name="connsiteY1292" fmla="*/ 1371032 h 3476625"/>
              <a:gd name="connsiteX1293" fmla="*/ 10712794 w 11991973"/>
              <a:gd name="connsiteY1293" fmla="*/ 1361085 h 3476625"/>
              <a:gd name="connsiteX1294" fmla="*/ 10726129 w 11991973"/>
              <a:gd name="connsiteY1294" fmla="*/ 1359085 h 3476625"/>
              <a:gd name="connsiteX1295" fmla="*/ 10729456 w 11991973"/>
              <a:gd name="connsiteY1295" fmla="*/ 1358838 h 3476625"/>
              <a:gd name="connsiteX1296" fmla="*/ 10737599 w 11991973"/>
              <a:gd name="connsiteY1296" fmla="*/ 1360805 h 3476625"/>
              <a:gd name="connsiteX1297" fmla="*/ 10734503 w 11991973"/>
              <a:gd name="connsiteY1297" fmla="*/ 1358463 h 3476625"/>
              <a:gd name="connsiteX1298" fmla="*/ 10713377 w 11991973"/>
              <a:gd name="connsiteY1298" fmla="*/ 1342698 h 3476625"/>
              <a:gd name="connsiteX1299" fmla="*/ 10714136 w 11991973"/>
              <a:gd name="connsiteY1299" fmla="*/ 1343051 h 3476625"/>
              <a:gd name="connsiteX1300" fmla="*/ 10734503 w 11991973"/>
              <a:gd name="connsiteY1300" fmla="*/ 1358463 h 3476625"/>
              <a:gd name="connsiteX1301" fmla="*/ 10729456 w 11991973"/>
              <a:gd name="connsiteY1301" fmla="*/ 1358838 h 3476625"/>
              <a:gd name="connsiteX1302" fmla="*/ 10706647 w 11991973"/>
              <a:gd name="connsiteY1302" fmla="*/ 1353324 h 3476625"/>
              <a:gd name="connsiteX1303" fmla="*/ 10704219 w 11991973"/>
              <a:gd name="connsiteY1303" fmla="*/ 1350260 h 3476625"/>
              <a:gd name="connsiteX1304" fmla="*/ 10701370 w 11991973"/>
              <a:gd name="connsiteY1304" fmla="*/ 1343888 h 3476625"/>
              <a:gd name="connsiteX1305" fmla="*/ 2881537 w 11991973"/>
              <a:gd name="connsiteY1305" fmla="*/ 641928 h 3476625"/>
              <a:gd name="connsiteX1306" fmla="*/ 2897403 w 11991973"/>
              <a:gd name="connsiteY1306" fmla="*/ 645202 h 3476625"/>
              <a:gd name="connsiteX1307" fmla="*/ 2881537 w 11991973"/>
              <a:gd name="connsiteY1307" fmla="*/ 641928 h 3476625"/>
              <a:gd name="connsiteX1308" fmla="*/ 2801330 w 11991973"/>
              <a:gd name="connsiteY1308" fmla="*/ 631458 h 3476625"/>
              <a:gd name="connsiteX1309" fmla="*/ 2803376 w 11991973"/>
              <a:gd name="connsiteY1309" fmla="*/ 633566 h 3476625"/>
              <a:gd name="connsiteX1310" fmla="*/ 2801366 w 11991973"/>
              <a:gd name="connsiteY1310" fmla="*/ 634561 h 3476625"/>
              <a:gd name="connsiteX1311" fmla="*/ 2801127 w 11991973"/>
              <a:gd name="connsiteY1311" fmla="*/ 631572 h 3476625"/>
              <a:gd name="connsiteX1312" fmla="*/ 11039633 w 11991973"/>
              <a:gd name="connsiteY1312" fmla="*/ 1341595 h 3476625"/>
              <a:gd name="connsiteX1313" fmla="*/ 10913670 w 11991973"/>
              <a:gd name="connsiteY1313" fmla="*/ 1345171 h 3476625"/>
              <a:gd name="connsiteX1314" fmla="*/ 10743828 w 11991973"/>
              <a:gd name="connsiteY1314" fmla="*/ 1357771 h 3476625"/>
              <a:gd name="connsiteX1315" fmla="*/ 10772700 w 11991973"/>
              <a:gd name="connsiteY1315" fmla="*/ 1345465 h 3476625"/>
              <a:gd name="connsiteX1316" fmla="*/ 10816609 w 11991973"/>
              <a:gd name="connsiteY1316" fmla="*/ 1336928 h 3476625"/>
              <a:gd name="connsiteX1317" fmla="*/ 10862571 w 11991973"/>
              <a:gd name="connsiteY1317" fmla="*/ 1336489 h 3476625"/>
              <a:gd name="connsiteX1318" fmla="*/ 2951679 w 11991973"/>
              <a:gd name="connsiteY1318" fmla="*/ 603931 h 3476625"/>
              <a:gd name="connsiteX1319" fmla="*/ 2945439 w 11991973"/>
              <a:gd name="connsiteY1319" fmla="*/ 609465 h 3476625"/>
              <a:gd name="connsiteX1320" fmla="*/ 2934076 w 11991973"/>
              <a:gd name="connsiteY1320" fmla="*/ 610294 h 3476625"/>
              <a:gd name="connsiteX1321" fmla="*/ 2938778 w 11991973"/>
              <a:gd name="connsiteY1321" fmla="*/ 624839 h 3476625"/>
              <a:gd name="connsiteX1322" fmla="*/ 2945195 w 11991973"/>
              <a:gd name="connsiteY1322" fmla="*/ 609681 h 3476625"/>
              <a:gd name="connsiteX1323" fmla="*/ 2945439 w 11991973"/>
              <a:gd name="connsiteY1323" fmla="*/ 609465 h 3476625"/>
              <a:gd name="connsiteX1324" fmla="*/ 2947769 w 11991973"/>
              <a:gd name="connsiteY1324" fmla="*/ 609294 h 3476625"/>
              <a:gd name="connsiteX1325" fmla="*/ 2970247 w 11991973"/>
              <a:gd name="connsiteY1325" fmla="*/ 616765 h 3476625"/>
              <a:gd name="connsiteX1326" fmla="*/ 2976068 w 11991973"/>
              <a:gd name="connsiteY1326" fmla="*/ 623202 h 3476625"/>
              <a:gd name="connsiteX1327" fmla="*/ 2985791 w 11991973"/>
              <a:gd name="connsiteY1327" fmla="*/ 621930 h 3476625"/>
              <a:gd name="connsiteX1328" fmla="*/ 2970247 w 11991973"/>
              <a:gd name="connsiteY1328" fmla="*/ 616765 h 3476625"/>
              <a:gd name="connsiteX1329" fmla="*/ 2964403 w 11991973"/>
              <a:gd name="connsiteY1329" fmla="*/ 610294 h 3476625"/>
              <a:gd name="connsiteX1330" fmla="*/ 2951679 w 11991973"/>
              <a:gd name="connsiteY1330" fmla="*/ 603931 h 3476625"/>
              <a:gd name="connsiteX1331" fmla="*/ 11198517 w 11991973"/>
              <a:gd name="connsiteY1331" fmla="*/ 1337087 h 3476625"/>
              <a:gd name="connsiteX1332" fmla="*/ 11161839 w 11991973"/>
              <a:gd name="connsiteY1332" fmla="*/ 1340835 h 3476625"/>
              <a:gd name="connsiteX1333" fmla="*/ 11062707 w 11991973"/>
              <a:gd name="connsiteY1333" fmla="*/ 1342261 h 3476625"/>
              <a:gd name="connsiteX1334" fmla="*/ 11039633 w 11991973"/>
              <a:gd name="connsiteY1334" fmla="*/ 1341595 h 3476625"/>
              <a:gd name="connsiteX1335" fmla="*/ 2951944 w 11991973"/>
              <a:gd name="connsiteY1335" fmla="*/ 598659 h 3476625"/>
              <a:gd name="connsiteX1336" fmla="*/ 2916211 w 11991973"/>
              <a:gd name="connsiteY1336" fmla="*/ 610294 h 3476625"/>
              <a:gd name="connsiteX1337" fmla="*/ 2951944 w 11991973"/>
              <a:gd name="connsiteY1337" fmla="*/ 598659 h 3476625"/>
              <a:gd name="connsiteX1338" fmla="*/ 3040330 w 11991973"/>
              <a:gd name="connsiteY1338" fmla="*/ 604476 h 3476625"/>
              <a:gd name="connsiteX1339" fmla="*/ 3057254 w 11991973"/>
              <a:gd name="connsiteY1339" fmla="*/ 610294 h 3476625"/>
              <a:gd name="connsiteX1340" fmla="*/ 3040330 w 11991973"/>
              <a:gd name="connsiteY1340" fmla="*/ 604476 h 3476625"/>
              <a:gd name="connsiteX1341" fmla="*/ 2993316 w 11991973"/>
              <a:gd name="connsiteY1341" fmla="*/ 584114 h 3476625"/>
              <a:gd name="connsiteX1342" fmla="*/ 2993316 w 11991973"/>
              <a:gd name="connsiteY1342" fmla="*/ 584114 h 3476625"/>
              <a:gd name="connsiteX1343" fmla="*/ 3110618 w 11991973"/>
              <a:gd name="connsiteY1343" fmla="*/ 585205 h 3476625"/>
              <a:gd name="connsiteX1344" fmla="*/ 3112884 w 11991973"/>
              <a:gd name="connsiteY1344" fmla="*/ 589680 h 3476625"/>
              <a:gd name="connsiteX1345" fmla="*/ 3107341 w 11991973"/>
              <a:gd name="connsiteY1345" fmla="*/ 593704 h 3476625"/>
              <a:gd name="connsiteX1346" fmla="*/ 3098104 w 11991973"/>
              <a:gd name="connsiteY1346" fmla="*/ 595488 h 3476625"/>
              <a:gd name="connsiteX1347" fmla="*/ 3097196 w 11991973"/>
              <a:gd name="connsiteY1347" fmla="*/ 595407 h 3476625"/>
              <a:gd name="connsiteX1348" fmla="*/ 3190218 w 11991973"/>
              <a:gd name="connsiteY1348" fmla="*/ 580886 h 3476625"/>
              <a:gd name="connsiteX1349" fmla="*/ 3201037 w 11991973"/>
              <a:gd name="connsiteY1349" fmla="*/ 585140 h 3476625"/>
              <a:gd name="connsiteX1350" fmla="*/ 3188895 w 11991973"/>
              <a:gd name="connsiteY1350" fmla="*/ 587022 h 3476625"/>
              <a:gd name="connsiteX1351" fmla="*/ 3189721 w 11991973"/>
              <a:gd name="connsiteY1351" fmla="*/ 581855 h 3476625"/>
              <a:gd name="connsiteX1352" fmla="*/ 3019642 w 11991973"/>
              <a:gd name="connsiteY1352" fmla="*/ 555024 h 3476625"/>
              <a:gd name="connsiteX1353" fmla="*/ 3019642 w 11991973"/>
              <a:gd name="connsiteY1353" fmla="*/ 555024 h 3476625"/>
              <a:gd name="connsiteX1354" fmla="*/ 3305448 w 11991973"/>
              <a:gd name="connsiteY1354" fmla="*/ 571637 h 3476625"/>
              <a:gd name="connsiteX1355" fmla="*/ 3303496 w 11991973"/>
              <a:gd name="connsiteY1355" fmla="*/ 575205 h 3476625"/>
              <a:gd name="connsiteX1356" fmla="*/ 3304932 w 11991973"/>
              <a:gd name="connsiteY1356" fmla="*/ 577426 h 3476625"/>
              <a:gd name="connsiteX1357" fmla="*/ 11660972 w 11991973"/>
              <a:gd name="connsiteY1357" fmla="*/ 1305535 h 3476625"/>
              <a:gd name="connsiteX1358" fmla="*/ 11290054 w 11991973"/>
              <a:gd name="connsiteY1358" fmla="*/ 1334488 h 3476625"/>
              <a:gd name="connsiteX1359" fmla="*/ 11198517 w 11991973"/>
              <a:gd name="connsiteY1359" fmla="*/ 1337087 h 3476625"/>
              <a:gd name="connsiteX1360" fmla="*/ 11256849 w 11991973"/>
              <a:gd name="connsiteY1360" fmla="*/ 1331125 h 3476625"/>
              <a:gd name="connsiteX1361" fmla="*/ 11345116 w 11991973"/>
              <a:gd name="connsiteY1361" fmla="*/ 1309075 h 3476625"/>
              <a:gd name="connsiteX1362" fmla="*/ 11352159 w 11991973"/>
              <a:gd name="connsiteY1362" fmla="*/ 1305643 h 3476625"/>
              <a:gd name="connsiteX1363" fmla="*/ 11463157 w 11991973"/>
              <a:gd name="connsiteY1363" fmla="*/ 1305353 h 3476625"/>
              <a:gd name="connsiteX1364" fmla="*/ 11660972 w 11991973"/>
              <a:gd name="connsiteY1364" fmla="*/ 1305535 h 3476625"/>
              <a:gd name="connsiteX1365" fmla="*/ 3267440 w 11991973"/>
              <a:gd name="connsiteY1365" fmla="*/ 555070 h 3476625"/>
              <a:gd name="connsiteX1366" fmla="*/ 3290447 w 11991973"/>
              <a:gd name="connsiteY1366" fmla="*/ 557933 h 3476625"/>
              <a:gd name="connsiteX1367" fmla="*/ 3267440 w 11991973"/>
              <a:gd name="connsiteY1367" fmla="*/ 555070 h 3476625"/>
              <a:gd name="connsiteX1368" fmla="*/ 3307981 w 11991973"/>
              <a:gd name="connsiteY1368" fmla="*/ 543212 h 3476625"/>
              <a:gd name="connsiteX1369" fmla="*/ 3300498 w 11991973"/>
              <a:gd name="connsiteY1369" fmla="*/ 544922 h 3476625"/>
              <a:gd name="connsiteX1370" fmla="*/ 3303673 w 11991973"/>
              <a:gd name="connsiteY1370" fmla="*/ 545881 h 3476625"/>
              <a:gd name="connsiteX1371" fmla="*/ 3307787 w 11991973"/>
              <a:gd name="connsiteY1371" fmla="*/ 545383 h 3476625"/>
              <a:gd name="connsiteX1372" fmla="*/ 3460497 w 11991973"/>
              <a:gd name="connsiteY1372" fmla="*/ 525571 h 3476625"/>
              <a:gd name="connsiteX1373" fmla="*/ 3460269 w 11991973"/>
              <a:gd name="connsiteY1373" fmla="*/ 531400 h 3476625"/>
              <a:gd name="connsiteX1374" fmla="*/ 3473663 w 11991973"/>
              <a:gd name="connsiteY1374" fmla="*/ 532593 h 3476625"/>
              <a:gd name="connsiteX1375" fmla="*/ 3476626 w 11991973"/>
              <a:gd name="connsiteY1375" fmla="*/ 528843 h 3476625"/>
              <a:gd name="connsiteX1376" fmla="*/ 3460497 w 11991973"/>
              <a:gd name="connsiteY1376" fmla="*/ 525571 h 3476625"/>
              <a:gd name="connsiteX1377" fmla="*/ 3621955 w 11991973"/>
              <a:gd name="connsiteY1377" fmla="*/ 537735 h 3476625"/>
              <a:gd name="connsiteX1378" fmla="*/ 3620183 w 11991973"/>
              <a:gd name="connsiteY1378" fmla="*/ 545586 h 3476625"/>
              <a:gd name="connsiteX1379" fmla="*/ 3620190 w 11991973"/>
              <a:gd name="connsiteY1379" fmla="*/ 545651 h 3476625"/>
              <a:gd name="connsiteX1380" fmla="*/ 3625049 w 11991973"/>
              <a:gd name="connsiteY1380" fmla="*/ 546083 h 3476625"/>
              <a:gd name="connsiteX1381" fmla="*/ 3625196 w 11991973"/>
              <a:gd name="connsiteY1381" fmla="*/ 540479 h 3476625"/>
              <a:gd name="connsiteX1382" fmla="*/ 3621955 w 11991973"/>
              <a:gd name="connsiteY1382" fmla="*/ 537735 h 3476625"/>
              <a:gd name="connsiteX1383" fmla="*/ 3566898 w 11991973"/>
              <a:gd name="connsiteY1383" fmla="*/ 517207 h 3476625"/>
              <a:gd name="connsiteX1384" fmla="*/ 3536808 w 11991973"/>
              <a:gd name="connsiteY1384" fmla="*/ 531752 h 3476625"/>
              <a:gd name="connsiteX1385" fmla="*/ 3566898 w 11991973"/>
              <a:gd name="connsiteY1385" fmla="*/ 517207 h 3476625"/>
              <a:gd name="connsiteX1386" fmla="*/ 3763449 w 11991973"/>
              <a:gd name="connsiteY1386" fmla="*/ 488618 h 3476625"/>
              <a:gd name="connsiteX1387" fmla="*/ 3756837 w 11991973"/>
              <a:gd name="connsiteY1387" fmla="*/ 493936 h 3476625"/>
              <a:gd name="connsiteX1388" fmla="*/ 3763449 w 11991973"/>
              <a:gd name="connsiteY1388" fmla="*/ 488618 h 3476625"/>
              <a:gd name="connsiteX1389" fmla="*/ 11721150 w 11991973"/>
              <a:gd name="connsiteY1389" fmla="*/ 1157179 h 3476625"/>
              <a:gd name="connsiteX1390" fmla="*/ 11698584 w 11991973"/>
              <a:gd name="connsiteY1390" fmla="*/ 1160088 h 3476625"/>
              <a:gd name="connsiteX1391" fmla="*/ 11721150 w 11991973"/>
              <a:gd name="connsiteY1391" fmla="*/ 1157179 h 3476625"/>
              <a:gd name="connsiteX1392" fmla="*/ 4079230 w 11991973"/>
              <a:gd name="connsiteY1392" fmla="*/ 458366 h 3476625"/>
              <a:gd name="connsiteX1393" fmla="*/ 4080172 w 11991973"/>
              <a:gd name="connsiteY1393" fmla="*/ 458950 h 3476625"/>
              <a:gd name="connsiteX1394" fmla="*/ 4077429 w 11991973"/>
              <a:gd name="connsiteY1394" fmla="*/ 459091 h 3476625"/>
              <a:gd name="connsiteX1395" fmla="*/ 11847637 w 11991973"/>
              <a:gd name="connsiteY1395" fmla="*/ 1046194 h 3476625"/>
              <a:gd name="connsiteX1396" fmla="*/ 11839774 w 11991973"/>
              <a:gd name="connsiteY1396" fmla="*/ 1046002 h 3476625"/>
              <a:gd name="connsiteX1397" fmla="*/ 11832105 w 11991973"/>
              <a:gd name="connsiteY1397" fmla="*/ 1058273 h 3476625"/>
              <a:gd name="connsiteX1398" fmla="*/ 11847637 w 11991973"/>
              <a:gd name="connsiteY1398" fmla="*/ 1046194 h 3476625"/>
              <a:gd name="connsiteX1399" fmla="*/ 4604983 w 11991973"/>
              <a:gd name="connsiteY1399" fmla="*/ 386304 h 3476625"/>
              <a:gd name="connsiteX1400" fmla="*/ 4621910 w 11991973"/>
              <a:gd name="connsiteY1400" fmla="*/ 400849 h 3476625"/>
              <a:gd name="connsiteX1401" fmla="*/ 4604983 w 11991973"/>
              <a:gd name="connsiteY1401" fmla="*/ 386304 h 3476625"/>
              <a:gd name="connsiteX1402" fmla="*/ 6636025 w 11991973"/>
              <a:gd name="connsiteY1402" fmla="*/ 563750 h 3476625"/>
              <a:gd name="connsiteX1403" fmla="*/ 6636025 w 11991973"/>
              <a:gd name="connsiteY1403" fmla="*/ 563750 h 3476625"/>
              <a:gd name="connsiteX1404" fmla="*/ 6602172 w 11991973"/>
              <a:gd name="connsiteY1404" fmla="*/ 552115 h 3476625"/>
              <a:gd name="connsiteX1405" fmla="*/ 6602172 w 11991973"/>
              <a:gd name="connsiteY1405" fmla="*/ 552115 h 3476625"/>
              <a:gd name="connsiteX1406" fmla="*/ 6660472 w 11991973"/>
              <a:gd name="connsiteY1406" fmla="*/ 552115 h 3476625"/>
              <a:gd name="connsiteX1407" fmla="*/ 6660472 w 11991973"/>
              <a:gd name="connsiteY1407" fmla="*/ 552115 h 3476625"/>
              <a:gd name="connsiteX1408" fmla="*/ 6690561 w 11991973"/>
              <a:gd name="connsiteY1408" fmla="*/ 546297 h 3476625"/>
              <a:gd name="connsiteX1409" fmla="*/ 6690561 w 11991973"/>
              <a:gd name="connsiteY1409" fmla="*/ 546297 h 3476625"/>
              <a:gd name="connsiteX1410" fmla="*/ 4734743 w 11991973"/>
              <a:gd name="connsiteY1410" fmla="*/ 368850 h 3476625"/>
              <a:gd name="connsiteX1411" fmla="*/ 4734743 w 11991973"/>
              <a:gd name="connsiteY1411" fmla="*/ 368850 h 3476625"/>
              <a:gd name="connsiteX1412" fmla="*/ 4791161 w 11991973"/>
              <a:gd name="connsiteY1412" fmla="*/ 365941 h 3476625"/>
              <a:gd name="connsiteX1413" fmla="*/ 4811849 w 11991973"/>
              <a:gd name="connsiteY1413" fmla="*/ 374669 h 3476625"/>
              <a:gd name="connsiteX1414" fmla="*/ 4791161 w 11991973"/>
              <a:gd name="connsiteY1414" fmla="*/ 365941 h 3476625"/>
              <a:gd name="connsiteX1415" fmla="*/ 6737576 w 11991973"/>
              <a:gd name="connsiteY1415" fmla="*/ 523025 h 3476625"/>
              <a:gd name="connsiteX1416" fmla="*/ 6737576 w 11991973"/>
              <a:gd name="connsiteY1416" fmla="*/ 523025 h 3476625"/>
              <a:gd name="connsiteX1417" fmla="*/ 6912470 w 11991973"/>
              <a:gd name="connsiteY1417" fmla="*/ 525934 h 3476625"/>
              <a:gd name="connsiteX1418" fmla="*/ 6905674 w 11991973"/>
              <a:gd name="connsiteY1418" fmla="*/ 536447 h 3476625"/>
              <a:gd name="connsiteX1419" fmla="*/ 6901187 w 11991973"/>
              <a:gd name="connsiteY1419" fmla="*/ 543388 h 3476625"/>
              <a:gd name="connsiteX1420" fmla="*/ 6899777 w 11991973"/>
              <a:gd name="connsiteY1420" fmla="*/ 545570 h 3476625"/>
              <a:gd name="connsiteX1421" fmla="*/ 6905674 w 11991973"/>
              <a:gd name="connsiteY1421" fmla="*/ 536447 h 3476625"/>
              <a:gd name="connsiteX1422" fmla="*/ 6908240 w 11991973"/>
              <a:gd name="connsiteY1422" fmla="*/ 532480 h 3476625"/>
              <a:gd name="connsiteX1423" fmla="*/ 6912470 w 11991973"/>
              <a:gd name="connsiteY1423" fmla="*/ 525934 h 3476625"/>
              <a:gd name="connsiteX1424" fmla="*/ 5045652 w 11991973"/>
              <a:gd name="connsiteY1424" fmla="*/ 336798 h 3476625"/>
              <a:gd name="connsiteX1425" fmla="*/ 5043340 w 11991973"/>
              <a:gd name="connsiteY1425" fmla="*/ 339066 h 3476625"/>
              <a:gd name="connsiteX1426" fmla="*/ 5042722 w 11991973"/>
              <a:gd name="connsiteY1426" fmla="*/ 337216 h 3476625"/>
              <a:gd name="connsiteX1427" fmla="*/ 11932719 w 11991973"/>
              <a:gd name="connsiteY1427" fmla="*/ 947156 h 3476625"/>
              <a:gd name="connsiteX1428" fmla="*/ 11935242 w 11991973"/>
              <a:gd name="connsiteY1428" fmla="*/ 951838 h 3476625"/>
              <a:gd name="connsiteX1429" fmla="*/ 11933655 w 11991973"/>
              <a:gd name="connsiteY1429" fmla="*/ 951324 h 3476625"/>
              <a:gd name="connsiteX1430" fmla="*/ 11931993 w 11991973"/>
              <a:gd name="connsiteY1430" fmla="*/ 947159 h 3476625"/>
              <a:gd name="connsiteX1431" fmla="*/ 5092321 w 11991973"/>
              <a:gd name="connsiteY1431" fmla="*/ 335398 h 3476625"/>
              <a:gd name="connsiteX1432" fmla="*/ 5075131 w 11991973"/>
              <a:gd name="connsiteY1432" fmla="*/ 348488 h 3476625"/>
              <a:gd name="connsiteX1433" fmla="*/ 5093937 w 11991973"/>
              <a:gd name="connsiteY1433" fmla="*/ 342669 h 3476625"/>
              <a:gd name="connsiteX1434" fmla="*/ 5092321 w 11991973"/>
              <a:gd name="connsiteY1434" fmla="*/ 335398 h 3476625"/>
              <a:gd name="connsiteX1435" fmla="*/ 11945589 w 11991973"/>
              <a:gd name="connsiteY1435" fmla="*/ 933371 h 3476625"/>
              <a:gd name="connsiteX1436" fmla="*/ 11952464 w 11991973"/>
              <a:gd name="connsiteY1436" fmla="*/ 944824 h 3476625"/>
              <a:gd name="connsiteX1437" fmla="*/ 11945589 w 11991973"/>
              <a:gd name="connsiteY1437" fmla="*/ 933371 h 3476625"/>
              <a:gd name="connsiteX1438" fmla="*/ 7284830 w 11991973"/>
              <a:gd name="connsiteY1438" fmla="*/ 508480 h 3476625"/>
              <a:gd name="connsiteX1439" fmla="*/ 7284830 w 11991973"/>
              <a:gd name="connsiteY1439" fmla="*/ 508480 h 3476625"/>
              <a:gd name="connsiteX1440" fmla="*/ 7311422 w 11991973"/>
              <a:gd name="connsiteY1440" fmla="*/ 509936 h 3476625"/>
              <a:gd name="connsiteX1441" fmla="*/ 7294232 w 11991973"/>
              <a:gd name="connsiteY1441" fmla="*/ 523025 h 3476625"/>
              <a:gd name="connsiteX1442" fmla="*/ 7313038 w 11991973"/>
              <a:gd name="connsiteY1442" fmla="*/ 517207 h 3476625"/>
              <a:gd name="connsiteX1443" fmla="*/ 7311422 w 11991973"/>
              <a:gd name="connsiteY1443" fmla="*/ 509936 h 3476625"/>
              <a:gd name="connsiteX1444" fmla="*/ 11345031 w 11991973"/>
              <a:gd name="connsiteY1444" fmla="*/ 854647 h 3476625"/>
              <a:gd name="connsiteX1445" fmla="*/ 11333923 w 11991973"/>
              <a:gd name="connsiteY1445" fmla="*/ 854237 h 3476625"/>
              <a:gd name="connsiteX1446" fmla="*/ 11345031 w 11991973"/>
              <a:gd name="connsiteY1446" fmla="*/ 854647 h 3476625"/>
              <a:gd name="connsiteX1447" fmla="*/ 11416494 w 11991973"/>
              <a:gd name="connsiteY1447" fmla="*/ 854647 h 3476625"/>
              <a:gd name="connsiteX1448" fmla="*/ 11397688 w 11991973"/>
              <a:gd name="connsiteY1448" fmla="*/ 857556 h 3476625"/>
              <a:gd name="connsiteX1449" fmla="*/ 11416494 w 11991973"/>
              <a:gd name="connsiteY1449" fmla="*/ 854647 h 3476625"/>
              <a:gd name="connsiteX1450" fmla="*/ 5350404 w 11991973"/>
              <a:gd name="connsiteY1450" fmla="*/ 295036 h 3476625"/>
              <a:gd name="connsiteX1451" fmla="*/ 5362861 w 11991973"/>
              <a:gd name="connsiteY1451" fmla="*/ 299036 h 3476625"/>
              <a:gd name="connsiteX1452" fmla="*/ 5336534 w 11991973"/>
              <a:gd name="connsiteY1452" fmla="*/ 301944 h 3476625"/>
              <a:gd name="connsiteX1453" fmla="*/ 5350404 w 11991973"/>
              <a:gd name="connsiteY1453" fmla="*/ 295036 h 3476625"/>
              <a:gd name="connsiteX1454" fmla="*/ 11815180 w 11991973"/>
              <a:gd name="connsiteY1454" fmla="*/ 863009 h 3476625"/>
              <a:gd name="connsiteX1455" fmla="*/ 11843388 w 11991973"/>
              <a:gd name="connsiteY1455" fmla="*/ 869191 h 3476625"/>
              <a:gd name="connsiteX1456" fmla="*/ 11801884 w 11991973"/>
              <a:gd name="connsiteY1456" fmla="*/ 873508 h 3476625"/>
              <a:gd name="connsiteX1457" fmla="*/ 7569504 w 11991973"/>
              <a:gd name="connsiteY1457" fmla="*/ 469574 h 3476625"/>
              <a:gd name="connsiteX1458" fmla="*/ 7581963 w 11991973"/>
              <a:gd name="connsiteY1458" fmla="*/ 473573 h 3476625"/>
              <a:gd name="connsiteX1459" fmla="*/ 7555634 w 11991973"/>
              <a:gd name="connsiteY1459" fmla="*/ 476482 h 3476625"/>
              <a:gd name="connsiteX1460" fmla="*/ 7569504 w 11991973"/>
              <a:gd name="connsiteY1460" fmla="*/ 469574 h 3476625"/>
              <a:gd name="connsiteX1461" fmla="*/ 6849472 w 11991973"/>
              <a:gd name="connsiteY1461" fmla="*/ 348851 h 3476625"/>
              <a:gd name="connsiteX1462" fmla="*/ 6841008 w 11991973"/>
              <a:gd name="connsiteY1462" fmla="*/ 357214 h 3476625"/>
              <a:gd name="connsiteX1463" fmla="*/ 6857934 w 11991973"/>
              <a:gd name="connsiteY1463" fmla="*/ 351397 h 3476625"/>
              <a:gd name="connsiteX1464" fmla="*/ 6849472 w 11991973"/>
              <a:gd name="connsiteY1464" fmla="*/ 348851 h 3476625"/>
              <a:gd name="connsiteX1465" fmla="*/ 10895161 w 11991973"/>
              <a:gd name="connsiteY1465" fmla="*/ 705801 h 3476625"/>
              <a:gd name="connsiteX1466" fmla="*/ 10888782 w 11991973"/>
              <a:gd name="connsiteY1466" fmla="*/ 705290 h 3476625"/>
              <a:gd name="connsiteX1467" fmla="*/ 10884285 w 11991973"/>
              <a:gd name="connsiteY1467" fmla="*/ 720834 h 3476625"/>
              <a:gd name="connsiteX1468" fmla="*/ 10895161 w 11991973"/>
              <a:gd name="connsiteY1468" fmla="*/ 705801 h 3476625"/>
              <a:gd name="connsiteX1469" fmla="*/ 10942291 w 11991973"/>
              <a:gd name="connsiteY1469" fmla="*/ 704653 h 3476625"/>
              <a:gd name="connsiteX1470" fmla="*/ 10957629 w 11991973"/>
              <a:gd name="connsiteY1470" fmla="*/ 706289 h 3476625"/>
              <a:gd name="connsiteX1471" fmla="*/ 10942291 w 11991973"/>
              <a:gd name="connsiteY1471" fmla="*/ 704653 h 3476625"/>
              <a:gd name="connsiteX1472" fmla="*/ 6833487 w 11991973"/>
              <a:gd name="connsiteY1472" fmla="*/ 322307 h 3476625"/>
              <a:gd name="connsiteX1473" fmla="*/ 6833487 w 11991973"/>
              <a:gd name="connsiteY1473" fmla="*/ 322307 h 3476625"/>
              <a:gd name="connsiteX1474" fmla="*/ 5777065 w 11991973"/>
              <a:gd name="connsiteY1474" fmla="*/ 227766 h 3476625"/>
              <a:gd name="connsiteX1475" fmla="*/ 5759667 w 11991973"/>
              <a:gd name="connsiteY1475" fmla="*/ 237947 h 3476625"/>
              <a:gd name="connsiteX1476" fmla="*/ 5785995 w 11991973"/>
              <a:gd name="connsiteY1476" fmla="*/ 235038 h 3476625"/>
              <a:gd name="connsiteX1477" fmla="*/ 5777065 w 11991973"/>
              <a:gd name="connsiteY1477" fmla="*/ 227766 h 3476625"/>
              <a:gd name="connsiteX1478" fmla="*/ 5806917 w 11991973"/>
              <a:gd name="connsiteY1478" fmla="*/ 220494 h 3476625"/>
              <a:gd name="connsiteX1479" fmla="*/ 5789759 w 11991973"/>
              <a:gd name="connsiteY1479" fmla="*/ 229220 h 3476625"/>
              <a:gd name="connsiteX1480" fmla="*/ 5825490 w 11991973"/>
              <a:gd name="connsiteY1480" fmla="*/ 229220 h 3476625"/>
              <a:gd name="connsiteX1481" fmla="*/ 5806917 w 11991973"/>
              <a:gd name="connsiteY1481" fmla="*/ 220494 h 3476625"/>
              <a:gd name="connsiteX1482" fmla="*/ 5771186 w 11991973"/>
              <a:gd name="connsiteY1482" fmla="*/ 214675 h 3476625"/>
              <a:gd name="connsiteX1483" fmla="*/ 5759054 w 11991973"/>
              <a:gd name="connsiteY1483" fmla="*/ 225413 h 3476625"/>
              <a:gd name="connsiteX1484" fmla="*/ 5749989 w 11991973"/>
              <a:gd name="connsiteY1484" fmla="*/ 229037 h 3476625"/>
              <a:gd name="connsiteX1485" fmla="*/ 5751763 w 11991973"/>
              <a:gd name="connsiteY1485" fmla="*/ 222403 h 3476625"/>
              <a:gd name="connsiteX1486" fmla="*/ 5771186 w 11991973"/>
              <a:gd name="connsiteY1486" fmla="*/ 214675 h 3476625"/>
              <a:gd name="connsiteX1487" fmla="*/ 9085262 w 11991973"/>
              <a:gd name="connsiteY1487" fmla="*/ 506890 h 3476625"/>
              <a:gd name="connsiteX1488" fmla="*/ 9093020 w 11991973"/>
              <a:gd name="connsiteY1488" fmla="*/ 514662 h 3476625"/>
              <a:gd name="connsiteX1489" fmla="*/ 9093390 w 11991973"/>
              <a:gd name="connsiteY1489" fmla="*/ 517884 h 3476625"/>
              <a:gd name="connsiteX1490" fmla="*/ 9091106 w 11991973"/>
              <a:gd name="connsiteY1490" fmla="*/ 517571 h 3476625"/>
              <a:gd name="connsiteX1491" fmla="*/ 9083601 w 11991973"/>
              <a:gd name="connsiteY1491" fmla="*/ 508068 h 3476625"/>
              <a:gd name="connsiteX1492" fmla="*/ 5840533 w 11991973"/>
              <a:gd name="connsiteY1492" fmla="*/ 217585 h 3476625"/>
              <a:gd name="connsiteX1493" fmla="*/ 5828897 w 11991973"/>
              <a:gd name="connsiteY1493" fmla="*/ 217585 h 3476625"/>
              <a:gd name="connsiteX1494" fmla="*/ 5840533 w 11991973"/>
              <a:gd name="connsiteY1494" fmla="*/ 217585 h 3476625"/>
              <a:gd name="connsiteX1495" fmla="*/ 9046828 w 11991973"/>
              <a:gd name="connsiteY1495" fmla="*/ 503117 h 3476625"/>
              <a:gd name="connsiteX1496" fmla="*/ 9056349 w 11991973"/>
              <a:gd name="connsiteY1496" fmla="*/ 505572 h 3476625"/>
              <a:gd name="connsiteX1497" fmla="*/ 9046828 w 11991973"/>
              <a:gd name="connsiteY1497" fmla="*/ 503117 h 3476625"/>
              <a:gd name="connsiteX1498" fmla="*/ 7996164 w 11991973"/>
              <a:gd name="connsiteY1498" fmla="*/ 402304 h 3476625"/>
              <a:gd name="connsiteX1499" fmla="*/ 7978768 w 11991973"/>
              <a:gd name="connsiteY1499" fmla="*/ 412485 h 3476625"/>
              <a:gd name="connsiteX1500" fmla="*/ 8005096 w 11991973"/>
              <a:gd name="connsiteY1500" fmla="*/ 409576 h 3476625"/>
              <a:gd name="connsiteX1501" fmla="*/ 7996164 w 11991973"/>
              <a:gd name="connsiteY1501" fmla="*/ 402304 h 3476625"/>
              <a:gd name="connsiteX1502" fmla="*/ 8026019 w 11991973"/>
              <a:gd name="connsiteY1502" fmla="*/ 395031 h 3476625"/>
              <a:gd name="connsiteX1503" fmla="*/ 8008858 w 11991973"/>
              <a:gd name="connsiteY1503" fmla="*/ 403757 h 3476625"/>
              <a:gd name="connsiteX1504" fmla="*/ 8044589 w 11991973"/>
              <a:gd name="connsiteY1504" fmla="*/ 403757 h 3476625"/>
              <a:gd name="connsiteX1505" fmla="*/ 8026019 w 11991973"/>
              <a:gd name="connsiteY1505" fmla="*/ 395031 h 3476625"/>
              <a:gd name="connsiteX1506" fmla="*/ 7986526 w 11991973"/>
              <a:gd name="connsiteY1506" fmla="*/ 389213 h 3476625"/>
              <a:gd name="connsiteX1507" fmla="*/ 7974394 w 11991973"/>
              <a:gd name="connsiteY1507" fmla="*/ 399951 h 3476625"/>
              <a:gd name="connsiteX1508" fmla="*/ 7965329 w 11991973"/>
              <a:gd name="connsiteY1508" fmla="*/ 403575 h 3476625"/>
              <a:gd name="connsiteX1509" fmla="*/ 7967103 w 11991973"/>
              <a:gd name="connsiteY1509" fmla="*/ 396940 h 3476625"/>
              <a:gd name="connsiteX1510" fmla="*/ 7986526 w 11991973"/>
              <a:gd name="connsiteY1510" fmla="*/ 389213 h 3476625"/>
              <a:gd name="connsiteX1511" fmla="*/ 8059634 w 11991973"/>
              <a:gd name="connsiteY1511" fmla="*/ 392121 h 3476625"/>
              <a:gd name="connsiteX1512" fmla="*/ 8059634 w 11991973"/>
              <a:gd name="connsiteY1512" fmla="*/ 392121 h 3476625"/>
              <a:gd name="connsiteX1513" fmla="*/ 11200227 w 11991973"/>
              <a:gd name="connsiteY1513" fmla="*/ 671382 h 3476625"/>
              <a:gd name="connsiteX1514" fmla="*/ 11200227 w 11991973"/>
              <a:gd name="connsiteY1514" fmla="*/ 671382 h 3476625"/>
              <a:gd name="connsiteX1515" fmla="*/ 11009972 w 11991973"/>
              <a:gd name="connsiteY1515" fmla="*/ 649672 h 3476625"/>
              <a:gd name="connsiteX1516" fmla="*/ 10976435 w 11991973"/>
              <a:gd name="connsiteY1516" fmla="*/ 706289 h 3476625"/>
              <a:gd name="connsiteX1517" fmla="*/ 11011971 w 11991973"/>
              <a:gd name="connsiteY1517" fmla="*/ 650809 h 3476625"/>
              <a:gd name="connsiteX1518" fmla="*/ 11009972 w 11991973"/>
              <a:gd name="connsiteY1518" fmla="*/ 649672 h 3476625"/>
              <a:gd name="connsiteX1519" fmla="*/ 9353482 w 11991973"/>
              <a:gd name="connsiteY1519" fmla="*/ 479391 h 3476625"/>
              <a:gd name="connsiteX1520" fmla="*/ 9353482 w 11991973"/>
              <a:gd name="connsiteY1520" fmla="*/ 479391 h 3476625"/>
              <a:gd name="connsiteX1521" fmla="*/ 9380075 w 11991973"/>
              <a:gd name="connsiteY1521" fmla="*/ 480846 h 3476625"/>
              <a:gd name="connsiteX1522" fmla="*/ 9362886 w 11991973"/>
              <a:gd name="connsiteY1522" fmla="*/ 493936 h 3476625"/>
              <a:gd name="connsiteX1523" fmla="*/ 9381691 w 11991973"/>
              <a:gd name="connsiteY1523" fmla="*/ 488118 h 3476625"/>
              <a:gd name="connsiteX1524" fmla="*/ 9380075 w 11991973"/>
              <a:gd name="connsiteY1524" fmla="*/ 480846 h 3476625"/>
              <a:gd name="connsiteX1525" fmla="*/ 6273069 w 11991973"/>
              <a:gd name="connsiteY1525" fmla="*/ 153588 h 3476625"/>
              <a:gd name="connsiteX1526" fmla="*/ 6272672 w 11991973"/>
              <a:gd name="connsiteY1526" fmla="*/ 154036 h 3476625"/>
              <a:gd name="connsiteX1527" fmla="*/ 6271620 w 11991973"/>
              <a:gd name="connsiteY1527" fmla="*/ 153887 h 3476625"/>
              <a:gd name="connsiteX1528" fmla="*/ 9638156 w 11991973"/>
              <a:gd name="connsiteY1528" fmla="*/ 440484 h 3476625"/>
              <a:gd name="connsiteX1529" fmla="*/ 9650616 w 11991973"/>
              <a:gd name="connsiteY1529" fmla="*/ 444483 h 3476625"/>
              <a:gd name="connsiteX1530" fmla="*/ 9624288 w 11991973"/>
              <a:gd name="connsiteY1530" fmla="*/ 447392 h 3476625"/>
              <a:gd name="connsiteX1531" fmla="*/ 9638156 w 11991973"/>
              <a:gd name="connsiteY1531" fmla="*/ 440484 h 3476625"/>
              <a:gd name="connsiteX1532" fmla="*/ 8492170 w 11991973"/>
              <a:gd name="connsiteY1532" fmla="*/ 328124 h 3476625"/>
              <a:gd name="connsiteX1533" fmla="*/ 8492045 w 11991973"/>
              <a:gd name="connsiteY1533" fmla="*/ 328266 h 3476625"/>
              <a:gd name="connsiteX1534" fmla="*/ 8491664 w 11991973"/>
              <a:gd name="connsiteY1534" fmla="*/ 328229 h 3476625"/>
              <a:gd name="connsiteX1535" fmla="*/ 6720651 w 11991973"/>
              <a:gd name="connsiteY1535" fmla="*/ 113589 h 3476625"/>
              <a:gd name="connsiteX1536" fmla="*/ 6709368 w 11991973"/>
              <a:gd name="connsiteY1536" fmla="*/ 118679 h 3476625"/>
              <a:gd name="connsiteX1537" fmla="*/ 6726293 w 11991973"/>
              <a:gd name="connsiteY1537" fmla="*/ 121589 h 3476625"/>
              <a:gd name="connsiteX1538" fmla="*/ 6720651 w 11991973"/>
              <a:gd name="connsiteY1538" fmla="*/ 113589 h 3476625"/>
              <a:gd name="connsiteX1539" fmla="*/ 6783356 w 11991973"/>
              <a:gd name="connsiteY1539" fmla="*/ 118862 h 3476625"/>
              <a:gd name="connsiteX1540" fmla="*/ 6756381 w 11991973"/>
              <a:gd name="connsiteY1540" fmla="*/ 130315 h 3476625"/>
              <a:gd name="connsiteX1541" fmla="*/ 6792112 w 11991973"/>
              <a:gd name="connsiteY1541" fmla="*/ 121589 h 3476625"/>
              <a:gd name="connsiteX1542" fmla="*/ 6783356 w 11991973"/>
              <a:gd name="connsiteY1542" fmla="*/ 118862 h 3476625"/>
              <a:gd name="connsiteX1543" fmla="*/ 6829725 w 11991973"/>
              <a:gd name="connsiteY1543" fmla="*/ 120134 h 3476625"/>
              <a:gd name="connsiteX1544" fmla="*/ 6820322 w 11991973"/>
              <a:gd name="connsiteY1544" fmla="*/ 124498 h 3476625"/>
              <a:gd name="connsiteX1545" fmla="*/ 6839127 w 11991973"/>
              <a:gd name="connsiteY1545" fmla="*/ 124498 h 3476625"/>
              <a:gd name="connsiteX1546" fmla="*/ 6829725 w 11991973"/>
              <a:gd name="connsiteY1546" fmla="*/ 120134 h 3476625"/>
              <a:gd name="connsiteX1547" fmla="*/ 7252124 w 11991973"/>
              <a:gd name="connsiteY1547" fmla="*/ 152587 h 3476625"/>
              <a:gd name="connsiteX1548" fmla="*/ 7239694 w 11991973"/>
              <a:gd name="connsiteY1548" fmla="*/ 168133 h 3476625"/>
              <a:gd name="connsiteX1549" fmla="*/ 7258501 w 11991973"/>
              <a:gd name="connsiteY1549" fmla="*/ 153588 h 3476625"/>
              <a:gd name="connsiteX1550" fmla="*/ 7252124 w 11991973"/>
              <a:gd name="connsiteY1550" fmla="*/ 152587 h 3476625"/>
              <a:gd name="connsiteX1551" fmla="*/ 11137226 w 11991973"/>
              <a:gd name="connsiteY1551" fmla="*/ 494300 h 3476625"/>
              <a:gd name="connsiteX1552" fmla="*/ 11128763 w 11991973"/>
              <a:gd name="connsiteY1552" fmla="*/ 502662 h 3476625"/>
              <a:gd name="connsiteX1553" fmla="*/ 11145689 w 11991973"/>
              <a:gd name="connsiteY1553" fmla="*/ 496844 h 3476625"/>
              <a:gd name="connsiteX1554" fmla="*/ 11137226 w 11991973"/>
              <a:gd name="connsiteY1554" fmla="*/ 494300 h 3476625"/>
              <a:gd name="connsiteX1555" fmla="*/ 6447054 w 11991973"/>
              <a:gd name="connsiteY1555" fmla="*/ 74636 h 3476625"/>
              <a:gd name="connsiteX1556" fmla="*/ 6440442 w 11991973"/>
              <a:gd name="connsiteY1556" fmla="*/ 75046 h 3476625"/>
              <a:gd name="connsiteX1557" fmla="*/ 6447054 w 11991973"/>
              <a:gd name="connsiteY1557" fmla="*/ 74636 h 3476625"/>
              <a:gd name="connsiteX1558" fmla="*/ 8939752 w 11991973"/>
              <a:gd name="connsiteY1558" fmla="*/ 288127 h 3476625"/>
              <a:gd name="connsiteX1559" fmla="*/ 8928468 w 11991973"/>
              <a:gd name="connsiteY1559" fmla="*/ 293217 h 3476625"/>
              <a:gd name="connsiteX1560" fmla="*/ 8945393 w 11991973"/>
              <a:gd name="connsiteY1560" fmla="*/ 296127 h 3476625"/>
              <a:gd name="connsiteX1561" fmla="*/ 8939752 w 11991973"/>
              <a:gd name="connsiteY1561" fmla="*/ 288127 h 3476625"/>
              <a:gd name="connsiteX1562" fmla="*/ 9002457 w 11991973"/>
              <a:gd name="connsiteY1562" fmla="*/ 293399 h 3476625"/>
              <a:gd name="connsiteX1563" fmla="*/ 8993348 w 11991973"/>
              <a:gd name="connsiteY1563" fmla="*/ 296127 h 3476625"/>
              <a:gd name="connsiteX1564" fmla="*/ 8975483 w 11991973"/>
              <a:gd name="connsiteY1564" fmla="*/ 304853 h 3476625"/>
              <a:gd name="connsiteX1565" fmla="*/ 9011214 w 11991973"/>
              <a:gd name="connsiteY1565" fmla="*/ 296127 h 3476625"/>
              <a:gd name="connsiteX1566" fmla="*/ 9002457 w 11991973"/>
              <a:gd name="connsiteY1566" fmla="*/ 293399 h 3476625"/>
              <a:gd name="connsiteX1567" fmla="*/ 9048826 w 11991973"/>
              <a:gd name="connsiteY1567" fmla="*/ 294672 h 3476625"/>
              <a:gd name="connsiteX1568" fmla="*/ 9039423 w 11991973"/>
              <a:gd name="connsiteY1568" fmla="*/ 299036 h 3476625"/>
              <a:gd name="connsiteX1569" fmla="*/ 9058229 w 11991973"/>
              <a:gd name="connsiteY1569" fmla="*/ 299036 h 3476625"/>
              <a:gd name="connsiteX1570" fmla="*/ 9048826 w 11991973"/>
              <a:gd name="connsiteY1570" fmla="*/ 294672 h 3476625"/>
              <a:gd name="connsiteX1571" fmla="*/ 9471225 w 11991973"/>
              <a:gd name="connsiteY1571" fmla="*/ 327125 h 3476625"/>
              <a:gd name="connsiteX1572" fmla="*/ 9458795 w 11991973"/>
              <a:gd name="connsiteY1572" fmla="*/ 342669 h 3476625"/>
              <a:gd name="connsiteX1573" fmla="*/ 9477601 w 11991973"/>
              <a:gd name="connsiteY1573" fmla="*/ 328125 h 3476625"/>
              <a:gd name="connsiteX1574" fmla="*/ 9471225 w 11991973"/>
              <a:gd name="connsiteY1574" fmla="*/ 327125 h 3476625"/>
              <a:gd name="connsiteX1575" fmla="*/ 8666155 w 11991973"/>
              <a:gd name="connsiteY1575" fmla="*/ 249174 h 3476625"/>
              <a:gd name="connsiteX1576" fmla="*/ 8659543 w 11991973"/>
              <a:gd name="connsiteY1576" fmla="*/ 249582 h 3476625"/>
              <a:gd name="connsiteX1577" fmla="*/ 8666155 w 11991973"/>
              <a:gd name="connsiteY1577" fmla="*/ 249174 h 3476625"/>
              <a:gd name="connsiteX1578" fmla="*/ 11121241 w 11991973"/>
              <a:gd name="connsiteY1578" fmla="*/ 467755 h 3476625"/>
              <a:gd name="connsiteX1579" fmla="*/ 11121241 w 11991973"/>
              <a:gd name="connsiteY1579" fmla="*/ 467755 h 3476625"/>
              <a:gd name="connsiteX1580" fmla="*/ 10064817 w 11991973"/>
              <a:gd name="connsiteY1580" fmla="*/ 373214 h 3476625"/>
              <a:gd name="connsiteX1581" fmla="*/ 10047421 w 11991973"/>
              <a:gd name="connsiteY1581" fmla="*/ 383395 h 3476625"/>
              <a:gd name="connsiteX1582" fmla="*/ 10073750 w 11991973"/>
              <a:gd name="connsiteY1582" fmla="*/ 380486 h 3476625"/>
              <a:gd name="connsiteX1583" fmla="*/ 10064817 w 11991973"/>
              <a:gd name="connsiteY1583" fmla="*/ 373214 h 3476625"/>
              <a:gd name="connsiteX1584" fmla="*/ 6856053 w 11991973"/>
              <a:gd name="connsiteY1584" fmla="*/ 86681 h 3476625"/>
              <a:gd name="connsiteX1585" fmla="*/ 6893665 w 11991973"/>
              <a:gd name="connsiteY1585" fmla="*/ 118679 h 3476625"/>
              <a:gd name="connsiteX1586" fmla="*/ 6856053 w 11991973"/>
              <a:gd name="connsiteY1586" fmla="*/ 86681 h 3476625"/>
              <a:gd name="connsiteX1587" fmla="*/ 10094671 w 11991973"/>
              <a:gd name="connsiteY1587" fmla="*/ 365942 h 3476625"/>
              <a:gd name="connsiteX1588" fmla="*/ 10077512 w 11991973"/>
              <a:gd name="connsiteY1588" fmla="*/ 374668 h 3476625"/>
              <a:gd name="connsiteX1589" fmla="*/ 10113242 w 11991973"/>
              <a:gd name="connsiteY1589" fmla="*/ 374668 h 3476625"/>
              <a:gd name="connsiteX1590" fmla="*/ 10094671 w 11991973"/>
              <a:gd name="connsiteY1590" fmla="*/ 365942 h 3476625"/>
              <a:gd name="connsiteX1591" fmla="*/ 10051417 w 11991973"/>
              <a:gd name="connsiteY1591" fmla="*/ 360124 h 3476625"/>
              <a:gd name="connsiteX1592" fmla="*/ 10039286 w 11991973"/>
              <a:gd name="connsiteY1592" fmla="*/ 370861 h 3476625"/>
              <a:gd name="connsiteX1593" fmla="*/ 10030219 w 11991973"/>
              <a:gd name="connsiteY1593" fmla="*/ 374485 h 3476625"/>
              <a:gd name="connsiteX1594" fmla="*/ 10031994 w 11991973"/>
              <a:gd name="connsiteY1594" fmla="*/ 367851 h 3476625"/>
              <a:gd name="connsiteX1595" fmla="*/ 10051417 w 11991973"/>
              <a:gd name="connsiteY1595" fmla="*/ 360124 h 3476625"/>
              <a:gd name="connsiteX1596" fmla="*/ 10128288 w 11991973"/>
              <a:gd name="connsiteY1596" fmla="*/ 363033 h 3476625"/>
              <a:gd name="connsiteX1597" fmla="*/ 10116651 w 11991973"/>
              <a:gd name="connsiteY1597" fmla="*/ 363033 h 3476625"/>
              <a:gd name="connsiteX1598" fmla="*/ 10128288 w 11991973"/>
              <a:gd name="connsiteY1598" fmla="*/ 363033 h 3476625"/>
              <a:gd name="connsiteX1599" fmla="*/ 9075154 w 11991973"/>
              <a:gd name="connsiteY1599" fmla="*/ 261218 h 3476625"/>
              <a:gd name="connsiteX1600" fmla="*/ 9112766 w 11991973"/>
              <a:gd name="connsiteY1600" fmla="*/ 293217 h 3476625"/>
              <a:gd name="connsiteX1601" fmla="*/ 9075154 w 11991973"/>
              <a:gd name="connsiteY1601" fmla="*/ 261218 h 3476625"/>
              <a:gd name="connsiteX1602" fmla="*/ 10560824 w 11991973"/>
              <a:gd name="connsiteY1602" fmla="*/ 299036 h 3476625"/>
              <a:gd name="connsiteX1603" fmla="*/ 10560404 w 11991973"/>
              <a:gd name="connsiteY1603" fmla="*/ 299510 h 3476625"/>
              <a:gd name="connsiteX1604" fmla="*/ 10559124 w 11991973"/>
              <a:gd name="connsiteY1604" fmla="*/ 299386 h 3476625"/>
              <a:gd name="connsiteX1605" fmla="*/ 11008405 w 11991973"/>
              <a:gd name="connsiteY1605" fmla="*/ 259038 h 3476625"/>
              <a:gd name="connsiteX1606" fmla="*/ 10997121 w 11991973"/>
              <a:gd name="connsiteY1606" fmla="*/ 264127 h 3476625"/>
              <a:gd name="connsiteX1607" fmla="*/ 11014047 w 11991973"/>
              <a:gd name="connsiteY1607" fmla="*/ 267037 h 3476625"/>
              <a:gd name="connsiteX1608" fmla="*/ 11008405 w 11991973"/>
              <a:gd name="connsiteY1608" fmla="*/ 259038 h 3476625"/>
              <a:gd name="connsiteX1609" fmla="*/ 11071112 w 11991973"/>
              <a:gd name="connsiteY1609" fmla="*/ 264310 h 3476625"/>
              <a:gd name="connsiteX1610" fmla="*/ 11044136 w 11991973"/>
              <a:gd name="connsiteY1610" fmla="*/ 275763 h 3476625"/>
              <a:gd name="connsiteX1611" fmla="*/ 11079868 w 11991973"/>
              <a:gd name="connsiteY1611" fmla="*/ 267037 h 3476625"/>
              <a:gd name="connsiteX1612" fmla="*/ 11071112 w 11991973"/>
              <a:gd name="connsiteY1612" fmla="*/ 264310 h 3476625"/>
              <a:gd name="connsiteX1613" fmla="*/ 11117480 w 11991973"/>
              <a:gd name="connsiteY1613" fmla="*/ 265582 h 3476625"/>
              <a:gd name="connsiteX1614" fmla="*/ 11108076 w 11991973"/>
              <a:gd name="connsiteY1614" fmla="*/ 269946 h 3476625"/>
              <a:gd name="connsiteX1615" fmla="*/ 11126883 w 11991973"/>
              <a:gd name="connsiteY1615" fmla="*/ 269946 h 3476625"/>
              <a:gd name="connsiteX1616" fmla="*/ 11117480 w 11991973"/>
              <a:gd name="connsiteY1616" fmla="*/ 265582 h 3476625"/>
              <a:gd name="connsiteX1617" fmla="*/ 11539878 w 11991973"/>
              <a:gd name="connsiteY1617" fmla="*/ 298036 h 3476625"/>
              <a:gd name="connsiteX1618" fmla="*/ 11527449 w 11991973"/>
              <a:gd name="connsiteY1618" fmla="*/ 313580 h 3476625"/>
              <a:gd name="connsiteX1619" fmla="*/ 11546255 w 11991973"/>
              <a:gd name="connsiteY1619" fmla="*/ 299036 h 3476625"/>
              <a:gd name="connsiteX1620" fmla="*/ 11539878 w 11991973"/>
              <a:gd name="connsiteY1620" fmla="*/ 298036 h 3476625"/>
              <a:gd name="connsiteX1621" fmla="*/ 11143808 w 11991973"/>
              <a:gd name="connsiteY1621" fmla="*/ 232130 h 3476625"/>
              <a:gd name="connsiteX1622" fmla="*/ 11181421 w 11991973"/>
              <a:gd name="connsiteY1622" fmla="*/ 264128 h 3476625"/>
              <a:gd name="connsiteX1623" fmla="*/ 11143808 w 11991973"/>
              <a:gd name="connsiteY1623" fmla="*/ 232130 h 3476625"/>
              <a:gd name="connsiteX1624" fmla="*/ 11465295 w 11991973"/>
              <a:gd name="connsiteY1624" fmla="*/ 170990 h 3476625"/>
              <a:gd name="connsiteX1625" fmla="*/ 11412733 w 11991973"/>
              <a:gd name="connsiteY1625" fmla="*/ 237947 h 3476625"/>
              <a:gd name="connsiteX1626" fmla="*/ 11704225 w 11991973"/>
              <a:gd name="connsiteY1626" fmla="*/ 252492 h 3476625"/>
              <a:gd name="connsiteX1627" fmla="*/ 11416494 w 11991973"/>
              <a:gd name="connsiteY1627" fmla="*/ 377578 h 3476625"/>
              <a:gd name="connsiteX1628" fmla="*/ 11141928 w 11991973"/>
              <a:gd name="connsiteY1628" fmla="*/ 470663 h 3476625"/>
              <a:gd name="connsiteX1629" fmla="*/ 11220912 w 11991973"/>
              <a:gd name="connsiteY1629" fmla="*/ 496844 h 3476625"/>
              <a:gd name="connsiteX1630" fmla="*/ 11416494 w 11991973"/>
              <a:gd name="connsiteY1630" fmla="*/ 534660 h 3476625"/>
              <a:gd name="connsiteX1631" fmla="*/ 11183300 w 11991973"/>
              <a:gd name="connsiteY1631" fmla="*/ 607385 h 3476625"/>
              <a:gd name="connsiteX1632" fmla="*/ 11113718 w 11991973"/>
              <a:gd name="connsiteY1632" fmla="*/ 624839 h 3476625"/>
              <a:gd name="connsiteX1633" fmla="*/ 11023450 w 11991973"/>
              <a:gd name="connsiteY1633" fmla="*/ 677200 h 3476625"/>
              <a:gd name="connsiteX1634" fmla="*/ 11059181 w 11991973"/>
              <a:gd name="connsiteY1634" fmla="*/ 659746 h 3476625"/>
              <a:gd name="connsiteX1635" fmla="*/ 11044136 w 11991973"/>
              <a:gd name="connsiteY1635" fmla="*/ 712108 h 3476625"/>
              <a:gd name="connsiteX1636" fmla="*/ 11329987 w 11991973"/>
              <a:gd name="connsiteY1636" fmla="*/ 616112 h 3476625"/>
              <a:gd name="connsiteX1637" fmla="*/ 11412733 w 11991973"/>
              <a:gd name="connsiteY1637" fmla="*/ 645201 h 3476625"/>
              <a:gd name="connsiteX1638" fmla="*/ 11407092 w 11991973"/>
              <a:gd name="connsiteY1638" fmla="*/ 668473 h 3476625"/>
              <a:gd name="connsiteX1639" fmla="*/ 11066703 w 11991973"/>
              <a:gd name="connsiteY1639" fmla="*/ 845920 h 3476625"/>
              <a:gd name="connsiteX1640" fmla="*/ 11773839 w 11991973"/>
              <a:gd name="connsiteY1640" fmla="*/ 876425 h 3476625"/>
              <a:gd name="connsiteX1641" fmla="*/ 11801884 w 11991973"/>
              <a:gd name="connsiteY1641" fmla="*/ 873508 h 3476625"/>
              <a:gd name="connsiteX1642" fmla="*/ 11792613 w 11991973"/>
              <a:gd name="connsiteY1642" fmla="*/ 880827 h 3476625"/>
              <a:gd name="connsiteX1643" fmla="*/ 11975030 w 11991973"/>
              <a:gd name="connsiteY1643" fmla="*/ 939006 h 3476625"/>
              <a:gd name="connsiteX1644" fmla="*/ 11956695 w 11991973"/>
              <a:gd name="connsiteY1644" fmla="*/ 947006 h 3476625"/>
              <a:gd name="connsiteX1645" fmla="*/ 11932719 w 11991973"/>
              <a:gd name="connsiteY1645" fmla="*/ 947156 h 3476625"/>
              <a:gd name="connsiteX1646" fmla="*/ 11929896 w 11991973"/>
              <a:gd name="connsiteY1646" fmla="*/ 941915 h 3476625"/>
              <a:gd name="connsiteX1647" fmla="*/ 11931993 w 11991973"/>
              <a:gd name="connsiteY1647" fmla="*/ 947159 h 3476625"/>
              <a:gd name="connsiteX1648" fmla="*/ 11927429 w 11991973"/>
              <a:gd name="connsiteY1648" fmla="*/ 947187 h 3476625"/>
              <a:gd name="connsiteX1649" fmla="*/ 11907330 w 11991973"/>
              <a:gd name="connsiteY1649" fmla="*/ 950643 h 3476625"/>
              <a:gd name="connsiteX1650" fmla="*/ 11936948 w 11991973"/>
              <a:gd name="connsiteY1650" fmla="*/ 955005 h 3476625"/>
              <a:gd name="connsiteX1651" fmla="*/ 11935242 w 11991973"/>
              <a:gd name="connsiteY1651" fmla="*/ 951838 h 3476625"/>
              <a:gd name="connsiteX1652" fmla="*/ 11941649 w 11991973"/>
              <a:gd name="connsiteY1652" fmla="*/ 953916 h 3476625"/>
              <a:gd name="connsiteX1653" fmla="*/ 11967507 w 11991973"/>
              <a:gd name="connsiteY1653" fmla="*/ 968096 h 3476625"/>
              <a:gd name="connsiteX1654" fmla="*/ 11975030 w 11991973"/>
              <a:gd name="connsiteY1654" fmla="*/ 982641 h 3476625"/>
              <a:gd name="connsiteX1655" fmla="*/ 11723028 w 11991973"/>
              <a:gd name="connsiteY1655" fmla="*/ 1116453 h 3476625"/>
              <a:gd name="connsiteX1656" fmla="*/ 11775688 w 11991973"/>
              <a:gd name="connsiteY1656" fmla="*/ 1148451 h 3476625"/>
              <a:gd name="connsiteX1657" fmla="*/ 11525568 w 11991973"/>
              <a:gd name="connsiteY1657" fmla="*/ 1232811 h 3476625"/>
              <a:gd name="connsiteX1658" fmla="*/ 11371360 w 11991973"/>
              <a:gd name="connsiteY1658" fmla="*/ 1256083 h 3476625"/>
              <a:gd name="connsiteX1659" fmla="*/ 11424016 w 11991973"/>
              <a:gd name="connsiteY1659" fmla="*/ 1270627 h 3476625"/>
              <a:gd name="connsiteX1660" fmla="*/ 11352159 w 11991973"/>
              <a:gd name="connsiteY1660" fmla="*/ 1305643 h 3476625"/>
              <a:gd name="connsiteX1661" fmla="*/ 11315192 w 11991973"/>
              <a:gd name="connsiteY1661" fmla="*/ 1305740 h 3476625"/>
              <a:gd name="connsiteX1662" fmla="*/ 10868654 w 11991973"/>
              <a:gd name="connsiteY1662" fmla="*/ 1326807 h 3476625"/>
              <a:gd name="connsiteX1663" fmla="*/ 10816609 w 11991973"/>
              <a:gd name="connsiteY1663" fmla="*/ 1336928 h 3476625"/>
              <a:gd name="connsiteX1664" fmla="*/ 10766811 w 11991973"/>
              <a:gd name="connsiteY1664" fmla="*/ 1337403 h 3476625"/>
              <a:gd name="connsiteX1665" fmla="*/ 10713377 w 11991973"/>
              <a:gd name="connsiteY1665" fmla="*/ 1342698 h 3476625"/>
              <a:gd name="connsiteX1666" fmla="*/ 10702574 w 11991973"/>
              <a:gd name="connsiteY1666" fmla="*/ 1337670 h 3476625"/>
              <a:gd name="connsiteX1667" fmla="*/ 10700179 w 11991973"/>
              <a:gd name="connsiteY1667" fmla="*/ 1341221 h 3476625"/>
              <a:gd name="connsiteX1668" fmla="*/ 10701370 w 11991973"/>
              <a:gd name="connsiteY1668" fmla="*/ 1343888 h 3476625"/>
              <a:gd name="connsiteX1669" fmla="*/ 10677420 w 11991973"/>
              <a:gd name="connsiteY1669" fmla="*/ 1346260 h 3476625"/>
              <a:gd name="connsiteX1670" fmla="*/ 10706647 w 11991973"/>
              <a:gd name="connsiteY1670" fmla="*/ 1353324 h 3476625"/>
              <a:gd name="connsiteX1671" fmla="*/ 10712794 w 11991973"/>
              <a:gd name="connsiteY1671" fmla="*/ 1361085 h 3476625"/>
              <a:gd name="connsiteX1672" fmla="*/ 10540460 w 11991973"/>
              <a:gd name="connsiteY1672" fmla="*/ 1386941 h 3476625"/>
              <a:gd name="connsiteX1673" fmla="*/ 10479508 w 11991973"/>
              <a:gd name="connsiteY1673" fmla="*/ 1402943 h 3476625"/>
              <a:gd name="connsiteX1674" fmla="*/ 10428007 w 11991973"/>
              <a:gd name="connsiteY1674" fmla="*/ 1408076 h 3476625"/>
              <a:gd name="connsiteX1675" fmla="*/ 10321988 w 11991973"/>
              <a:gd name="connsiteY1675" fmla="*/ 1430621 h 3476625"/>
              <a:gd name="connsiteX1676" fmla="*/ 10190347 w 11991973"/>
              <a:gd name="connsiteY1676" fmla="*/ 1413167 h 3476625"/>
              <a:gd name="connsiteX1677" fmla="*/ 10139570 w 11991973"/>
              <a:gd name="connsiteY1677" fmla="*/ 1430621 h 3476625"/>
              <a:gd name="connsiteX1678" fmla="*/ 10143432 w 11991973"/>
              <a:gd name="connsiteY1678" fmla="*/ 1423104 h 3476625"/>
              <a:gd name="connsiteX1679" fmla="*/ 10154615 w 11991973"/>
              <a:gd name="connsiteY1679" fmla="*/ 1418985 h 3476625"/>
              <a:gd name="connsiteX1680" fmla="*/ 10145786 w 11991973"/>
              <a:gd name="connsiteY1680" fmla="*/ 1416556 h 3476625"/>
              <a:gd name="connsiteX1681" fmla="*/ 10145095 w 11991973"/>
              <a:gd name="connsiteY1681" fmla="*/ 1413257 h 3476625"/>
              <a:gd name="connsiteX1682" fmla="*/ 10139793 w 11991973"/>
              <a:gd name="connsiteY1682" fmla="*/ 1415447 h 3476625"/>
              <a:gd name="connsiteX1683" fmla="*/ 10111097 w 11991973"/>
              <a:gd name="connsiteY1683" fmla="*/ 1419712 h 3476625"/>
              <a:gd name="connsiteX1684" fmla="*/ 9891332 w 11991973"/>
              <a:gd name="connsiteY1684" fmla="*/ 1465528 h 3476625"/>
              <a:gd name="connsiteX1685" fmla="*/ 9742765 w 11991973"/>
              <a:gd name="connsiteY1685" fmla="*/ 1514980 h 3476625"/>
              <a:gd name="connsiteX1686" fmla="*/ 9740885 w 11991973"/>
              <a:gd name="connsiteY1686" fmla="*/ 1538252 h 3476625"/>
              <a:gd name="connsiteX1687" fmla="*/ 9791661 w 11991973"/>
              <a:gd name="connsiteY1687" fmla="*/ 1532434 h 3476625"/>
              <a:gd name="connsiteX1688" fmla="*/ 10179357 w 11991973"/>
              <a:gd name="connsiteY1688" fmla="*/ 1440802 h 3476625"/>
              <a:gd name="connsiteX1689" fmla="*/ 10222719 w 11991973"/>
              <a:gd name="connsiteY1689" fmla="*/ 1428244 h 3476625"/>
              <a:gd name="connsiteX1690" fmla="*/ 10236204 w 11991973"/>
              <a:gd name="connsiteY1690" fmla="*/ 1446046 h 3476625"/>
              <a:gd name="connsiteX1691" fmla="*/ 10268186 w 11991973"/>
              <a:gd name="connsiteY1691" fmla="*/ 1452757 h 3476625"/>
              <a:gd name="connsiteX1692" fmla="*/ 10331135 w 11991973"/>
              <a:gd name="connsiteY1692" fmla="*/ 1445968 h 3476625"/>
              <a:gd name="connsiteX1693" fmla="*/ 10179063 w 11991973"/>
              <a:gd name="connsiteY1693" fmla="*/ 1509163 h 3476625"/>
              <a:gd name="connsiteX1694" fmla="*/ 10380286 w 11991973"/>
              <a:gd name="connsiteY1694" fmla="*/ 1500435 h 3476625"/>
              <a:gd name="connsiteX1695" fmla="*/ 10306944 w 11991973"/>
              <a:gd name="connsiteY1695" fmla="*/ 1523708 h 3476625"/>
              <a:gd name="connsiteX1696" fmla="*/ 10324689 w 11991973"/>
              <a:gd name="connsiteY1696" fmla="*/ 1544459 h 3476625"/>
              <a:gd name="connsiteX1697" fmla="*/ 10317813 w 11991973"/>
              <a:gd name="connsiteY1697" fmla="*/ 1547968 h 3476625"/>
              <a:gd name="connsiteX1698" fmla="*/ 10317051 w 11991973"/>
              <a:gd name="connsiteY1698" fmla="*/ 1564433 h 3476625"/>
              <a:gd name="connsiteX1699" fmla="*/ 10335884 w 11991973"/>
              <a:gd name="connsiteY1699" fmla="*/ 1562221 h 3476625"/>
              <a:gd name="connsiteX1700" fmla="*/ 10329510 w 11991973"/>
              <a:gd name="connsiteY1700" fmla="*/ 1564432 h 3476625"/>
              <a:gd name="connsiteX1701" fmla="*/ 10341053 w 11991973"/>
              <a:gd name="connsiteY1701" fmla="*/ 1561917 h 3476625"/>
              <a:gd name="connsiteX1702" fmla="*/ 10347212 w 11991973"/>
              <a:gd name="connsiteY1702" fmla="*/ 1567290 h 3476625"/>
              <a:gd name="connsiteX1703" fmla="*/ 10312673 w 11991973"/>
              <a:gd name="connsiteY1703" fmla="*/ 1566796 h 3476625"/>
              <a:gd name="connsiteX1704" fmla="*/ 10291899 w 11991973"/>
              <a:gd name="connsiteY1704" fmla="*/ 1567341 h 3476625"/>
              <a:gd name="connsiteX1705" fmla="*/ 10308314 w 11991973"/>
              <a:gd name="connsiteY1705" fmla="*/ 1581373 h 3476625"/>
              <a:gd name="connsiteX1706" fmla="*/ 10303946 w 11991973"/>
              <a:gd name="connsiteY1706" fmla="*/ 1585750 h 3476625"/>
              <a:gd name="connsiteX1707" fmla="*/ 10267450 w 11991973"/>
              <a:gd name="connsiteY1707" fmla="*/ 1619702 h 3476625"/>
              <a:gd name="connsiteX1708" fmla="*/ 10927540 w 11991973"/>
              <a:gd name="connsiteY1708" fmla="*/ 1523708 h 3476625"/>
              <a:gd name="connsiteX1709" fmla="*/ 10914376 w 11991973"/>
              <a:gd name="connsiteY1709" fmla="*/ 1561524 h 3476625"/>
              <a:gd name="connsiteX1710" fmla="*/ 11044136 w 11991973"/>
              <a:gd name="connsiteY1710" fmla="*/ 1549888 h 3476625"/>
              <a:gd name="connsiteX1711" fmla="*/ 11000881 w 11991973"/>
              <a:gd name="connsiteY1711" fmla="*/ 1602249 h 3476625"/>
              <a:gd name="connsiteX1712" fmla="*/ 11318703 w 11991973"/>
              <a:gd name="connsiteY1712" fmla="*/ 1590614 h 3476625"/>
              <a:gd name="connsiteX1713" fmla="*/ 11294256 w 11991973"/>
              <a:gd name="connsiteY1713" fmla="*/ 1634248 h 3476625"/>
              <a:gd name="connsiteX1714" fmla="*/ 11365718 w 11991973"/>
              <a:gd name="connsiteY1714" fmla="*/ 1651702 h 3476625"/>
              <a:gd name="connsiteX1715" fmla="*/ 11331779 w 11991973"/>
              <a:gd name="connsiteY1715" fmla="*/ 1668929 h 3476625"/>
              <a:gd name="connsiteX1716" fmla="*/ 11307517 w 11991973"/>
              <a:gd name="connsiteY1716" fmla="*/ 1663054 h 3476625"/>
              <a:gd name="connsiteX1717" fmla="*/ 11301983 w 11991973"/>
              <a:gd name="connsiteY1717" fmla="*/ 1658656 h 3476625"/>
              <a:gd name="connsiteX1718" fmla="*/ 11307185 w 11991973"/>
              <a:gd name="connsiteY1718" fmla="*/ 1662974 h 3476625"/>
              <a:gd name="connsiteX1719" fmla="*/ 11307517 w 11991973"/>
              <a:gd name="connsiteY1719" fmla="*/ 1663054 h 3476625"/>
              <a:gd name="connsiteX1720" fmla="*/ 11309795 w 11991973"/>
              <a:gd name="connsiteY1720" fmla="*/ 1664866 h 3476625"/>
              <a:gd name="connsiteX1721" fmla="*/ 11326225 w 11991973"/>
              <a:gd name="connsiteY1721" fmla="*/ 1680792 h 3476625"/>
              <a:gd name="connsiteX1722" fmla="*/ 10824108 w 11991973"/>
              <a:gd name="connsiteY1722" fmla="*/ 1788422 h 3476625"/>
              <a:gd name="connsiteX1723" fmla="*/ 11046017 w 11991973"/>
              <a:gd name="connsiteY1723" fmla="*/ 1785514 h 3476625"/>
              <a:gd name="connsiteX1724" fmla="*/ 10942583 w 11991973"/>
              <a:gd name="connsiteY1724" fmla="*/ 1823330 h 3476625"/>
              <a:gd name="connsiteX1725" fmla="*/ 11049779 w 11991973"/>
              <a:gd name="connsiteY1725" fmla="*/ 1875692 h 3476625"/>
              <a:gd name="connsiteX1726" fmla="*/ 11043060 w 11991973"/>
              <a:gd name="connsiteY1726" fmla="*/ 1883042 h 3476625"/>
              <a:gd name="connsiteX1727" fmla="*/ 11040933 w 11991973"/>
              <a:gd name="connsiteY1727" fmla="*/ 1882919 h 3476625"/>
              <a:gd name="connsiteX1728" fmla="*/ 11029091 w 11991973"/>
              <a:gd name="connsiteY1728" fmla="*/ 1881509 h 3476625"/>
              <a:gd name="connsiteX1729" fmla="*/ 11040140 w 11991973"/>
              <a:gd name="connsiteY1729" fmla="*/ 1886237 h 3476625"/>
              <a:gd name="connsiteX1730" fmla="*/ 11043060 w 11991973"/>
              <a:gd name="connsiteY1730" fmla="*/ 1883042 h 3476625"/>
              <a:gd name="connsiteX1731" fmla="*/ 11060355 w 11991973"/>
              <a:gd name="connsiteY1731" fmla="*/ 1884054 h 3476625"/>
              <a:gd name="connsiteX1732" fmla="*/ 11093032 w 11991973"/>
              <a:gd name="connsiteY1732" fmla="*/ 1893145 h 3476625"/>
              <a:gd name="connsiteX1733" fmla="*/ 11062942 w 11991973"/>
              <a:gd name="connsiteY1733" fmla="*/ 1942598 h 3476625"/>
              <a:gd name="connsiteX1734" fmla="*/ 11125002 w 11991973"/>
              <a:gd name="connsiteY1734" fmla="*/ 1919325 h 3476625"/>
              <a:gd name="connsiteX1735" fmla="*/ 11166845 w 11991973"/>
              <a:gd name="connsiteY1735" fmla="*/ 1931688 h 3476625"/>
              <a:gd name="connsiteX1736" fmla="*/ 11208091 w 11991973"/>
              <a:gd name="connsiteY1736" fmla="*/ 1928982 h 3476625"/>
              <a:gd name="connsiteX1737" fmla="*/ 11202106 w 11991973"/>
              <a:gd name="connsiteY1737" fmla="*/ 1951324 h 3476625"/>
              <a:gd name="connsiteX1738" fmla="*/ 11262286 w 11991973"/>
              <a:gd name="connsiteY1738" fmla="*/ 1989141 h 3476625"/>
              <a:gd name="connsiteX1739" fmla="*/ 11523688 w 11991973"/>
              <a:gd name="connsiteY1739" fmla="*/ 2096772 h 3476625"/>
              <a:gd name="connsiteX1740" fmla="*/ 10985838 w 11991973"/>
              <a:gd name="connsiteY1740" fmla="*/ 2134589 h 3476625"/>
              <a:gd name="connsiteX1741" fmla="*/ 11053539 w 11991973"/>
              <a:gd name="connsiteY1741" fmla="*/ 2181132 h 3476625"/>
              <a:gd name="connsiteX1742" fmla="*/ 11222792 w 11991973"/>
              <a:gd name="connsiteY1742" fmla="*/ 2280037 h 3476625"/>
              <a:gd name="connsiteX1743" fmla="*/ 11006524 w 11991973"/>
              <a:gd name="connsiteY1743" fmla="*/ 2280037 h 3476625"/>
              <a:gd name="connsiteX1744" fmla="*/ 10942584 w 11991973"/>
              <a:gd name="connsiteY1744" fmla="*/ 2280037 h 3476625"/>
              <a:gd name="connsiteX1745" fmla="*/ 10899330 w 11991973"/>
              <a:gd name="connsiteY1745" fmla="*/ 2288036 h 3476625"/>
              <a:gd name="connsiteX1746" fmla="*/ 10881528 w 11991973"/>
              <a:gd name="connsiteY1746" fmla="*/ 2293632 h 3476625"/>
              <a:gd name="connsiteX1747" fmla="*/ 10881465 w 11991973"/>
              <a:gd name="connsiteY1747" fmla="*/ 2293582 h 3476625"/>
              <a:gd name="connsiteX1748" fmla="*/ 10881321 w 11991973"/>
              <a:gd name="connsiteY1748" fmla="*/ 2293698 h 3476625"/>
              <a:gd name="connsiteX1749" fmla="*/ 10870123 w 11991973"/>
              <a:gd name="connsiteY1749" fmla="*/ 2297218 h 3476625"/>
              <a:gd name="connsiteX1750" fmla="*/ 10856077 w 11991973"/>
              <a:gd name="connsiteY1750" fmla="*/ 2309126 h 3476625"/>
              <a:gd name="connsiteX1751" fmla="*/ 10873002 w 11991973"/>
              <a:gd name="connsiteY1751" fmla="*/ 2300399 h 3476625"/>
              <a:gd name="connsiteX1752" fmla="*/ 10881321 w 11991973"/>
              <a:gd name="connsiteY1752" fmla="*/ 2293698 h 3476625"/>
              <a:gd name="connsiteX1753" fmla="*/ 10881528 w 11991973"/>
              <a:gd name="connsiteY1753" fmla="*/ 2293632 h 3476625"/>
              <a:gd name="connsiteX1754" fmla="*/ 10889928 w 11991973"/>
              <a:gd name="connsiteY1754" fmla="*/ 2300399 h 3476625"/>
              <a:gd name="connsiteX1755" fmla="*/ 10871122 w 11991973"/>
              <a:gd name="connsiteY1755" fmla="*/ 2346942 h 3476625"/>
              <a:gd name="connsiteX1756" fmla="*/ 10912494 w 11991973"/>
              <a:gd name="connsiteY1756" fmla="*/ 2323670 h 3476625"/>
              <a:gd name="connsiteX1757" fmla="*/ 10919200 w 11991973"/>
              <a:gd name="connsiteY1757" fmla="*/ 2320429 h 3476625"/>
              <a:gd name="connsiteX1758" fmla="*/ 10920017 w 11991973"/>
              <a:gd name="connsiteY1758" fmla="*/ 2329489 h 3476625"/>
              <a:gd name="connsiteX1759" fmla="*/ 11138166 w 11991973"/>
              <a:gd name="connsiteY1759" fmla="*/ 2329489 h 3476625"/>
              <a:gd name="connsiteX1760" fmla="*/ 11205868 w 11991973"/>
              <a:gd name="connsiteY1760" fmla="*/ 2384760 h 3476625"/>
              <a:gd name="connsiteX1761" fmla="*/ 11198345 w 11991973"/>
              <a:gd name="connsiteY1761" fmla="*/ 2405121 h 3476625"/>
              <a:gd name="connsiteX1762" fmla="*/ 10532616 w 11991973"/>
              <a:gd name="connsiteY1762" fmla="*/ 2512754 h 3476625"/>
              <a:gd name="connsiteX1763" fmla="*/ 9793540 w 11991973"/>
              <a:gd name="connsiteY1763" fmla="*/ 2620385 h 3476625"/>
              <a:gd name="connsiteX1764" fmla="*/ 9868765 w 11991973"/>
              <a:gd name="connsiteY1764" fmla="*/ 2600022 h 3476625"/>
              <a:gd name="connsiteX1765" fmla="*/ 9883811 w 11991973"/>
              <a:gd name="connsiteY1765" fmla="*/ 2579659 h 3476625"/>
              <a:gd name="connsiteX1766" fmla="*/ 9464437 w 11991973"/>
              <a:gd name="connsiteY1766" fmla="*/ 2637838 h 3476625"/>
              <a:gd name="connsiteX1767" fmla="*/ 7830201 w 11991973"/>
              <a:gd name="connsiteY1767" fmla="*/ 2888009 h 3476625"/>
              <a:gd name="connsiteX1768" fmla="*/ 6152475 w 11991973"/>
              <a:gd name="connsiteY1768" fmla="*/ 3246766 h 3476625"/>
              <a:gd name="connsiteX1769" fmla="*/ 5636287 w 11991973"/>
              <a:gd name="connsiteY1769" fmla="*/ 3363156 h 3476625"/>
              <a:gd name="connsiteX1770" fmla="*/ 5639310 w 11991973"/>
              <a:gd name="connsiteY1770" fmla="*/ 3359260 h 3476625"/>
              <a:gd name="connsiteX1771" fmla="*/ 5627320 w 11991973"/>
              <a:gd name="connsiteY1771" fmla="*/ 3357078 h 3476625"/>
              <a:gd name="connsiteX1772" fmla="*/ 5617269 w 11991973"/>
              <a:gd name="connsiteY1772" fmla="*/ 3367444 h 3476625"/>
              <a:gd name="connsiteX1773" fmla="*/ 5614860 w 11991973"/>
              <a:gd name="connsiteY1773" fmla="*/ 3367987 h 3476625"/>
              <a:gd name="connsiteX1774" fmla="*/ 5041280 w 11991973"/>
              <a:gd name="connsiteY1774" fmla="*/ 3431984 h 3476625"/>
              <a:gd name="connsiteX1775" fmla="*/ 5214296 w 11991973"/>
              <a:gd name="connsiteY1775" fmla="*/ 3370896 h 3476625"/>
              <a:gd name="connsiteX1776" fmla="*/ 5562440 w 11991973"/>
              <a:gd name="connsiteY1776" fmla="*/ 3245084 h 3476625"/>
              <a:gd name="connsiteX1777" fmla="*/ 5639651 w 11991973"/>
              <a:gd name="connsiteY1777" fmla="*/ 3227840 h 3476625"/>
              <a:gd name="connsiteX1778" fmla="*/ 5659585 w 11991973"/>
              <a:gd name="connsiteY1778" fmla="*/ 3229448 h 3476625"/>
              <a:gd name="connsiteX1779" fmla="*/ 5769070 w 11991973"/>
              <a:gd name="connsiteY1779" fmla="*/ 3207268 h 3476625"/>
              <a:gd name="connsiteX1780" fmla="*/ 5794271 w 11991973"/>
              <a:gd name="connsiteY1780" fmla="*/ 3198726 h 3476625"/>
              <a:gd name="connsiteX1781" fmla="*/ 5863890 w 11991973"/>
              <a:gd name="connsiteY1781" fmla="*/ 3190575 h 3476625"/>
              <a:gd name="connsiteX1782" fmla="*/ 5906354 w 11991973"/>
              <a:gd name="connsiteY1782" fmla="*/ 3193450 h 3476625"/>
              <a:gd name="connsiteX1783" fmla="*/ 5878145 w 11991973"/>
              <a:gd name="connsiteY1783" fmla="*/ 3219631 h 3476625"/>
              <a:gd name="connsiteX1784" fmla="*/ 5994742 w 11991973"/>
              <a:gd name="connsiteY1784" fmla="*/ 3170177 h 3476625"/>
              <a:gd name="connsiteX1785" fmla="*/ 6555157 w 11991973"/>
              <a:gd name="connsiteY1785" fmla="*/ 3068364 h 3476625"/>
              <a:gd name="connsiteX1786" fmla="*/ 7339366 w 11991973"/>
              <a:gd name="connsiteY1786" fmla="*/ 2879282 h 3476625"/>
              <a:gd name="connsiteX1787" fmla="*/ 7510325 w 11991973"/>
              <a:gd name="connsiteY1787" fmla="*/ 2822421 h 3476625"/>
              <a:gd name="connsiteX1788" fmla="*/ 7559547 w 11991973"/>
              <a:gd name="connsiteY1788" fmla="*/ 2804245 h 3476625"/>
              <a:gd name="connsiteX1789" fmla="*/ 7587752 w 11991973"/>
              <a:gd name="connsiteY1789" fmla="*/ 2798287 h 3476625"/>
              <a:gd name="connsiteX1790" fmla="*/ 8125454 w 11991973"/>
              <a:gd name="connsiteY1790" fmla="*/ 2696018 h 3476625"/>
              <a:gd name="connsiteX1791" fmla="*/ 7623461 w 11991973"/>
              <a:gd name="connsiteY1791" fmla="*/ 2780644 h 3476625"/>
              <a:gd name="connsiteX1792" fmla="*/ 7559547 w 11991973"/>
              <a:gd name="connsiteY1792" fmla="*/ 2804245 h 3476625"/>
              <a:gd name="connsiteX1793" fmla="*/ 7049520 w 11991973"/>
              <a:gd name="connsiteY1793" fmla="*/ 2912009 h 3476625"/>
              <a:gd name="connsiteX1794" fmla="*/ 5972174 w 11991973"/>
              <a:gd name="connsiteY1794" fmla="*/ 3141089 h 3476625"/>
              <a:gd name="connsiteX1795" fmla="*/ 5882787 w 11991973"/>
              <a:gd name="connsiteY1795" fmla="*/ 3168724 h 3476625"/>
              <a:gd name="connsiteX1796" fmla="*/ 5844206 w 11991973"/>
              <a:gd name="connsiteY1796" fmla="*/ 3181800 h 3476625"/>
              <a:gd name="connsiteX1797" fmla="*/ 5823842 w 11991973"/>
              <a:gd name="connsiteY1797" fmla="*/ 3178541 h 3476625"/>
              <a:gd name="connsiteX1798" fmla="*/ 5810443 w 11991973"/>
              <a:gd name="connsiteY1798" fmla="*/ 3190541 h 3476625"/>
              <a:gd name="connsiteX1799" fmla="*/ 5827370 w 11991973"/>
              <a:gd name="connsiteY1799" fmla="*/ 3187268 h 3476625"/>
              <a:gd name="connsiteX1800" fmla="*/ 5841666 w 11991973"/>
              <a:gd name="connsiteY1800" fmla="*/ 3182662 h 3476625"/>
              <a:gd name="connsiteX1801" fmla="*/ 5794271 w 11991973"/>
              <a:gd name="connsiteY1801" fmla="*/ 3198726 h 3476625"/>
              <a:gd name="connsiteX1802" fmla="*/ 5784204 w 11991973"/>
              <a:gd name="connsiteY1802" fmla="*/ 3199904 h 3476625"/>
              <a:gd name="connsiteX1803" fmla="*/ 5679615 w 11991973"/>
              <a:gd name="connsiteY1803" fmla="*/ 3218915 h 3476625"/>
              <a:gd name="connsiteX1804" fmla="*/ 5639651 w 11991973"/>
              <a:gd name="connsiteY1804" fmla="*/ 3227840 h 3476625"/>
              <a:gd name="connsiteX1805" fmla="*/ 5615353 w 11991973"/>
              <a:gd name="connsiteY1805" fmla="*/ 3225881 h 3476625"/>
              <a:gd name="connsiteX1806" fmla="*/ 5604759 w 11991973"/>
              <a:gd name="connsiteY1806" fmla="*/ 3220044 h 3476625"/>
              <a:gd name="connsiteX1807" fmla="*/ 5609220 w 11991973"/>
              <a:gd name="connsiteY1807" fmla="*/ 3213812 h 3476625"/>
              <a:gd name="connsiteX1808" fmla="*/ 5596997 w 11991973"/>
              <a:gd name="connsiteY1808" fmla="*/ 3215267 h 3476625"/>
              <a:gd name="connsiteX1809" fmla="*/ 5596759 w 11991973"/>
              <a:gd name="connsiteY1809" fmla="*/ 3215635 h 3476625"/>
              <a:gd name="connsiteX1810" fmla="*/ 5582893 w 11991973"/>
              <a:gd name="connsiteY1810" fmla="*/ 3207995 h 3476625"/>
              <a:gd name="connsiteX1811" fmla="*/ 5250026 w 11991973"/>
              <a:gd name="connsiteY1811" fmla="*/ 3283628 h 3476625"/>
              <a:gd name="connsiteX1812" fmla="*/ 5285758 w 11991973"/>
              <a:gd name="connsiteY1812" fmla="*/ 3234175 h 3476625"/>
              <a:gd name="connsiteX1813" fmla="*/ 5161639 w 11991973"/>
              <a:gd name="connsiteY1813" fmla="*/ 3286536 h 3476625"/>
              <a:gd name="connsiteX1814" fmla="*/ 5087589 w 11991973"/>
              <a:gd name="connsiteY1814" fmla="*/ 3284491 h 3476625"/>
              <a:gd name="connsiteX1815" fmla="*/ 5076085 w 11991973"/>
              <a:gd name="connsiteY1815" fmla="*/ 3290789 h 3476625"/>
              <a:gd name="connsiteX1816" fmla="*/ 5074660 w 11991973"/>
              <a:gd name="connsiteY1816" fmla="*/ 3276356 h 3476625"/>
              <a:gd name="connsiteX1817" fmla="*/ 5074661 w 11991973"/>
              <a:gd name="connsiteY1817" fmla="*/ 3275031 h 3476625"/>
              <a:gd name="connsiteX1818" fmla="*/ 5080538 w 11991973"/>
              <a:gd name="connsiteY1818" fmla="*/ 3275265 h 3476625"/>
              <a:gd name="connsiteX1819" fmla="*/ 5088295 w 11991973"/>
              <a:gd name="connsiteY1819" fmla="*/ 3269083 h 3476625"/>
              <a:gd name="connsiteX1820" fmla="*/ 5081948 w 11991973"/>
              <a:gd name="connsiteY1820" fmla="*/ 3266537 h 3476625"/>
              <a:gd name="connsiteX1821" fmla="*/ 5074661 w 11991973"/>
              <a:gd name="connsiteY1821" fmla="*/ 3272298 h 3476625"/>
              <a:gd name="connsiteX1822" fmla="*/ 5074661 w 11991973"/>
              <a:gd name="connsiteY1822" fmla="*/ 3254901 h 3476625"/>
              <a:gd name="connsiteX1823" fmla="*/ 5078894 w 11991973"/>
              <a:gd name="connsiteY1823" fmla="*/ 3248719 h 3476625"/>
              <a:gd name="connsiteX1824" fmla="*/ 5056325 w 11991973"/>
              <a:gd name="connsiteY1824" fmla="*/ 3245812 h 3476625"/>
              <a:gd name="connsiteX1825" fmla="*/ 5061968 w 11991973"/>
              <a:gd name="connsiteY1825" fmla="*/ 3266173 h 3476625"/>
              <a:gd name="connsiteX1826" fmla="*/ 5033758 w 11991973"/>
              <a:gd name="connsiteY1826" fmla="*/ 3274900 h 3476625"/>
              <a:gd name="connsiteX1827" fmla="*/ 4998027 w 11991973"/>
              <a:gd name="connsiteY1827" fmla="*/ 3286536 h 3476625"/>
              <a:gd name="connsiteX1828" fmla="*/ 4909641 w 11991973"/>
              <a:gd name="connsiteY1828" fmla="*/ 3301081 h 3476625"/>
              <a:gd name="connsiteX1829" fmla="*/ 4811848 w 11991973"/>
              <a:gd name="connsiteY1829" fmla="*/ 3309808 h 3476625"/>
              <a:gd name="connsiteX1830" fmla="*/ 4787167 w 11991973"/>
              <a:gd name="connsiteY1830" fmla="*/ 3279264 h 3476625"/>
              <a:gd name="connsiteX1831" fmla="*/ 4776555 w 11991973"/>
              <a:gd name="connsiteY1831" fmla="*/ 3290467 h 3476625"/>
              <a:gd name="connsiteX1832" fmla="*/ 4775177 w 11991973"/>
              <a:gd name="connsiteY1832" fmla="*/ 3288400 h 3476625"/>
              <a:gd name="connsiteX1833" fmla="*/ 4775177 w 11991973"/>
              <a:gd name="connsiteY1833" fmla="*/ 3291263 h 3476625"/>
              <a:gd name="connsiteX1834" fmla="*/ 4775405 w 11991973"/>
              <a:gd name="connsiteY1834" fmla="*/ 3291682 h 3476625"/>
              <a:gd name="connsiteX1835" fmla="*/ 4761337 w 11991973"/>
              <a:gd name="connsiteY1835" fmla="*/ 3306536 h 3476625"/>
              <a:gd name="connsiteX1836" fmla="*/ 4744337 w 11991973"/>
              <a:gd name="connsiteY1836" fmla="*/ 3318910 h 3476625"/>
              <a:gd name="connsiteX1837" fmla="*/ 4739211 w 11991973"/>
              <a:gd name="connsiteY1837" fmla="*/ 3301808 h 3476625"/>
              <a:gd name="connsiteX1838" fmla="*/ 4732601 w 11991973"/>
              <a:gd name="connsiteY1838" fmla="*/ 3290090 h 3476625"/>
              <a:gd name="connsiteX1839" fmla="*/ 4749407 w 11991973"/>
              <a:gd name="connsiteY1839" fmla="*/ 3277764 h 3476625"/>
              <a:gd name="connsiteX1840" fmla="*/ 4725341 w 11991973"/>
              <a:gd name="connsiteY1840" fmla="*/ 3274900 h 3476625"/>
              <a:gd name="connsiteX1841" fmla="*/ 4830654 w 11991973"/>
              <a:gd name="connsiteY1841" fmla="*/ 3266174 h 3476625"/>
              <a:gd name="connsiteX1842" fmla="*/ 5077013 w 11991973"/>
              <a:gd name="connsiteY1842" fmla="*/ 3152725 h 3476625"/>
              <a:gd name="connsiteX1843" fmla="*/ 5065728 w 11991973"/>
              <a:gd name="connsiteY1843" fmla="*/ 3143997 h 3476625"/>
              <a:gd name="connsiteX1844" fmla="*/ 5071371 w 11991973"/>
              <a:gd name="connsiteY1844" fmla="*/ 3173087 h 3476625"/>
              <a:gd name="connsiteX1845" fmla="*/ 5385429 w 11991973"/>
              <a:gd name="connsiteY1845" fmla="*/ 3065455 h 3476625"/>
              <a:gd name="connsiteX1846" fmla="*/ 4789280 w 11991973"/>
              <a:gd name="connsiteY1846" fmla="*/ 3141089 h 3476625"/>
              <a:gd name="connsiteX1847" fmla="*/ 4155520 w 11991973"/>
              <a:gd name="connsiteY1847" fmla="*/ 3267264 h 3476625"/>
              <a:gd name="connsiteX1848" fmla="*/ 3779068 w 11991973"/>
              <a:gd name="connsiteY1848" fmla="*/ 3349012 h 3476625"/>
              <a:gd name="connsiteX1849" fmla="*/ 3777376 w 11991973"/>
              <a:gd name="connsiteY1849" fmla="*/ 3347851 h 3476625"/>
              <a:gd name="connsiteX1850" fmla="*/ 3775142 w 11991973"/>
              <a:gd name="connsiteY1850" fmla="*/ 3349865 h 3476625"/>
              <a:gd name="connsiteX1851" fmla="*/ 3565138 w 11991973"/>
              <a:gd name="connsiteY1851" fmla="*/ 3395468 h 3476625"/>
              <a:gd name="connsiteX1852" fmla="*/ 3570656 w 11991973"/>
              <a:gd name="connsiteY1852" fmla="*/ 3388350 h 3476625"/>
              <a:gd name="connsiteX1853" fmla="*/ 3548088 w 11991973"/>
              <a:gd name="connsiteY1853" fmla="*/ 3397077 h 3476625"/>
              <a:gd name="connsiteX1854" fmla="*/ 3553719 w 11991973"/>
              <a:gd name="connsiteY1854" fmla="*/ 3397948 h 3476625"/>
              <a:gd name="connsiteX1855" fmla="*/ 3544328 w 11991973"/>
              <a:gd name="connsiteY1855" fmla="*/ 3399986 h 3476625"/>
              <a:gd name="connsiteX1856" fmla="*/ 2970749 w 11991973"/>
              <a:gd name="connsiteY1856" fmla="*/ 3463983 h 3476625"/>
              <a:gd name="connsiteX1857" fmla="*/ 3143762 w 11991973"/>
              <a:gd name="connsiteY1857" fmla="*/ 3402895 h 3476625"/>
              <a:gd name="connsiteX1858" fmla="*/ 3491908 w 11991973"/>
              <a:gd name="connsiteY1858" fmla="*/ 3277082 h 3476625"/>
              <a:gd name="connsiteX1859" fmla="*/ 3569118 w 11991973"/>
              <a:gd name="connsiteY1859" fmla="*/ 3259839 h 3476625"/>
              <a:gd name="connsiteX1860" fmla="*/ 3589052 w 11991973"/>
              <a:gd name="connsiteY1860" fmla="*/ 3261447 h 3476625"/>
              <a:gd name="connsiteX1861" fmla="*/ 3698539 w 11991973"/>
              <a:gd name="connsiteY1861" fmla="*/ 3239267 h 3476625"/>
              <a:gd name="connsiteX1862" fmla="*/ 3723742 w 11991973"/>
              <a:gd name="connsiteY1862" fmla="*/ 3230724 h 3476625"/>
              <a:gd name="connsiteX1863" fmla="*/ 3793358 w 11991973"/>
              <a:gd name="connsiteY1863" fmla="*/ 3222573 h 3476625"/>
              <a:gd name="connsiteX1864" fmla="*/ 3835821 w 11991973"/>
              <a:gd name="connsiteY1864" fmla="*/ 3225448 h 3476625"/>
              <a:gd name="connsiteX1865" fmla="*/ 3807613 w 11991973"/>
              <a:gd name="connsiteY1865" fmla="*/ 3251629 h 3476625"/>
              <a:gd name="connsiteX1866" fmla="*/ 3924209 w 11991973"/>
              <a:gd name="connsiteY1866" fmla="*/ 3202177 h 3476625"/>
              <a:gd name="connsiteX1867" fmla="*/ 4484624 w 11991973"/>
              <a:gd name="connsiteY1867" fmla="*/ 3100363 h 3476625"/>
              <a:gd name="connsiteX1868" fmla="*/ 5985338 w 11991973"/>
              <a:gd name="connsiteY1868" fmla="*/ 2751287 h 3476625"/>
              <a:gd name="connsiteX1869" fmla="*/ 5966532 w 11991973"/>
              <a:gd name="connsiteY1869" fmla="*/ 2745470 h 3476625"/>
              <a:gd name="connsiteX1870" fmla="*/ 3901643 w 11991973"/>
              <a:gd name="connsiteY1870" fmla="*/ 3173087 h 3476625"/>
              <a:gd name="connsiteX1871" fmla="*/ 3812256 w 11991973"/>
              <a:gd name="connsiteY1871" fmla="*/ 3200722 h 3476625"/>
              <a:gd name="connsiteX1872" fmla="*/ 3723742 w 11991973"/>
              <a:gd name="connsiteY1872" fmla="*/ 3230724 h 3476625"/>
              <a:gd name="connsiteX1873" fmla="*/ 3713671 w 11991973"/>
              <a:gd name="connsiteY1873" fmla="*/ 3231902 h 3476625"/>
              <a:gd name="connsiteX1874" fmla="*/ 3609083 w 11991973"/>
              <a:gd name="connsiteY1874" fmla="*/ 3250913 h 3476625"/>
              <a:gd name="connsiteX1875" fmla="*/ 3569118 w 11991973"/>
              <a:gd name="connsiteY1875" fmla="*/ 3259839 h 3476625"/>
              <a:gd name="connsiteX1876" fmla="*/ 3544821 w 11991973"/>
              <a:gd name="connsiteY1876" fmla="*/ 3257879 h 3476625"/>
              <a:gd name="connsiteX1877" fmla="*/ 3534085 w 11991973"/>
              <a:gd name="connsiteY1877" fmla="*/ 3251963 h 3476625"/>
              <a:gd name="connsiteX1878" fmla="*/ 3540567 w 11991973"/>
              <a:gd name="connsiteY1878" fmla="*/ 3242902 h 3476625"/>
              <a:gd name="connsiteX1879" fmla="*/ 3528344 w 11991973"/>
              <a:gd name="connsiteY1879" fmla="*/ 3244357 h 3476625"/>
              <a:gd name="connsiteX1880" fmla="*/ 3526226 w 11991973"/>
              <a:gd name="connsiteY1880" fmla="*/ 3247633 h 3476625"/>
              <a:gd name="connsiteX1881" fmla="*/ 3512359 w 11991973"/>
              <a:gd name="connsiteY1881" fmla="*/ 3239993 h 3476625"/>
              <a:gd name="connsiteX1882" fmla="*/ 3179494 w 11991973"/>
              <a:gd name="connsiteY1882" fmla="*/ 3315626 h 3476625"/>
              <a:gd name="connsiteX1883" fmla="*/ 3215227 w 11991973"/>
              <a:gd name="connsiteY1883" fmla="*/ 3266174 h 3476625"/>
              <a:gd name="connsiteX1884" fmla="*/ 3091107 w 11991973"/>
              <a:gd name="connsiteY1884" fmla="*/ 3318535 h 3476625"/>
              <a:gd name="connsiteX1885" fmla="*/ 3017058 w 11991973"/>
              <a:gd name="connsiteY1885" fmla="*/ 3316490 h 3476625"/>
              <a:gd name="connsiteX1886" fmla="*/ 3005554 w 11991973"/>
              <a:gd name="connsiteY1886" fmla="*/ 3322787 h 3476625"/>
              <a:gd name="connsiteX1887" fmla="*/ 3004129 w 11991973"/>
              <a:gd name="connsiteY1887" fmla="*/ 3308354 h 3476625"/>
              <a:gd name="connsiteX1888" fmla="*/ 3004129 w 11991973"/>
              <a:gd name="connsiteY1888" fmla="*/ 3304046 h 3476625"/>
              <a:gd name="connsiteX1889" fmla="*/ 3011887 w 11991973"/>
              <a:gd name="connsiteY1889" fmla="*/ 3304354 h 3476625"/>
              <a:gd name="connsiteX1890" fmla="*/ 3019643 w 11991973"/>
              <a:gd name="connsiteY1890" fmla="*/ 3298173 h 3476625"/>
              <a:gd name="connsiteX1891" fmla="*/ 3013296 w 11991973"/>
              <a:gd name="connsiteY1891" fmla="*/ 3295627 h 3476625"/>
              <a:gd name="connsiteX1892" fmla="*/ 3004129 w 11991973"/>
              <a:gd name="connsiteY1892" fmla="*/ 3302876 h 3476625"/>
              <a:gd name="connsiteX1893" fmla="*/ 3004129 w 11991973"/>
              <a:gd name="connsiteY1893" fmla="*/ 3286901 h 3476625"/>
              <a:gd name="connsiteX1894" fmla="*/ 3008360 w 11991973"/>
              <a:gd name="connsiteY1894" fmla="*/ 3280719 h 3476625"/>
              <a:gd name="connsiteX1895" fmla="*/ 2985794 w 11991973"/>
              <a:gd name="connsiteY1895" fmla="*/ 3277809 h 3476625"/>
              <a:gd name="connsiteX1896" fmla="*/ 2991435 w 11991973"/>
              <a:gd name="connsiteY1896" fmla="*/ 3298173 h 3476625"/>
              <a:gd name="connsiteX1897" fmla="*/ 2963223 w 11991973"/>
              <a:gd name="connsiteY1897" fmla="*/ 3306899 h 3476625"/>
              <a:gd name="connsiteX1898" fmla="*/ 2927494 w 11991973"/>
              <a:gd name="connsiteY1898" fmla="*/ 3318535 h 3476625"/>
              <a:gd name="connsiteX1899" fmla="*/ 2839107 w 11991973"/>
              <a:gd name="connsiteY1899" fmla="*/ 3333080 h 3476625"/>
              <a:gd name="connsiteX1900" fmla="*/ 2741316 w 11991973"/>
              <a:gd name="connsiteY1900" fmla="*/ 3341806 h 3476625"/>
              <a:gd name="connsiteX1901" fmla="*/ 2716635 w 11991973"/>
              <a:gd name="connsiteY1901" fmla="*/ 3311263 h 3476625"/>
              <a:gd name="connsiteX1902" fmla="*/ 2708266 w 11991973"/>
              <a:gd name="connsiteY1902" fmla="*/ 3320098 h 3476625"/>
              <a:gd name="connsiteX1903" fmla="*/ 2706525 w 11991973"/>
              <a:gd name="connsiteY1903" fmla="*/ 3317490 h 3476625"/>
              <a:gd name="connsiteX1904" fmla="*/ 2706526 w 11991973"/>
              <a:gd name="connsiteY1904" fmla="*/ 3320353 h 3476625"/>
              <a:gd name="connsiteX1905" fmla="*/ 2707073 w 11991973"/>
              <a:gd name="connsiteY1905" fmla="*/ 3321358 h 3476625"/>
              <a:gd name="connsiteX1906" fmla="*/ 2690804 w 11991973"/>
              <a:gd name="connsiteY1906" fmla="*/ 3338535 h 3476625"/>
              <a:gd name="connsiteX1907" fmla="*/ 2673803 w 11991973"/>
              <a:gd name="connsiteY1907" fmla="*/ 3350910 h 3476625"/>
              <a:gd name="connsiteX1908" fmla="*/ 2668679 w 11991973"/>
              <a:gd name="connsiteY1908" fmla="*/ 3333807 h 3476625"/>
              <a:gd name="connsiteX1909" fmla="*/ 2662068 w 11991973"/>
              <a:gd name="connsiteY1909" fmla="*/ 3322088 h 3476625"/>
              <a:gd name="connsiteX1910" fmla="*/ 2678875 w 11991973"/>
              <a:gd name="connsiteY1910" fmla="*/ 3309762 h 3476625"/>
              <a:gd name="connsiteX1911" fmla="*/ 2654808 w 11991973"/>
              <a:gd name="connsiteY1911" fmla="*/ 3306899 h 3476625"/>
              <a:gd name="connsiteX1912" fmla="*/ 2760122 w 11991973"/>
              <a:gd name="connsiteY1912" fmla="*/ 3298173 h 3476625"/>
              <a:gd name="connsiteX1913" fmla="*/ 3006480 w 11991973"/>
              <a:gd name="connsiteY1913" fmla="*/ 3184723 h 3476625"/>
              <a:gd name="connsiteX1914" fmla="*/ 2995195 w 11991973"/>
              <a:gd name="connsiteY1914" fmla="*/ 3175996 h 3476625"/>
              <a:gd name="connsiteX1915" fmla="*/ 3000837 w 11991973"/>
              <a:gd name="connsiteY1915" fmla="*/ 3205086 h 3476625"/>
              <a:gd name="connsiteX1916" fmla="*/ 3314898 w 11991973"/>
              <a:gd name="connsiteY1916" fmla="*/ 3097454 h 3476625"/>
              <a:gd name="connsiteX1917" fmla="*/ 2965106 w 11991973"/>
              <a:gd name="connsiteY1917" fmla="*/ 3129452 h 3476625"/>
              <a:gd name="connsiteX1918" fmla="*/ 3092282 w 11991973"/>
              <a:gd name="connsiteY1918" fmla="*/ 3068728 h 3476625"/>
              <a:gd name="connsiteX1919" fmla="*/ 3161370 w 11991973"/>
              <a:gd name="connsiteY1919" fmla="*/ 3042620 h 3476625"/>
              <a:gd name="connsiteX1920" fmla="*/ 3172911 w 11991973"/>
              <a:gd name="connsiteY1920" fmla="*/ 3042547 h 3476625"/>
              <a:gd name="connsiteX1921" fmla="*/ 3237790 w 11991973"/>
              <a:gd name="connsiteY1921" fmla="*/ 3027639 h 3476625"/>
              <a:gd name="connsiteX1922" fmla="*/ 3183814 w 11991973"/>
              <a:gd name="connsiteY1922" fmla="*/ 3034139 h 3476625"/>
              <a:gd name="connsiteX1923" fmla="*/ 3161370 w 11991973"/>
              <a:gd name="connsiteY1923" fmla="*/ 3042620 h 3476625"/>
              <a:gd name="connsiteX1924" fmla="*/ 3136770 w 11991973"/>
              <a:gd name="connsiteY1924" fmla="*/ 3042774 h 3476625"/>
              <a:gd name="connsiteX1925" fmla="*/ 3124955 w 11991973"/>
              <a:gd name="connsiteY1925" fmla="*/ 3042183 h 3476625"/>
              <a:gd name="connsiteX1926" fmla="*/ 3140003 w 11991973"/>
              <a:gd name="connsiteY1926" fmla="*/ 3016003 h 3476625"/>
              <a:gd name="connsiteX1927" fmla="*/ 3152698 w 11991973"/>
              <a:gd name="connsiteY1927" fmla="*/ 3026549 h 3476625"/>
              <a:gd name="connsiteX1928" fmla="*/ 3155489 w 11991973"/>
              <a:gd name="connsiteY1928" fmla="*/ 3022556 h 3476625"/>
              <a:gd name="connsiteX1929" fmla="*/ 3151285 w 11991973"/>
              <a:gd name="connsiteY1929" fmla="*/ 3039274 h 3476625"/>
              <a:gd name="connsiteX1930" fmla="*/ 3292330 w 11991973"/>
              <a:gd name="connsiteY1930" fmla="*/ 2984005 h 3476625"/>
              <a:gd name="connsiteX1931" fmla="*/ 3262239 w 11991973"/>
              <a:gd name="connsiteY1931" fmla="*/ 3007277 h 3476625"/>
              <a:gd name="connsiteX1932" fmla="*/ 3820775 w 11991973"/>
              <a:gd name="connsiteY1932" fmla="*/ 2835647 h 3476625"/>
              <a:gd name="connsiteX1933" fmla="*/ 3788808 w 11991973"/>
              <a:gd name="connsiteY1933" fmla="*/ 2826921 h 3476625"/>
              <a:gd name="connsiteX1934" fmla="*/ 3783164 w 11991973"/>
              <a:gd name="connsiteY1934" fmla="*/ 2824012 h 3476625"/>
              <a:gd name="connsiteX1935" fmla="*/ 3841464 w 11991973"/>
              <a:gd name="connsiteY1935" fmla="*/ 2847283 h 3476625"/>
              <a:gd name="connsiteX1936" fmla="*/ 4007190 w 11991973"/>
              <a:gd name="connsiteY1936" fmla="*/ 2786559 h 3476625"/>
              <a:gd name="connsiteX1937" fmla="*/ 4075323 w 11991973"/>
              <a:gd name="connsiteY1937" fmla="*/ 2759786 h 3476625"/>
              <a:gd name="connsiteX1938" fmla="*/ 4118496 w 11991973"/>
              <a:gd name="connsiteY1938" fmla="*/ 2748334 h 3476625"/>
              <a:gd name="connsiteX1939" fmla="*/ 4148046 w 11991973"/>
              <a:gd name="connsiteY1939" fmla="*/ 2745790 h 3476625"/>
              <a:gd name="connsiteX1940" fmla="*/ 4151759 w 11991973"/>
              <a:gd name="connsiteY1940" fmla="*/ 2771650 h 3476625"/>
              <a:gd name="connsiteX1941" fmla="*/ 4317252 w 11991973"/>
              <a:gd name="connsiteY1941" fmla="*/ 2748379 h 3476625"/>
              <a:gd name="connsiteX1942" fmla="*/ 4376490 w 11991973"/>
              <a:gd name="connsiteY1942" fmla="*/ 2706926 h 3476625"/>
              <a:gd name="connsiteX1943" fmla="*/ 4415131 w 11991973"/>
              <a:gd name="connsiteY1943" fmla="*/ 2688774 h 3476625"/>
              <a:gd name="connsiteX1944" fmla="*/ 4424217 w 11991973"/>
              <a:gd name="connsiteY1944" fmla="*/ 2689682 h 3476625"/>
              <a:gd name="connsiteX1945" fmla="*/ 4423976 w 11991973"/>
              <a:gd name="connsiteY1945" fmla="*/ 2693155 h 3476625"/>
              <a:gd name="connsiteX1946" fmla="*/ 4432188 w 11991973"/>
              <a:gd name="connsiteY1946" fmla="*/ 2690955 h 3476625"/>
              <a:gd name="connsiteX1947" fmla="*/ 4432698 w 11991973"/>
              <a:gd name="connsiteY1947" fmla="*/ 2690529 h 3476625"/>
              <a:gd name="connsiteX1948" fmla="*/ 4446248 w 11991973"/>
              <a:gd name="connsiteY1948" fmla="*/ 2691883 h 3476625"/>
              <a:gd name="connsiteX1949" fmla="*/ 4451810 w 11991973"/>
              <a:gd name="connsiteY1949" fmla="*/ 2691993 h 3476625"/>
              <a:gd name="connsiteX1950" fmla="*/ 4448893 w 11991973"/>
              <a:gd name="connsiteY1950" fmla="*/ 2698927 h 3476625"/>
              <a:gd name="connsiteX1951" fmla="*/ 4459004 w 11991973"/>
              <a:gd name="connsiteY1951" fmla="*/ 2694927 h 3476625"/>
              <a:gd name="connsiteX1952" fmla="*/ 4458313 w 11991973"/>
              <a:gd name="connsiteY1952" fmla="*/ 2692123 h 3476625"/>
              <a:gd name="connsiteX1953" fmla="*/ 4467123 w 11991973"/>
              <a:gd name="connsiteY1953" fmla="*/ 2692298 h 3476625"/>
              <a:gd name="connsiteX1954" fmla="*/ 4461793 w 11991973"/>
              <a:gd name="connsiteY1954" fmla="*/ 2702564 h 3476625"/>
              <a:gd name="connsiteX1955" fmla="*/ 4447013 w 11991973"/>
              <a:gd name="connsiteY1955" fmla="*/ 2710563 h 3476625"/>
              <a:gd name="connsiteX1956" fmla="*/ 4501550 w 11991973"/>
              <a:gd name="connsiteY1956" fmla="*/ 2684382 h 3476625"/>
              <a:gd name="connsiteX1957" fmla="*/ 4483000 w 11991973"/>
              <a:gd name="connsiteY1957" fmla="*/ 2692615 h 3476625"/>
              <a:gd name="connsiteX1958" fmla="*/ 4467123 w 11991973"/>
              <a:gd name="connsiteY1958" fmla="*/ 2692298 h 3476625"/>
              <a:gd name="connsiteX1959" fmla="*/ 4469348 w 11991973"/>
              <a:gd name="connsiteY1959" fmla="*/ 2688019 h 3476625"/>
              <a:gd name="connsiteX1960" fmla="*/ 4478982 w 11991973"/>
              <a:gd name="connsiteY1960" fmla="*/ 2669837 h 3476625"/>
              <a:gd name="connsiteX1961" fmla="*/ 4424915 w 11991973"/>
              <a:gd name="connsiteY1961" fmla="*/ 2679655 h 3476625"/>
              <a:gd name="connsiteX1962" fmla="*/ 4424582 w 11991973"/>
              <a:gd name="connsiteY1962" fmla="*/ 2684435 h 3476625"/>
              <a:gd name="connsiteX1963" fmla="*/ 4424094 w 11991973"/>
              <a:gd name="connsiteY1963" fmla="*/ 2684564 h 3476625"/>
              <a:gd name="connsiteX1964" fmla="*/ 4415131 w 11991973"/>
              <a:gd name="connsiteY1964" fmla="*/ 2688774 h 3476625"/>
              <a:gd name="connsiteX1965" fmla="*/ 4338410 w 11991973"/>
              <a:gd name="connsiteY1965" fmla="*/ 2681109 h 3476625"/>
              <a:gd name="connsiteX1966" fmla="*/ 4166840 w 11991973"/>
              <a:gd name="connsiteY1966" fmla="*/ 2707648 h 3476625"/>
              <a:gd name="connsiteX1967" fmla="*/ 4130686 w 11991973"/>
              <a:gd name="connsiteY1967" fmla="*/ 2742243 h 3476625"/>
              <a:gd name="connsiteX1968" fmla="*/ 4103539 w 11991973"/>
              <a:gd name="connsiteY1968" fmla="*/ 2748698 h 3476625"/>
              <a:gd name="connsiteX1969" fmla="*/ 4075323 w 11991973"/>
              <a:gd name="connsiteY1969" fmla="*/ 2759786 h 3476625"/>
              <a:gd name="connsiteX1970" fmla="*/ 4067602 w 11991973"/>
              <a:gd name="connsiteY1970" fmla="*/ 2761833 h 3476625"/>
              <a:gd name="connsiteX1971" fmla="*/ 3986270 w 11991973"/>
              <a:gd name="connsiteY1971" fmla="*/ 2771651 h 3476625"/>
              <a:gd name="connsiteX1972" fmla="*/ 4006955 w 11991973"/>
              <a:gd name="connsiteY1972" fmla="*/ 2754197 h 3476625"/>
              <a:gd name="connsiteX1973" fmla="*/ 3982038 w 11991973"/>
              <a:gd name="connsiteY1973" fmla="*/ 2752378 h 3476625"/>
              <a:gd name="connsiteX1974" fmla="*/ 3978910 w 11991973"/>
              <a:gd name="connsiteY1974" fmla="*/ 2753473 h 3476625"/>
              <a:gd name="connsiteX1975" fmla="*/ 3979684 w 11991973"/>
              <a:gd name="connsiteY1975" fmla="*/ 2748794 h 3476625"/>
              <a:gd name="connsiteX1976" fmla="*/ 4116028 w 11991973"/>
              <a:gd name="connsiteY1976" fmla="*/ 2716380 h 3476625"/>
              <a:gd name="connsiteX1977" fmla="*/ 4100719 w 11991973"/>
              <a:gd name="connsiteY1977" fmla="*/ 2715154 h 3476625"/>
              <a:gd name="connsiteX1978" fmla="*/ 4051136 w 11991973"/>
              <a:gd name="connsiteY1978" fmla="*/ 2720749 h 3476625"/>
              <a:gd name="connsiteX1979" fmla="*/ 4056084 w 11991973"/>
              <a:gd name="connsiteY1979" fmla="*/ 2713836 h 3476625"/>
              <a:gd name="connsiteX1980" fmla="*/ 4051149 w 11991973"/>
              <a:gd name="connsiteY1980" fmla="*/ 2714927 h 3476625"/>
              <a:gd name="connsiteX1981" fmla="*/ 4044592 w 11991973"/>
              <a:gd name="connsiteY1981" fmla="*/ 2721487 h 3476625"/>
              <a:gd name="connsiteX1982" fmla="*/ 4041509 w 11991973"/>
              <a:gd name="connsiteY1982" fmla="*/ 2721835 h 3476625"/>
              <a:gd name="connsiteX1983" fmla="*/ 3948656 w 11991973"/>
              <a:gd name="connsiteY1983" fmla="*/ 2742561 h 3476625"/>
              <a:gd name="connsiteX1984" fmla="*/ 3826418 w 11991973"/>
              <a:gd name="connsiteY1984" fmla="*/ 2789105 h 3476625"/>
              <a:gd name="connsiteX1985" fmla="*/ 3542449 w 11991973"/>
              <a:gd name="connsiteY1985" fmla="*/ 2832739 h 3476625"/>
              <a:gd name="connsiteX1986" fmla="*/ 2965106 w 11991973"/>
              <a:gd name="connsiteY1986" fmla="*/ 2917099 h 3476625"/>
              <a:gd name="connsiteX1987" fmla="*/ 2985793 w 11991973"/>
              <a:gd name="connsiteY1987" fmla="*/ 2893827 h 3476625"/>
              <a:gd name="connsiteX1988" fmla="*/ 2951943 w 11991973"/>
              <a:gd name="connsiteY1988" fmla="*/ 2899645 h 3476625"/>
              <a:gd name="connsiteX1989" fmla="*/ 2966988 w 11991973"/>
              <a:gd name="connsiteY1989" fmla="*/ 2931644 h 3476625"/>
              <a:gd name="connsiteX1990" fmla="*/ 2903047 w 11991973"/>
              <a:gd name="connsiteY1990" fmla="*/ 2908371 h 3476625"/>
              <a:gd name="connsiteX1991" fmla="*/ 1990958 w 11991973"/>
              <a:gd name="connsiteY1991" fmla="*/ 3091637 h 3476625"/>
              <a:gd name="connsiteX1992" fmla="*/ 1650335 w 11991973"/>
              <a:gd name="connsiteY1992" fmla="*/ 3161451 h 3476625"/>
              <a:gd name="connsiteX1993" fmla="*/ 1561147 w 11991973"/>
              <a:gd name="connsiteY1993" fmla="*/ 3179817 h 3476625"/>
              <a:gd name="connsiteX1994" fmla="*/ 1562183 w 11991973"/>
              <a:gd name="connsiteY1994" fmla="*/ 3175996 h 3476625"/>
              <a:gd name="connsiteX1995" fmla="*/ 1554896 w 11991973"/>
              <a:gd name="connsiteY1995" fmla="*/ 3176360 h 3476625"/>
              <a:gd name="connsiteX1996" fmla="*/ 1552125 w 11991973"/>
              <a:gd name="connsiteY1996" fmla="*/ 3181676 h 3476625"/>
              <a:gd name="connsiteX1997" fmla="*/ 1480818 w 11991973"/>
              <a:gd name="connsiteY1997" fmla="*/ 3196359 h 3476625"/>
              <a:gd name="connsiteX1998" fmla="*/ 1319585 w 11991973"/>
              <a:gd name="connsiteY1998" fmla="*/ 3231267 h 3476625"/>
              <a:gd name="connsiteX1999" fmla="*/ 746005 w 11991973"/>
              <a:gd name="connsiteY1999" fmla="*/ 3295264 h 3476625"/>
              <a:gd name="connsiteX2000" fmla="*/ 919019 w 11991973"/>
              <a:gd name="connsiteY2000" fmla="*/ 3234174 h 3476625"/>
              <a:gd name="connsiteX2001" fmla="*/ 1267165 w 11991973"/>
              <a:gd name="connsiteY2001" fmla="*/ 3108363 h 3476625"/>
              <a:gd name="connsiteX2002" fmla="*/ 1337955 w 11991973"/>
              <a:gd name="connsiteY2002" fmla="*/ 3092553 h 3476625"/>
              <a:gd name="connsiteX2003" fmla="*/ 1356210 w 11991973"/>
              <a:gd name="connsiteY2003" fmla="*/ 3096586 h 3476625"/>
              <a:gd name="connsiteX2004" fmla="*/ 1466360 w 11991973"/>
              <a:gd name="connsiteY2004" fmla="*/ 3094318 h 3476625"/>
              <a:gd name="connsiteX2005" fmla="*/ 1592898 w 11991973"/>
              <a:gd name="connsiteY2005" fmla="*/ 3073602 h 3476625"/>
              <a:gd name="connsiteX2006" fmla="*/ 1582868 w 11991973"/>
              <a:gd name="connsiteY2006" fmla="*/ 3082909 h 3476625"/>
              <a:gd name="connsiteX2007" fmla="*/ 1603467 w 11991973"/>
              <a:gd name="connsiteY2007" fmla="*/ 3074774 h 3476625"/>
              <a:gd name="connsiteX2008" fmla="*/ 1616668 w 11991973"/>
              <a:gd name="connsiteY2008" fmla="*/ 3068912 h 3476625"/>
              <a:gd name="connsiteX2009" fmla="*/ 1759409 w 11991973"/>
              <a:gd name="connsiteY2009" fmla="*/ 3035275 h 3476625"/>
              <a:gd name="connsiteX2010" fmla="*/ 1797302 w 11991973"/>
              <a:gd name="connsiteY2010" fmla="*/ 3024786 h 3476625"/>
              <a:gd name="connsiteX2011" fmla="*/ 1823792 w 11991973"/>
              <a:gd name="connsiteY2011" fmla="*/ 3018776 h 3476625"/>
              <a:gd name="connsiteX2012" fmla="*/ 1851838 w 11991973"/>
              <a:gd name="connsiteY2012" fmla="*/ 3009689 h 3476625"/>
              <a:gd name="connsiteX2013" fmla="*/ 1913527 w 11991973"/>
              <a:gd name="connsiteY2013" fmla="*/ 2992613 h 3476625"/>
              <a:gd name="connsiteX2014" fmla="*/ 2164991 w 11991973"/>
              <a:gd name="connsiteY2014" fmla="*/ 2916285 h 3476625"/>
              <a:gd name="connsiteX2015" fmla="*/ 2181536 w 11991973"/>
              <a:gd name="connsiteY2015" fmla="*/ 2911364 h 3476625"/>
              <a:gd name="connsiteX2016" fmla="*/ 2224466 w 11991973"/>
              <a:gd name="connsiteY2016" fmla="*/ 2909889 h 3476625"/>
              <a:gd name="connsiteX2017" fmla="*/ 2259882 w 11991973"/>
              <a:gd name="connsiteY2017" fmla="*/ 2931644 h 3476625"/>
              <a:gd name="connsiteX2018" fmla="*/ 2447749 w 11991973"/>
              <a:gd name="connsiteY2018" fmla="*/ 2869311 h 3476625"/>
              <a:gd name="connsiteX2019" fmla="*/ 2516397 w 11991973"/>
              <a:gd name="connsiteY2019" fmla="*/ 2842866 h 3476625"/>
              <a:gd name="connsiteX2020" fmla="*/ 2541503 w 11991973"/>
              <a:gd name="connsiteY2020" fmla="*/ 2838193 h 3476625"/>
              <a:gd name="connsiteX2021" fmla="*/ 2807136 w 11991973"/>
              <a:gd name="connsiteY2021" fmla="*/ 2777469 h 3476625"/>
              <a:gd name="connsiteX2022" fmla="*/ 2539856 w 11991973"/>
              <a:gd name="connsiteY2022" fmla="*/ 2833829 h 3476625"/>
              <a:gd name="connsiteX2023" fmla="*/ 2516397 w 11991973"/>
              <a:gd name="connsiteY2023" fmla="*/ 2842866 h 3476625"/>
              <a:gd name="connsiteX2024" fmla="*/ 2377658 w 11991973"/>
              <a:gd name="connsiteY2024" fmla="*/ 2868692 h 3476625"/>
              <a:gd name="connsiteX2025" fmla="*/ 2233555 w 11991973"/>
              <a:gd name="connsiteY2025" fmla="*/ 2896736 h 3476625"/>
              <a:gd name="connsiteX2026" fmla="*/ 2205536 w 11991973"/>
              <a:gd name="connsiteY2026" fmla="*/ 2904225 h 3476625"/>
              <a:gd name="connsiteX2027" fmla="*/ 2181536 w 11991973"/>
              <a:gd name="connsiteY2027" fmla="*/ 2911364 h 3476625"/>
              <a:gd name="connsiteX2028" fmla="*/ 2164121 w 11991973"/>
              <a:gd name="connsiteY2028" fmla="*/ 2911963 h 3476625"/>
              <a:gd name="connsiteX2029" fmla="*/ 1908685 w 11991973"/>
              <a:gd name="connsiteY2029" fmla="*/ 2991271 h 3476625"/>
              <a:gd name="connsiteX2030" fmla="*/ 1851838 w 11991973"/>
              <a:gd name="connsiteY2030" fmla="*/ 3009689 h 3476625"/>
              <a:gd name="connsiteX2031" fmla="*/ 1797302 w 11991973"/>
              <a:gd name="connsiteY2031" fmla="*/ 3024786 h 3476625"/>
              <a:gd name="connsiteX2032" fmla="*/ 1751545 w 11991973"/>
              <a:gd name="connsiteY2032" fmla="*/ 3035167 h 3476625"/>
              <a:gd name="connsiteX2033" fmla="*/ 1699465 w 11991973"/>
              <a:gd name="connsiteY2033" fmla="*/ 3033457 h 3476625"/>
              <a:gd name="connsiteX2034" fmla="*/ 1643284 w 11991973"/>
              <a:gd name="connsiteY2034" fmla="*/ 3057092 h 3476625"/>
              <a:gd name="connsiteX2035" fmla="*/ 1616668 w 11991973"/>
              <a:gd name="connsiteY2035" fmla="*/ 3068912 h 3476625"/>
              <a:gd name="connsiteX2036" fmla="*/ 1605558 w 11991973"/>
              <a:gd name="connsiteY2036" fmla="*/ 3071530 h 3476625"/>
              <a:gd name="connsiteX2037" fmla="*/ 1592898 w 11991973"/>
              <a:gd name="connsiteY2037" fmla="*/ 3073602 h 3476625"/>
              <a:gd name="connsiteX2038" fmla="*/ 1611078 w 11991973"/>
              <a:gd name="connsiteY2038" fmla="*/ 3056729 h 3476625"/>
              <a:gd name="connsiteX2039" fmla="*/ 1384338 w 11991973"/>
              <a:gd name="connsiteY2039" fmla="*/ 3082194 h 3476625"/>
              <a:gd name="connsiteX2040" fmla="*/ 1337955 w 11991973"/>
              <a:gd name="connsiteY2040" fmla="*/ 3092553 h 3476625"/>
              <a:gd name="connsiteX2041" fmla="*/ 1316524 w 11991973"/>
              <a:gd name="connsiteY2041" fmla="*/ 3087818 h 3476625"/>
              <a:gd name="connsiteX2042" fmla="*/ 1303566 w 11991973"/>
              <a:gd name="connsiteY2042" fmla="*/ 3079886 h 3476625"/>
              <a:gd name="connsiteX2043" fmla="*/ 1314178 w 11991973"/>
              <a:gd name="connsiteY2043" fmla="*/ 3078545 h 3476625"/>
              <a:gd name="connsiteX2044" fmla="*/ 1321466 w 11991973"/>
              <a:gd name="connsiteY2044" fmla="*/ 3068364 h 3476625"/>
              <a:gd name="connsiteX2045" fmla="*/ 1309242 w 11991973"/>
              <a:gd name="connsiteY2045" fmla="*/ 3069819 h 3476625"/>
              <a:gd name="connsiteX2046" fmla="*/ 1302970 w 11991973"/>
              <a:gd name="connsiteY2046" fmla="*/ 3079521 h 3476625"/>
              <a:gd name="connsiteX2047" fmla="*/ 1289496 w 11991973"/>
              <a:gd name="connsiteY2047" fmla="*/ 3071274 h 3476625"/>
              <a:gd name="connsiteX2048" fmla="*/ 1267018 w 11991973"/>
              <a:gd name="connsiteY2048" fmla="*/ 3086694 h 3476625"/>
              <a:gd name="connsiteX2049" fmla="*/ 1248404 w 11991973"/>
              <a:gd name="connsiteY2049" fmla="*/ 3094618 h 3476625"/>
              <a:gd name="connsiteX2050" fmla="*/ 1248124 w 11991973"/>
              <a:gd name="connsiteY2050" fmla="*/ 3094546 h 3476625"/>
              <a:gd name="connsiteX2051" fmla="*/ 1245989 w 11991973"/>
              <a:gd name="connsiteY2051" fmla="*/ 3095647 h 3476625"/>
              <a:gd name="connsiteX2052" fmla="*/ 1227437 w 11991973"/>
              <a:gd name="connsiteY2052" fmla="*/ 3103544 h 3476625"/>
              <a:gd name="connsiteX2053" fmla="*/ 956631 w 11991973"/>
              <a:gd name="connsiteY2053" fmla="*/ 3146906 h 3476625"/>
              <a:gd name="connsiteX2054" fmla="*/ 992362 w 11991973"/>
              <a:gd name="connsiteY2054" fmla="*/ 3097454 h 3476625"/>
              <a:gd name="connsiteX2055" fmla="*/ 868243 w 11991973"/>
              <a:gd name="connsiteY2055" fmla="*/ 3149815 h 3476625"/>
              <a:gd name="connsiteX2056" fmla="*/ 794196 w 11991973"/>
              <a:gd name="connsiteY2056" fmla="*/ 3147770 h 3476625"/>
              <a:gd name="connsiteX2057" fmla="*/ 782690 w 11991973"/>
              <a:gd name="connsiteY2057" fmla="*/ 3154069 h 3476625"/>
              <a:gd name="connsiteX2058" fmla="*/ 781266 w 11991973"/>
              <a:gd name="connsiteY2058" fmla="*/ 3139634 h 3476625"/>
              <a:gd name="connsiteX2059" fmla="*/ 785497 w 11991973"/>
              <a:gd name="connsiteY2059" fmla="*/ 3111999 h 3476625"/>
              <a:gd name="connsiteX2060" fmla="*/ 762930 w 11991973"/>
              <a:gd name="connsiteY2060" fmla="*/ 3109090 h 3476625"/>
              <a:gd name="connsiteX2061" fmla="*/ 768572 w 11991973"/>
              <a:gd name="connsiteY2061" fmla="*/ 3129452 h 3476625"/>
              <a:gd name="connsiteX2062" fmla="*/ 740362 w 11991973"/>
              <a:gd name="connsiteY2062" fmla="*/ 3138180 h 3476625"/>
              <a:gd name="connsiteX2063" fmla="*/ 704631 w 11991973"/>
              <a:gd name="connsiteY2063" fmla="*/ 3149815 h 3476625"/>
              <a:gd name="connsiteX2064" fmla="*/ 616243 w 11991973"/>
              <a:gd name="connsiteY2064" fmla="*/ 3164360 h 3476625"/>
              <a:gd name="connsiteX2065" fmla="*/ 518453 w 11991973"/>
              <a:gd name="connsiteY2065" fmla="*/ 3173087 h 3476625"/>
              <a:gd name="connsiteX2066" fmla="*/ 493770 w 11991973"/>
              <a:gd name="connsiteY2066" fmla="*/ 3142544 h 3476625"/>
              <a:gd name="connsiteX2067" fmla="*/ 489886 w 11991973"/>
              <a:gd name="connsiteY2067" fmla="*/ 3146644 h 3476625"/>
              <a:gd name="connsiteX2068" fmla="*/ 487424 w 11991973"/>
              <a:gd name="connsiteY2068" fmla="*/ 3142953 h 3476625"/>
              <a:gd name="connsiteX2069" fmla="*/ 487424 w 11991973"/>
              <a:gd name="connsiteY2069" fmla="*/ 3145816 h 3476625"/>
              <a:gd name="connsiteX2070" fmla="*/ 488609 w 11991973"/>
              <a:gd name="connsiteY2070" fmla="*/ 3147993 h 3476625"/>
              <a:gd name="connsiteX2071" fmla="*/ 467940 w 11991973"/>
              <a:gd name="connsiteY2071" fmla="*/ 3169815 h 3476625"/>
              <a:gd name="connsiteX2072" fmla="*/ 450941 w 11991973"/>
              <a:gd name="connsiteY2072" fmla="*/ 3182190 h 3476625"/>
              <a:gd name="connsiteX2073" fmla="*/ 445816 w 11991973"/>
              <a:gd name="connsiteY2073" fmla="*/ 3165088 h 3476625"/>
              <a:gd name="connsiteX2074" fmla="*/ 439205 w 11991973"/>
              <a:gd name="connsiteY2074" fmla="*/ 3153368 h 3476625"/>
              <a:gd name="connsiteX2075" fmla="*/ 456012 w 11991973"/>
              <a:gd name="connsiteY2075" fmla="*/ 3141043 h 3476625"/>
              <a:gd name="connsiteX2076" fmla="*/ 431946 w 11991973"/>
              <a:gd name="connsiteY2076" fmla="*/ 3138180 h 3476625"/>
              <a:gd name="connsiteX2077" fmla="*/ 537258 w 11991973"/>
              <a:gd name="connsiteY2077" fmla="*/ 3129452 h 3476625"/>
              <a:gd name="connsiteX2078" fmla="*/ 783616 w 11991973"/>
              <a:gd name="connsiteY2078" fmla="*/ 3016003 h 3476625"/>
              <a:gd name="connsiteX2079" fmla="*/ 772332 w 11991973"/>
              <a:gd name="connsiteY2079" fmla="*/ 3007277 h 3476625"/>
              <a:gd name="connsiteX2080" fmla="*/ 777974 w 11991973"/>
              <a:gd name="connsiteY2080" fmla="*/ 3036366 h 3476625"/>
              <a:gd name="connsiteX2081" fmla="*/ 1092035 w 11991973"/>
              <a:gd name="connsiteY2081" fmla="*/ 2928735 h 3476625"/>
              <a:gd name="connsiteX2082" fmla="*/ 742243 w 11991973"/>
              <a:gd name="connsiteY2082" fmla="*/ 2960733 h 3476625"/>
              <a:gd name="connsiteX2083" fmla="*/ 869418 w 11991973"/>
              <a:gd name="connsiteY2083" fmla="*/ 2900008 h 3476625"/>
              <a:gd name="connsiteX2084" fmla="*/ 938507 w 11991973"/>
              <a:gd name="connsiteY2084" fmla="*/ 2873900 h 3476625"/>
              <a:gd name="connsiteX2085" fmla="*/ 950050 w 11991973"/>
              <a:gd name="connsiteY2085" fmla="*/ 2873828 h 3476625"/>
              <a:gd name="connsiteX2086" fmla="*/ 1014930 w 11991973"/>
              <a:gd name="connsiteY2086" fmla="*/ 2858919 h 3476625"/>
              <a:gd name="connsiteX2087" fmla="*/ 960952 w 11991973"/>
              <a:gd name="connsiteY2087" fmla="*/ 2865419 h 3476625"/>
              <a:gd name="connsiteX2088" fmla="*/ 938507 w 11991973"/>
              <a:gd name="connsiteY2088" fmla="*/ 2873900 h 3476625"/>
              <a:gd name="connsiteX2089" fmla="*/ 913906 w 11991973"/>
              <a:gd name="connsiteY2089" fmla="*/ 2874055 h 3476625"/>
              <a:gd name="connsiteX2090" fmla="*/ 902095 w 11991973"/>
              <a:gd name="connsiteY2090" fmla="*/ 2873464 h 3476625"/>
              <a:gd name="connsiteX2091" fmla="*/ 917138 w 11991973"/>
              <a:gd name="connsiteY2091" fmla="*/ 2847283 h 3476625"/>
              <a:gd name="connsiteX2092" fmla="*/ 929833 w 11991973"/>
              <a:gd name="connsiteY2092" fmla="*/ 2857829 h 3476625"/>
              <a:gd name="connsiteX2093" fmla="*/ 932626 w 11991973"/>
              <a:gd name="connsiteY2093" fmla="*/ 2853835 h 3476625"/>
              <a:gd name="connsiteX2094" fmla="*/ 928423 w 11991973"/>
              <a:gd name="connsiteY2094" fmla="*/ 2870555 h 3476625"/>
              <a:gd name="connsiteX2095" fmla="*/ 1069466 w 11991973"/>
              <a:gd name="connsiteY2095" fmla="*/ 2815286 h 3476625"/>
              <a:gd name="connsiteX2096" fmla="*/ 1039377 w 11991973"/>
              <a:gd name="connsiteY2096" fmla="*/ 2838557 h 3476625"/>
              <a:gd name="connsiteX2097" fmla="*/ 1597913 w 11991973"/>
              <a:gd name="connsiteY2097" fmla="*/ 2666928 h 3476625"/>
              <a:gd name="connsiteX2098" fmla="*/ 1565943 w 11991973"/>
              <a:gd name="connsiteY2098" fmla="*/ 2658201 h 3476625"/>
              <a:gd name="connsiteX2099" fmla="*/ 1560301 w 11991973"/>
              <a:gd name="connsiteY2099" fmla="*/ 2655292 h 3476625"/>
              <a:gd name="connsiteX2100" fmla="*/ 1618601 w 11991973"/>
              <a:gd name="connsiteY2100" fmla="*/ 2678564 h 3476625"/>
              <a:gd name="connsiteX2101" fmla="*/ 1784328 w 11991973"/>
              <a:gd name="connsiteY2101" fmla="*/ 2617840 h 3476625"/>
              <a:gd name="connsiteX2102" fmla="*/ 1852459 w 11991973"/>
              <a:gd name="connsiteY2102" fmla="*/ 2591067 h 3476625"/>
              <a:gd name="connsiteX2103" fmla="*/ 1895637 w 11991973"/>
              <a:gd name="connsiteY2103" fmla="*/ 2579615 h 3476625"/>
              <a:gd name="connsiteX2104" fmla="*/ 1928899 w 11991973"/>
              <a:gd name="connsiteY2104" fmla="*/ 2576751 h 3476625"/>
              <a:gd name="connsiteX2105" fmla="*/ 1880679 w 11991973"/>
              <a:gd name="connsiteY2105" fmla="*/ 2579977 h 3476625"/>
              <a:gd name="connsiteX2106" fmla="*/ 1852459 w 11991973"/>
              <a:gd name="connsiteY2106" fmla="*/ 2591067 h 3476625"/>
              <a:gd name="connsiteX2107" fmla="*/ 1844740 w 11991973"/>
              <a:gd name="connsiteY2107" fmla="*/ 2593113 h 3476625"/>
              <a:gd name="connsiteX2108" fmla="*/ 1763406 w 11991973"/>
              <a:gd name="connsiteY2108" fmla="*/ 2602931 h 3476625"/>
              <a:gd name="connsiteX2109" fmla="*/ 1784092 w 11991973"/>
              <a:gd name="connsiteY2109" fmla="*/ 2585477 h 3476625"/>
              <a:gd name="connsiteX2110" fmla="*/ 1759176 w 11991973"/>
              <a:gd name="connsiteY2110" fmla="*/ 2583660 h 3476625"/>
              <a:gd name="connsiteX2111" fmla="*/ 1756047 w 11991973"/>
              <a:gd name="connsiteY2111" fmla="*/ 2584753 h 3476625"/>
              <a:gd name="connsiteX2112" fmla="*/ 1756820 w 11991973"/>
              <a:gd name="connsiteY2112" fmla="*/ 2580074 h 3476625"/>
              <a:gd name="connsiteX2113" fmla="*/ 1893167 w 11991973"/>
              <a:gd name="connsiteY2113" fmla="*/ 2547661 h 3476625"/>
              <a:gd name="connsiteX2114" fmla="*/ 1877859 w 11991973"/>
              <a:gd name="connsiteY2114" fmla="*/ 2546434 h 3476625"/>
              <a:gd name="connsiteX2115" fmla="*/ 1826847 w 11991973"/>
              <a:gd name="connsiteY2115" fmla="*/ 2552190 h 3476625"/>
              <a:gd name="connsiteX2116" fmla="*/ 1831519 w 11991973"/>
              <a:gd name="connsiteY2116" fmla="*/ 2546933 h 3476625"/>
              <a:gd name="connsiteX2117" fmla="*/ 1820059 w 11991973"/>
              <a:gd name="connsiteY2117" fmla="*/ 2552388 h 3476625"/>
              <a:gd name="connsiteX2118" fmla="*/ 1819934 w 11991973"/>
              <a:gd name="connsiteY2118" fmla="*/ 2552971 h 3476625"/>
              <a:gd name="connsiteX2119" fmla="*/ 1818649 w 11991973"/>
              <a:gd name="connsiteY2119" fmla="*/ 2553115 h 3476625"/>
              <a:gd name="connsiteX2120" fmla="*/ 1725794 w 11991973"/>
              <a:gd name="connsiteY2120" fmla="*/ 2573841 h 3476625"/>
              <a:gd name="connsiteX2121" fmla="*/ 1603556 w 11991973"/>
              <a:gd name="connsiteY2121" fmla="*/ 2620385 h 3476625"/>
              <a:gd name="connsiteX2122" fmla="*/ 1319585 w 11991973"/>
              <a:gd name="connsiteY2122" fmla="*/ 2664019 h 3476625"/>
              <a:gd name="connsiteX2123" fmla="*/ 742243 w 11991973"/>
              <a:gd name="connsiteY2123" fmla="*/ 2748379 h 3476625"/>
              <a:gd name="connsiteX2124" fmla="*/ 762930 w 11991973"/>
              <a:gd name="connsiteY2124" fmla="*/ 2725107 h 3476625"/>
              <a:gd name="connsiteX2125" fmla="*/ 729078 w 11991973"/>
              <a:gd name="connsiteY2125" fmla="*/ 2730925 h 3476625"/>
              <a:gd name="connsiteX2126" fmla="*/ 744123 w 11991973"/>
              <a:gd name="connsiteY2126" fmla="*/ 2762924 h 3476625"/>
              <a:gd name="connsiteX2127" fmla="*/ 680184 w 11991973"/>
              <a:gd name="connsiteY2127" fmla="*/ 2739652 h 3476625"/>
              <a:gd name="connsiteX2128" fmla="*/ 574870 w 11991973"/>
              <a:gd name="connsiteY2128" fmla="*/ 2733834 h 3476625"/>
              <a:gd name="connsiteX2129" fmla="*/ 729579 w 11991973"/>
              <a:gd name="connsiteY2129" fmla="*/ 2659383 h 3476625"/>
              <a:gd name="connsiteX2130" fmla="*/ 768256 w 11991973"/>
              <a:gd name="connsiteY2130" fmla="*/ 2652440 h 3476625"/>
              <a:gd name="connsiteX2131" fmla="*/ 768689 w 11991973"/>
              <a:gd name="connsiteY2131" fmla="*/ 2654792 h 3476625"/>
              <a:gd name="connsiteX2132" fmla="*/ 826870 w 11991973"/>
              <a:gd name="connsiteY2132" fmla="*/ 2675654 h 3476625"/>
              <a:gd name="connsiteX2133" fmla="*/ 813705 w 11991973"/>
              <a:gd name="connsiteY2133" fmla="*/ 2649474 h 3476625"/>
              <a:gd name="connsiteX2134" fmla="*/ 743419 w 11991973"/>
              <a:gd name="connsiteY2134" fmla="*/ 2650929 h 3476625"/>
              <a:gd name="connsiteX2135" fmla="*/ 694733 w 11991973"/>
              <a:gd name="connsiteY2135" fmla="*/ 2665176 h 3476625"/>
              <a:gd name="connsiteX2136" fmla="*/ 698343 w 11991973"/>
              <a:gd name="connsiteY2136" fmla="*/ 2660020 h 3476625"/>
              <a:gd name="connsiteX2137" fmla="*/ 695699 w 11991973"/>
              <a:gd name="connsiteY2137" fmla="*/ 2661111 h 3476625"/>
              <a:gd name="connsiteX2138" fmla="*/ 693562 w 11991973"/>
              <a:gd name="connsiteY2138" fmla="*/ 2665518 h 3476625"/>
              <a:gd name="connsiteX2139" fmla="*/ 689675 w 11991973"/>
              <a:gd name="connsiteY2139" fmla="*/ 2666656 h 3476625"/>
              <a:gd name="connsiteX2140" fmla="*/ 688661 w 11991973"/>
              <a:gd name="connsiteY2140" fmla="*/ 2666976 h 3476625"/>
              <a:gd name="connsiteX2141" fmla="*/ 683710 w 11991973"/>
              <a:gd name="connsiteY2141" fmla="*/ 2664020 h 3476625"/>
              <a:gd name="connsiteX2142" fmla="*/ 679744 w 11991973"/>
              <a:gd name="connsiteY2142" fmla="*/ 2665383 h 3476625"/>
              <a:gd name="connsiteX2143" fmla="*/ 682633 w 11991973"/>
              <a:gd name="connsiteY2143" fmla="*/ 2668881 h 3476625"/>
              <a:gd name="connsiteX2144" fmla="*/ 651975 w 11991973"/>
              <a:gd name="connsiteY2144" fmla="*/ 2678564 h 3476625"/>
              <a:gd name="connsiteX2145" fmla="*/ 533498 w 11991973"/>
              <a:gd name="connsiteY2145" fmla="*/ 2655292 h 3476625"/>
              <a:gd name="connsiteX2146" fmla="*/ 537258 w 11991973"/>
              <a:gd name="connsiteY2146" fmla="*/ 2649474 h 3476625"/>
              <a:gd name="connsiteX2147" fmla="*/ 586154 w 11991973"/>
              <a:gd name="connsiteY2147" fmla="*/ 2611658 h 3476625"/>
              <a:gd name="connsiteX2148" fmla="*/ 553245 w 11991973"/>
              <a:gd name="connsiteY2148" fmla="*/ 2607659 h 3476625"/>
              <a:gd name="connsiteX2149" fmla="*/ 540567 w 11991973"/>
              <a:gd name="connsiteY2149" fmla="*/ 2606598 h 3476625"/>
              <a:gd name="connsiteX2150" fmla="*/ 526915 w 11991973"/>
              <a:gd name="connsiteY2150" fmla="*/ 2590204 h 3476625"/>
              <a:gd name="connsiteX2151" fmla="*/ 503408 w 11991973"/>
              <a:gd name="connsiteY2151" fmla="*/ 2597113 h 3476625"/>
              <a:gd name="connsiteX2152" fmla="*/ 730960 w 11991973"/>
              <a:gd name="connsiteY2152" fmla="*/ 2416757 h 3476625"/>
              <a:gd name="connsiteX2153" fmla="*/ 685826 w 11991973"/>
              <a:gd name="connsiteY2153" fmla="*/ 2396395 h 3476625"/>
              <a:gd name="connsiteX2154" fmla="*/ 875765 w 11991973"/>
              <a:gd name="connsiteY2154" fmla="*/ 2277127 h 3476625"/>
              <a:gd name="connsiteX2155" fmla="*/ 998004 w 11991973"/>
              <a:gd name="connsiteY2155" fmla="*/ 2230584 h 3476625"/>
              <a:gd name="connsiteX2156" fmla="*/ 954751 w 11991973"/>
              <a:gd name="connsiteY2156" fmla="*/ 2224766 h 3476625"/>
              <a:gd name="connsiteX2157" fmla="*/ 1081927 w 11991973"/>
              <a:gd name="connsiteY2157" fmla="*/ 2148087 h 3476625"/>
              <a:gd name="connsiteX2158" fmla="*/ 1110355 w 11991973"/>
              <a:gd name="connsiteY2158" fmla="*/ 2139822 h 3476625"/>
              <a:gd name="connsiteX2159" fmla="*/ 1271002 w 11991973"/>
              <a:gd name="connsiteY2159" fmla="*/ 2106285 h 3476625"/>
              <a:gd name="connsiteX2160" fmla="*/ 1399042 w 11991973"/>
              <a:gd name="connsiteY2160" fmla="*/ 2088545 h 3476625"/>
              <a:gd name="connsiteX2161" fmla="*/ 1545256 w 11991973"/>
              <a:gd name="connsiteY2161" fmla="*/ 2056047 h 3476625"/>
              <a:gd name="connsiteX2162" fmla="*/ 1532504 w 11991973"/>
              <a:gd name="connsiteY2162" fmla="*/ 2058729 h 3476625"/>
              <a:gd name="connsiteX2163" fmla="*/ 1507721 w 11991973"/>
              <a:gd name="connsiteY2163" fmla="*/ 2051981 h 3476625"/>
              <a:gd name="connsiteX2164" fmla="*/ 1507730 w 11991973"/>
              <a:gd name="connsiteY2164" fmla="*/ 2051978 h 3476625"/>
              <a:gd name="connsiteX2165" fmla="*/ 1938300 w 11991973"/>
              <a:gd name="connsiteY2165" fmla="*/ 1861146 h 3476625"/>
              <a:gd name="connsiteX2166" fmla="*/ 1794701 w 11991973"/>
              <a:gd name="connsiteY2166" fmla="*/ 1877100 h 3476625"/>
              <a:gd name="connsiteX2167" fmla="*/ 1788416 w 11991973"/>
              <a:gd name="connsiteY2167" fmla="*/ 1878999 h 3476625"/>
              <a:gd name="connsiteX2168" fmla="*/ 1805015 w 11991973"/>
              <a:gd name="connsiteY2168" fmla="*/ 1867329 h 3476625"/>
              <a:gd name="connsiteX2169" fmla="*/ 1834868 w 11991973"/>
              <a:gd name="connsiteY2169" fmla="*/ 1858237 h 3476625"/>
              <a:gd name="connsiteX2170" fmla="*/ 1819772 w 11991973"/>
              <a:gd name="connsiteY2170" fmla="*/ 1841392 h 3476625"/>
              <a:gd name="connsiteX2171" fmla="*/ 1823979 w 11991973"/>
              <a:gd name="connsiteY2171" fmla="*/ 1838245 h 3476625"/>
              <a:gd name="connsiteX2172" fmla="*/ 1823351 w 11991973"/>
              <a:gd name="connsiteY2172" fmla="*/ 1822239 h 3476625"/>
              <a:gd name="connsiteX2173" fmla="*/ 1810116 w 11991973"/>
              <a:gd name="connsiteY2173" fmla="*/ 1825296 h 3476625"/>
              <a:gd name="connsiteX2174" fmla="*/ 1814183 w 11991973"/>
              <a:gd name="connsiteY2174" fmla="*/ 1823330 h 3476625"/>
              <a:gd name="connsiteX2175" fmla="*/ 1804171 w 11991973"/>
              <a:gd name="connsiteY2175" fmla="*/ 1826669 h 3476625"/>
              <a:gd name="connsiteX2176" fmla="*/ 1804018 w 11991973"/>
              <a:gd name="connsiteY2176" fmla="*/ 1826704 h 3476625"/>
              <a:gd name="connsiteX2177" fmla="*/ 1798916 w 11991973"/>
              <a:gd name="connsiteY2177" fmla="*/ 1822705 h 3476625"/>
              <a:gd name="connsiteX2178" fmla="*/ 1827522 w 11991973"/>
              <a:gd name="connsiteY2178" fmla="*/ 1819830 h 3476625"/>
              <a:gd name="connsiteX2179" fmla="*/ 1844272 w 11991973"/>
              <a:gd name="connsiteY2179" fmla="*/ 1817512 h 3476625"/>
              <a:gd name="connsiteX2180" fmla="*/ 1780331 w 11991973"/>
              <a:gd name="connsiteY2180" fmla="*/ 1805876 h 3476625"/>
              <a:gd name="connsiteX2181" fmla="*/ 1868719 w 11991973"/>
              <a:gd name="connsiteY2181" fmla="*/ 1776786 h 3476625"/>
              <a:gd name="connsiteX2182" fmla="*/ 1334630 w 11991973"/>
              <a:gd name="connsiteY2182" fmla="*/ 1930961 h 3476625"/>
              <a:gd name="connsiteX2183" fmla="*/ 1294433 w 11991973"/>
              <a:gd name="connsiteY2183" fmla="*/ 1883327 h 3476625"/>
              <a:gd name="connsiteX2184" fmla="*/ 1276915 w 11991973"/>
              <a:gd name="connsiteY2184" fmla="*/ 1900017 h 3476625"/>
              <a:gd name="connsiteX2185" fmla="*/ 1275862 w 11991973"/>
              <a:gd name="connsiteY2185" fmla="*/ 1897508 h 3476625"/>
              <a:gd name="connsiteX2186" fmla="*/ 1265048 w 11991973"/>
              <a:gd name="connsiteY2186" fmla="*/ 1887327 h 3476625"/>
              <a:gd name="connsiteX2187" fmla="*/ 958512 w 11991973"/>
              <a:gd name="connsiteY2187" fmla="*/ 1954234 h 3476625"/>
              <a:gd name="connsiteX2188" fmla="*/ 334155 w 11991973"/>
              <a:gd name="connsiteY2188" fmla="*/ 2047320 h 3476625"/>
              <a:gd name="connsiteX2189" fmla="*/ 522214 w 11991973"/>
              <a:gd name="connsiteY2189" fmla="*/ 1974596 h 3476625"/>
              <a:gd name="connsiteX2190" fmla="*/ 1020571 w 11991973"/>
              <a:gd name="connsiteY2190" fmla="*/ 1855328 h 3476625"/>
              <a:gd name="connsiteX2191" fmla="*/ 1231198 w 11991973"/>
              <a:gd name="connsiteY2191" fmla="*/ 1750606 h 3476625"/>
              <a:gd name="connsiteX2192" fmla="*/ 937826 w 11991973"/>
              <a:gd name="connsiteY2192" fmla="*/ 1794240 h 3476625"/>
              <a:gd name="connsiteX2193" fmla="*/ 574871 w 11991973"/>
              <a:gd name="connsiteY2193" fmla="*/ 1884418 h 3476625"/>
              <a:gd name="connsiteX2194" fmla="*/ 614364 w 11991973"/>
              <a:gd name="connsiteY2194" fmla="*/ 1832057 h 3476625"/>
              <a:gd name="connsiteX2195" fmla="*/ 480840 w 11991973"/>
              <a:gd name="connsiteY2195" fmla="*/ 1893145 h 3476625"/>
              <a:gd name="connsiteX2196" fmla="*/ 415019 w 11991973"/>
              <a:gd name="connsiteY2196" fmla="*/ 1916417 h 3476625"/>
              <a:gd name="connsiteX2197" fmla="*/ 387252 w 11991973"/>
              <a:gd name="connsiteY2197" fmla="*/ 1864464 h 3476625"/>
              <a:gd name="connsiteX2198" fmla="*/ 388547 w 11991973"/>
              <a:gd name="connsiteY2198" fmla="*/ 1861480 h 3476625"/>
              <a:gd name="connsiteX2199" fmla="*/ 389397 w 11991973"/>
              <a:gd name="connsiteY2199" fmla="*/ 1861510 h 3476625"/>
              <a:gd name="connsiteX2200" fmla="*/ 398095 w 11991973"/>
              <a:gd name="connsiteY2200" fmla="*/ 1855328 h 3476625"/>
              <a:gd name="connsiteX2201" fmla="*/ 379288 w 11991973"/>
              <a:gd name="connsiteY2201" fmla="*/ 1861147 h 3476625"/>
              <a:gd name="connsiteX2202" fmla="*/ 388348 w 11991973"/>
              <a:gd name="connsiteY2202" fmla="*/ 1861472 h 3476625"/>
              <a:gd name="connsiteX2203" fmla="*/ 372943 w 11991973"/>
              <a:gd name="connsiteY2203" fmla="*/ 1876055 h 3476625"/>
              <a:gd name="connsiteX2204" fmla="*/ 364244 w 11991973"/>
              <a:gd name="connsiteY2204" fmla="*/ 1858237 h 3476625"/>
              <a:gd name="connsiteX2205" fmla="*/ 371766 w 11991973"/>
              <a:gd name="connsiteY2205" fmla="*/ 1878600 h 3476625"/>
              <a:gd name="connsiteX2206" fmla="*/ 339797 w 11991973"/>
              <a:gd name="connsiteY2206" fmla="*/ 1887327 h 3476625"/>
              <a:gd name="connsiteX2207" fmla="*/ 302184 w 11991973"/>
              <a:gd name="connsiteY2207" fmla="*/ 1901872 h 3476625"/>
              <a:gd name="connsiteX2208" fmla="*/ 206275 w 11991973"/>
              <a:gd name="connsiteY2208" fmla="*/ 1922234 h 3476625"/>
              <a:gd name="connsiteX2209" fmla="*/ 100961 w 11991973"/>
              <a:gd name="connsiteY2209" fmla="*/ 1939689 h 3476625"/>
              <a:gd name="connsiteX2210" fmla="*/ 45426 w 11991973"/>
              <a:gd name="connsiteY2210" fmla="*/ 1942143 h 3476625"/>
              <a:gd name="connsiteX2211" fmla="*/ 26828 w 11991973"/>
              <a:gd name="connsiteY2211" fmla="*/ 1956391 h 3476625"/>
              <a:gd name="connsiteX2212" fmla="*/ 19860 w 11991973"/>
              <a:gd name="connsiteY2212" fmla="*/ 1937143 h 3476625"/>
              <a:gd name="connsiteX2213" fmla="*/ 13474 w 11991973"/>
              <a:gd name="connsiteY2213" fmla="*/ 1927620 h 3476625"/>
              <a:gd name="connsiteX2214" fmla="*/ 21505 w 11991973"/>
              <a:gd name="connsiteY2214" fmla="*/ 1921581 h 3476625"/>
              <a:gd name="connsiteX2215" fmla="*/ 5051 w 11991973"/>
              <a:gd name="connsiteY2215" fmla="*/ 1913508 h 3476625"/>
              <a:gd name="connsiteX2216" fmla="*/ 119766 w 11991973"/>
              <a:gd name="connsiteY2216" fmla="*/ 1893144 h 3476625"/>
              <a:gd name="connsiteX2217" fmla="*/ 386811 w 11991973"/>
              <a:gd name="connsiteY2217" fmla="*/ 1759333 h 3476625"/>
              <a:gd name="connsiteX2218" fmla="*/ 373648 w 11991973"/>
              <a:gd name="connsiteY2218" fmla="*/ 1750606 h 3476625"/>
              <a:gd name="connsiteX2219" fmla="*/ 379288 w 11991973"/>
              <a:gd name="connsiteY2219" fmla="*/ 1779695 h 3476625"/>
              <a:gd name="connsiteX2220" fmla="*/ 586625 w 11991973"/>
              <a:gd name="connsiteY2220" fmla="*/ 1736789 h 3476625"/>
              <a:gd name="connsiteX2221" fmla="*/ 651645 w 11991973"/>
              <a:gd name="connsiteY2221" fmla="*/ 1702297 h 3476625"/>
              <a:gd name="connsiteX2222" fmla="*/ 651976 w 11991973"/>
              <a:gd name="connsiteY2222" fmla="*/ 1702245 h 3476625"/>
              <a:gd name="connsiteX2223" fmla="*/ 663258 w 11991973"/>
              <a:gd name="connsiteY2223" fmla="*/ 1698244 h 3476625"/>
              <a:gd name="connsiteX2224" fmla="*/ 661245 w 11991973"/>
              <a:gd name="connsiteY2224" fmla="*/ 1697205 h 3476625"/>
              <a:gd name="connsiteX2225" fmla="*/ 672308 w 11991973"/>
              <a:gd name="connsiteY2225" fmla="*/ 1691336 h 3476625"/>
              <a:gd name="connsiteX2226" fmla="*/ 723437 w 11991973"/>
              <a:gd name="connsiteY2226" fmla="*/ 1654611 h 3476625"/>
              <a:gd name="connsiteX2227" fmla="*/ 339796 w 11991973"/>
              <a:gd name="connsiteY2227" fmla="*/ 1704063 h 3476625"/>
              <a:gd name="connsiteX2228" fmla="*/ 479430 w 11991973"/>
              <a:gd name="connsiteY2228" fmla="*/ 1632429 h 3476625"/>
              <a:gd name="connsiteX2229" fmla="*/ 549250 w 11991973"/>
              <a:gd name="connsiteY2229" fmla="*/ 1604313 h 3476625"/>
              <a:gd name="connsiteX2230" fmla="*/ 564997 w 11991973"/>
              <a:gd name="connsiteY2230" fmla="*/ 1603703 h 3476625"/>
              <a:gd name="connsiteX2231" fmla="*/ 611249 w 11991973"/>
              <a:gd name="connsiteY2231" fmla="*/ 1597795 h 3476625"/>
              <a:gd name="connsiteX2232" fmla="*/ 633682 w 11991973"/>
              <a:gd name="connsiteY2232" fmla="*/ 1587214 h 3476625"/>
              <a:gd name="connsiteX2233" fmla="*/ 630837 w 11991973"/>
              <a:gd name="connsiteY2233" fmla="*/ 1593795 h 3476625"/>
              <a:gd name="connsiteX2234" fmla="*/ 636931 w 11991973"/>
              <a:gd name="connsiteY2234" fmla="*/ 1610976 h 3476625"/>
              <a:gd name="connsiteX2235" fmla="*/ 664169 w 11991973"/>
              <a:gd name="connsiteY2235" fmla="*/ 1606067 h 3476625"/>
              <a:gd name="connsiteX2236" fmla="*/ 654674 w 11991973"/>
              <a:gd name="connsiteY2236" fmla="*/ 1593378 h 3476625"/>
              <a:gd name="connsiteX2237" fmla="*/ 666520 w 11991973"/>
              <a:gd name="connsiteY2237" fmla="*/ 1592750 h 3476625"/>
              <a:gd name="connsiteX2238" fmla="*/ 719676 w 11991973"/>
              <a:gd name="connsiteY2238" fmla="*/ 1596431 h 3476625"/>
              <a:gd name="connsiteX2239" fmla="*/ 661132 w 11991973"/>
              <a:gd name="connsiteY2239" fmla="*/ 1586130 h 3476625"/>
              <a:gd name="connsiteX2240" fmla="*/ 653725 w 11991973"/>
              <a:gd name="connsiteY2240" fmla="*/ 1592109 h 3476625"/>
              <a:gd name="connsiteX2241" fmla="*/ 653151 w 11991973"/>
              <a:gd name="connsiteY2241" fmla="*/ 1591341 h 3476625"/>
              <a:gd name="connsiteX2242" fmla="*/ 634876 w 11991973"/>
              <a:gd name="connsiteY2242" fmla="*/ 1586651 h 3476625"/>
              <a:gd name="connsiteX2243" fmla="*/ 638810 w 11991973"/>
              <a:gd name="connsiteY2243" fmla="*/ 1584795 h 3476625"/>
              <a:gd name="connsiteX2244" fmla="*/ 578866 w 11991973"/>
              <a:gd name="connsiteY2244" fmla="*/ 1592386 h 3476625"/>
              <a:gd name="connsiteX2245" fmla="*/ 549250 w 11991973"/>
              <a:gd name="connsiteY2245" fmla="*/ 1604313 h 3476625"/>
              <a:gd name="connsiteX2246" fmla="*/ 525094 w 11991973"/>
              <a:gd name="connsiteY2246" fmla="*/ 1605248 h 3476625"/>
              <a:gd name="connsiteX2247" fmla="*/ 516573 w 11991973"/>
              <a:gd name="connsiteY2247" fmla="*/ 1605157 h 3476625"/>
              <a:gd name="connsiteX2248" fmla="*/ 533498 w 11991973"/>
              <a:gd name="connsiteY2248" fmla="*/ 1576069 h 3476625"/>
              <a:gd name="connsiteX2249" fmla="*/ 548072 w 11991973"/>
              <a:gd name="connsiteY2249" fmla="*/ 1585159 h 3476625"/>
              <a:gd name="connsiteX2250" fmla="*/ 553091 w 11991973"/>
              <a:gd name="connsiteY2250" fmla="*/ 1578340 h 3476625"/>
              <a:gd name="connsiteX2251" fmla="*/ 548542 w 11991973"/>
              <a:gd name="connsiteY2251" fmla="*/ 1596431 h 3476625"/>
              <a:gd name="connsiteX2252" fmla="*/ 702750 w 11991973"/>
              <a:gd name="connsiteY2252" fmla="*/ 1532434 h 3476625"/>
              <a:gd name="connsiteX2253" fmla="*/ 668900 w 11991973"/>
              <a:gd name="connsiteY2253" fmla="*/ 1558615 h 3476625"/>
              <a:gd name="connsiteX2254" fmla="*/ 1283855 w 11991973"/>
              <a:gd name="connsiteY2254" fmla="*/ 1369532 h 3476625"/>
              <a:gd name="connsiteX2255" fmla="*/ 1242481 w 11991973"/>
              <a:gd name="connsiteY2255" fmla="*/ 1357896 h 3476625"/>
              <a:gd name="connsiteX2256" fmla="*/ 1304541 w 11991973"/>
              <a:gd name="connsiteY2256" fmla="*/ 1381168 h 3476625"/>
              <a:gd name="connsiteX2257" fmla="*/ 1931302 w 11991973"/>
              <a:gd name="connsiteY2257" fmla="*/ 1232664 h 3476625"/>
              <a:gd name="connsiteX2258" fmla="*/ 2003939 w 11991973"/>
              <a:gd name="connsiteY2258" fmla="*/ 1185899 h 3476625"/>
              <a:gd name="connsiteX2259" fmla="*/ 2028129 w 11991973"/>
              <a:gd name="connsiteY2259" fmla="*/ 1183404 h 3476625"/>
              <a:gd name="connsiteX2260" fmla="*/ 2009617 w 11991973"/>
              <a:gd name="connsiteY2260" fmla="*/ 1184223 h 3476625"/>
              <a:gd name="connsiteX2261" fmla="*/ 2004936 w 11991973"/>
              <a:gd name="connsiteY2261" fmla="*/ 1185256 h 3476625"/>
              <a:gd name="connsiteX2262" fmla="*/ 2007882 w 11991973"/>
              <a:gd name="connsiteY2262" fmla="*/ 1183359 h 3476625"/>
              <a:gd name="connsiteX2263" fmla="*/ 2011645 w 11991973"/>
              <a:gd name="connsiteY2263" fmla="*/ 1174632 h 3476625"/>
              <a:gd name="connsiteX2264" fmla="*/ 1423019 w 11991973"/>
              <a:gd name="connsiteY2264" fmla="*/ 1276446 h 3476625"/>
              <a:gd name="connsiteX2265" fmla="*/ 1287616 w 11991973"/>
              <a:gd name="connsiteY2265" fmla="*/ 1325898 h 3476625"/>
              <a:gd name="connsiteX2266" fmla="*/ 975437 w 11991973"/>
              <a:gd name="connsiteY2266" fmla="*/ 1375350 h 3476625"/>
              <a:gd name="connsiteX2267" fmla="*/ 339796 w 11991973"/>
              <a:gd name="connsiteY2267" fmla="*/ 1488799 h 3476625"/>
              <a:gd name="connsiteX2268" fmla="*/ 364244 w 11991973"/>
              <a:gd name="connsiteY2268" fmla="*/ 1465528 h 3476625"/>
              <a:gd name="connsiteX2269" fmla="*/ 326632 w 11991973"/>
              <a:gd name="connsiteY2269" fmla="*/ 1471346 h 3476625"/>
              <a:gd name="connsiteX2270" fmla="*/ 343558 w 11991973"/>
              <a:gd name="connsiteY2270" fmla="*/ 1503344 h 3476625"/>
              <a:gd name="connsiteX2271" fmla="*/ 261047 w 11991973"/>
              <a:gd name="connsiteY2271" fmla="*/ 1507844 h 3476625"/>
              <a:gd name="connsiteX2272" fmla="*/ 270579 w 11991973"/>
              <a:gd name="connsiteY2272" fmla="*/ 1488903 h 3476625"/>
              <a:gd name="connsiteX2273" fmla="*/ 285729 w 11991973"/>
              <a:gd name="connsiteY2273" fmla="*/ 1489163 h 3476625"/>
              <a:gd name="connsiteX2274" fmla="*/ 309706 w 11991973"/>
              <a:gd name="connsiteY2274" fmla="*/ 1474254 h 3476625"/>
              <a:gd name="connsiteX2275" fmla="*/ 287141 w 11991973"/>
              <a:gd name="connsiteY2275" fmla="*/ 1480436 h 3476625"/>
              <a:gd name="connsiteX2276" fmla="*/ 272020 w 11991973"/>
              <a:gd name="connsiteY2276" fmla="*/ 1486039 h 3476625"/>
              <a:gd name="connsiteX2277" fmla="*/ 272095 w 11991973"/>
              <a:gd name="connsiteY2277" fmla="*/ 1485890 h 3476625"/>
              <a:gd name="connsiteX2278" fmla="*/ 155499 w 11991973"/>
              <a:gd name="connsiteY2278" fmla="*/ 1485890 h 3476625"/>
              <a:gd name="connsiteX2279" fmla="*/ 326863 w 11991973"/>
              <a:gd name="connsiteY2279" fmla="*/ 1418001 h 3476625"/>
              <a:gd name="connsiteX2280" fmla="*/ 342394 w 11991973"/>
              <a:gd name="connsiteY2280" fmla="*/ 1401798 h 3476625"/>
              <a:gd name="connsiteX2281" fmla="*/ 343557 w 11991973"/>
              <a:gd name="connsiteY2281" fmla="*/ 1427711 h 3476625"/>
              <a:gd name="connsiteX2282" fmla="*/ 506592 w 11991973"/>
              <a:gd name="connsiteY2282" fmla="*/ 1365550 h 3476625"/>
              <a:gd name="connsiteX2283" fmla="*/ 522508 w 11991973"/>
              <a:gd name="connsiteY2283" fmla="*/ 1355860 h 3476625"/>
              <a:gd name="connsiteX2284" fmla="*/ 515838 w 11991973"/>
              <a:gd name="connsiteY2284" fmla="*/ 1362987 h 3476625"/>
              <a:gd name="connsiteX2285" fmla="*/ 537259 w 11991973"/>
              <a:gd name="connsiteY2285" fmla="*/ 1369531 h 3476625"/>
              <a:gd name="connsiteX2286" fmla="*/ 544927 w 11991973"/>
              <a:gd name="connsiteY2286" fmla="*/ 1346624 h 3476625"/>
              <a:gd name="connsiteX2287" fmla="*/ 532737 w 11991973"/>
              <a:gd name="connsiteY2287" fmla="*/ 1348994 h 3476625"/>
              <a:gd name="connsiteX2288" fmla="*/ 482810 w 11991973"/>
              <a:gd name="connsiteY2288" fmla="*/ 1337443 h 3476625"/>
              <a:gd name="connsiteX2289" fmla="*/ 345468 w 11991973"/>
              <a:gd name="connsiteY2289" fmla="*/ 1356533 h 3476625"/>
              <a:gd name="connsiteX2290" fmla="*/ 330506 w 11991973"/>
              <a:gd name="connsiteY2290" fmla="*/ 1366753 h 3476625"/>
              <a:gd name="connsiteX2291" fmla="*/ 320990 w 11991973"/>
              <a:gd name="connsiteY2291" fmla="*/ 1365442 h 3476625"/>
              <a:gd name="connsiteX2292" fmla="*/ 100962 w 11991973"/>
              <a:gd name="connsiteY2292" fmla="*/ 1369532 h 3476625"/>
              <a:gd name="connsiteX2293" fmla="*/ 74633 w 11991973"/>
              <a:gd name="connsiteY2293" fmla="*/ 1354988 h 3476625"/>
              <a:gd name="connsiteX2294" fmla="*/ 196871 w 11991973"/>
              <a:gd name="connsiteY2294" fmla="*/ 1314262 h 3476625"/>
              <a:gd name="connsiteX2295" fmla="*/ 174305 w 11991973"/>
              <a:gd name="connsiteY2295" fmla="*/ 1343351 h 3476625"/>
              <a:gd name="connsiteX2296" fmla="*/ 184703 w 11991973"/>
              <a:gd name="connsiteY2296" fmla="*/ 1341496 h 3476625"/>
              <a:gd name="connsiteX2297" fmla="*/ 188380 w 11991973"/>
              <a:gd name="connsiteY2297" fmla="*/ 1342079 h 3476625"/>
              <a:gd name="connsiteX2298" fmla="*/ 188768 w 11991973"/>
              <a:gd name="connsiteY2298" fmla="*/ 1340770 h 3476625"/>
              <a:gd name="connsiteX2299" fmla="*/ 234160 w 11991973"/>
              <a:gd name="connsiteY2299" fmla="*/ 1332670 h 3476625"/>
              <a:gd name="connsiteX2300" fmla="*/ 299536 w 11991973"/>
              <a:gd name="connsiteY2300" fmla="*/ 1325928 h 3476625"/>
              <a:gd name="connsiteX2301" fmla="*/ 300304 w 11991973"/>
              <a:gd name="connsiteY2301" fmla="*/ 1328807 h 3476625"/>
              <a:gd name="connsiteX2302" fmla="*/ 301175 w 11991973"/>
              <a:gd name="connsiteY2302" fmla="*/ 1325759 h 3476625"/>
              <a:gd name="connsiteX2303" fmla="*/ 303361 w 11991973"/>
              <a:gd name="connsiteY2303" fmla="*/ 1325534 h 3476625"/>
              <a:gd name="connsiteX2304" fmla="*/ 416901 w 11991973"/>
              <a:gd name="connsiteY2304" fmla="*/ 1288082 h 3476625"/>
              <a:gd name="connsiteX2305" fmla="*/ 439468 w 11991973"/>
              <a:gd name="connsiteY2305" fmla="*/ 1270628 h 3476625"/>
              <a:gd name="connsiteX2306" fmla="*/ 390349 w 11991973"/>
              <a:gd name="connsiteY2306" fmla="*/ 1271110 h 3476625"/>
              <a:gd name="connsiteX2307" fmla="*/ 368631 w 11991973"/>
              <a:gd name="connsiteY2307" fmla="*/ 1272163 h 3476625"/>
              <a:gd name="connsiteX2308" fmla="*/ 378454 w 11991973"/>
              <a:gd name="connsiteY2308" fmla="*/ 1250617 h 3476625"/>
              <a:gd name="connsiteX2309" fmla="*/ 623765 w 11991973"/>
              <a:gd name="connsiteY2309" fmla="*/ 1206631 h 3476625"/>
              <a:gd name="connsiteX2310" fmla="*/ 578632 w 11991973"/>
              <a:gd name="connsiteY2310" fmla="*/ 1186267 h 3476625"/>
              <a:gd name="connsiteX2311" fmla="*/ 609250 w 11991973"/>
              <a:gd name="connsiteY2311" fmla="*/ 1177814 h 3476625"/>
              <a:gd name="connsiteX2312" fmla="*/ 617117 w 11991973"/>
              <a:gd name="connsiteY2312" fmla="*/ 1165391 h 3476625"/>
              <a:gd name="connsiteX2313" fmla="*/ 619005 w 11991973"/>
              <a:gd name="connsiteY2313" fmla="*/ 1168996 h 3476625"/>
              <a:gd name="connsiteX2314" fmla="*/ 625646 w 11991973"/>
              <a:gd name="connsiteY2314" fmla="*/ 1168814 h 3476625"/>
              <a:gd name="connsiteX2315" fmla="*/ 625411 w 11991973"/>
              <a:gd name="connsiteY2315" fmla="*/ 1161542 h 3476625"/>
              <a:gd name="connsiteX2316" fmla="*/ 623917 w 11991973"/>
              <a:gd name="connsiteY2316" fmla="*/ 1154934 h 3476625"/>
              <a:gd name="connsiteX2317" fmla="*/ 635226 w 11991973"/>
              <a:gd name="connsiteY2317" fmla="*/ 1137998 h 3476625"/>
              <a:gd name="connsiteX2318" fmla="*/ 676422 w 11991973"/>
              <a:gd name="connsiteY2318" fmla="*/ 1116453 h 3476625"/>
              <a:gd name="connsiteX2319" fmla="*/ 896922 w 11991973"/>
              <a:gd name="connsiteY2319" fmla="*/ 1088090 h 3476625"/>
              <a:gd name="connsiteX2320" fmla="*/ 927594 w 11991973"/>
              <a:gd name="connsiteY2320" fmla="*/ 1085072 h 3476625"/>
              <a:gd name="connsiteX2321" fmla="*/ 928628 w 11991973"/>
              <a:gd name="connsiteY2321" fmla="*/ 1085091 h 3476625"/>
              <a:gd name="connsiteX2322" fmla="*/ 929172 w 11991973"/>
              <a:gd name="connsiteY2322" fmla="*/ 1084916 h 3476625"/>
              <a:gd name="connsiteX2323" fmla="*/ 979374 w 11991973"/>
              <a:gd name="connsiteY2323" fmla="*/ 1079977 h 3476625"/>
              <a:gd name="connsiteX2324" fmla="*/ 1142811 w 11991973"/>
              <a:gd name="connsiteY2324" fmla="*/ 1072818 h 3476625"/>
              <a:gd name="connsiteX2325" fmla="*/ 1322171 w 11991973"/>
              <a:gd name="connsiteY2325" fmla="*/ 1054638 h 3476625"/>
              <a:gd name="connsiteX2326" fmla="*/ 1420893 w 11991973"/>
              <a:gd name="connsiteY2326" fmla="*/ 1045232 h 3476625"/>
              <a:gd name="connsiteX2327" fmla="*/ 1404213 w 11991973"/>
              <a:gd name="connsiteY2327" fmla="*/ 1052456 h 3476625"/>
              <a:gd name="connsiteX2328" fmla="*/ 1400093 w 11991973"/>
              <a:gd name="connsiteY2328" fmla="*/ 1070367 h 3476625"/>
              <a:gd name="connsiteX2329" fmla="*/ 1400326 w 11991973"/>
              <a:gd name="connsiteY2329" fmla="*/ 1074432 h 3476625"/>
              <a:gd name="connsiteX2330" fmla="*/ 1416423 w 11991973"/>
              <a:gd name="connsiteY2330" fmla="*/ 1070883 h 3476625"/>
              <a:gd name="connsiteX2331" fmla="*/ 1422869 w 11991973"/>
              <a:gd name="connsiteY2331" fmla="*/ 1063061 h 3476625"/>
              <a:gd name="connsiteX2332" fmla="*/ 1427751 w 11991973"/>
              <a:gd name="connsiteY2332" fmla="*/ 1047957 h 3476625"/>
              <a:gd name="connsiteX2333" fmla="*/ 1421958 w 11991973"/>
              <a:gd name="connsiteY2333" fmla="*/ 1045130 h 3476625"/>
              <a:gd name="connsiteX2334" fmla="*/ 1466242 w 11991973"/>
              <a:gd name="connsiteY2334" fmla="*/ 1040911 h 3476625"/>
              <a:gd name="connsiteX2335" fmla="*/ 1471993 w 11991973"/>
              <a:gd name="connsiteY2335" fmla="*/ 1041228 h 3476625"/>
              <a:gd name="connsiteX2336" fmla="*/ 1466273 w 11991973"/>
              <a:gd name="connsiteY2336" fmla="*/ 1043728 h 3476625"/>
              <a:gd name="connsiteX2337" fmla="*/ 1485078 w 11991973"/>
              <a:gd name="connsiteY2337" fmla="*/ 1049547 h 3476625"/>
              <a:gd name="connsiteX2338" fmla="*/ 1479068 w 11991973"/>
              <a:gd name="connsiteY2338" fmla="*/ 1041618 h 3476625"/>
              <a:gd name="connsiteX2339" fmla="*/ 1524184 w 11991973"/>
              <a:gd name="connsiteY2339" fmla="*/ 1044104 h 3476625"/>
              <a:gd name="connsiteX2340" fmla="*/ 1562182 w 11991973"/>
              <a:gd name="connsiteY2340" fmla="*/ 1058273 h 3476625"/>
              <a:gd name="connsiteX2341" fmla="*/ 1629883 w 11991973"/>
              <a:gd name="connsiteY2341" fmla="*/ 1037911 h 3476625"/>
              <a:gd name="connsiteX2342" fmla="*/ 1596032 w 11991973"/>
              <a:gd name="connsiteY2342" fmla="*/ 1023366 h 3476625"/>
              <a:gd name="connsiteX2343" fmla="*/ 1673843 w 11991973"/>
              <a:gd name="connsiteY2343" fmla="*/ 997549 h 3476625"/>
              <a:gd name="connsiteX2344" fmla="*/ 1704769 w 11991973"/>
              <a:gd name="connsiteY2344" fmla="*/ 982802 h 3476625"/>
              <a:gd name="connsiteX2345" fmla="*/ 1705144 w 11991973"/>
              <a:gd name="connsiteY2345" fmla="*/ 983018 h 3476625"/>
              <a:gd name="connsiteX2346" fmla="*/ 1706283 w 11991973"/>
              <a:gd name="connsiteY2346" fmla="*/ 995367 h 3476625"/>
              <a:gd name="connsiteX2347" fmla="*/ 1714510 w 11991973"/>
              <a:gd name="connsiteY2347" fmla="*/ 988459 h 3476625"/>
              <a:gd name="connsiteX2348" fmla="*/ 1714510 w 11991973"/>
              <a:gd name="connsiteY2348" fmla="*/ 988459 h 3476625"/>
              <a:gd name="connsiteX2349" fmla="*/ 1705144 w 11991973"/>
              <a:gd name="connsiteY2349" fmla="*/ 983018 h 3476625"/>
              <a:gd name="connsiteX2350" fmla="*/ 1705108 w 11991973"/>
              <a:gd name="connsiteY2350" fmla="*/ 982641 h 3476625"/>
              <a:gd name="connsiteX2351" fmla="*/ 1704769 w 11991973"/>
              <a:gd name="connsiteY2351" fmla="*/ 982802 h 3476625"/>
              <a:gd name="connsiteX2352" fmla="*/ 1701196 w 11991973"/>
              <a:gd name="connsiteY2352" fmla="*/ 980727 h 3476625"/>
              <a:gd name="connsiteX2353" fmla="*/ 1490132 w 11991973"/>
              <a:gd name="connsiteY2353" fmla="*/ 988741 h 3476625"/>
              <a:gd name="connsiteX2354" fmla="*/ 1472261 w 11991973"/>
              <a:gd name="connsiteY2354" fmla="*/ 994221 h 3476625"/>
              <a:gd name="connsiteX2355" fmla="*/ 1471679 w 11991973"/>
              <a:gd name="connsiteY2355" fmla="*/ 993913 h 3476625"/>
              <a:gd name="connsiteX2356" fmla="*/ 1453109 w 11991973"/>
              <a:gd name="connsiteY2356" fmla="*/ 1000095 h 3476625"/>
              <a:gd name="connsiteX2357" fmla="*/ 1472261 w 11991973"/>
              <a:gd name="connsiteY2357" fmla="*/ 994221 h 3476625"/>
              <a:gd name="connsiteX2358" fmla="*/ 1488839 w 11991973"/>
              <a:gd name="connsiteY2358" fmla="*/ 1003004 h 3476625"/>
              <a:gd name="connsiteX2359" fmla="*/ 1306422 w 11991973"/>
              <a:gd name="connsiteY2359" fmla="*/ 1011731 h 3476625"/>
              <a:gd name="connsiteX2360" fmla="*/ 1312064 w 11991973"/>
              <a:gd name="connsiteY2360" fmla="*/ 997186 h 3476625"/>
              <a:gd name="connsiteX2361" fmla="*/ 1328989 w 11991973"/>
              <a:gd name="connsiteY2361" fmla="*/ 991367 h 3476625"/>
              <a:gd name="connsiteX2362" fmla="*/ 1273834 w 11991973"/>
              <a:gd name="connsiteY2362" fmla="*/ 991913 h 3476625"/>
              <a:gd name="connsiteX2363" fmla="*/ 1229121 w 11991973"/>
              <a:gd name="connsiteY2363" fmla="*/ 991527 h 3476625"/>
              <a:gd name="connsiteX2364" fmla="*/ 1229318 w 11991973"/>
              <a:gd name="connsiteY2364" fmla="*/ 991367 h 3476625"/>
              <a:gd name="connsiteX2365" fmla="*/ 1210511 w 11991973"/>
              <a:gd name="connsiteY2365" fmla="*/ 991367 h 3476625"/>
              <a:gd name="connsiteX2366" fmla="*/ 1210522 w 11991973"/>
              <a:gd name="connsiteY2366" fmla="*/ 991374 h 3476625"/>
              <a:gd name="connsiteX2367" fmla="*/ 1153654 w 11991973"/>
              <a:gd name="connsiteY2367" fmla="*/ 993004 h 3476625"/>
              <a:gd name="connsiteX2368" fmla="*/ 1116482 w 11991973"/>
              <a:gd name="connsiteY2368" fmla="*/ 1000095 h 3476625"/>
              <a:gd name="connsiteX2369" fmla="*/ 1100409 w 11991973"/>
              <a:gd name="connsiteY2369" fmla="*/ 1020412 h 3476625"/>
              <a:gd name="connsiteX2370" fmla="*/ 1078561 w 11991973"/>
              <a:gd name="connsiteY2370" fmla="*/ 1042241 h 3476625"/>
              <a:gd name="connsiteX2371" fmla="*/ 1057918 w 11991973"/>
              <a:gd name="connsiteY2371" fmla="*/ 1038321 h 3476625"/>
              <a:gd name="connsiteX2372" fmla="*/ 1032707 w 11991973"/>
              <a:gd name="connsiteY2372" fmla="*/ 1031867 h 3476625"/>
              <a:gd name="connsiteX2373" fmla="*/ 1034167 w 11991973"/>
              <a:gd name="connsiteY2373" fmla="*/ 1028427 h 3476625"/>
              <a:gd name="connsiteX2374" fmla="*/ 1040054 w 11991973"/>
              <a:gd name="connsiteY2374" fmla="*/ 1030730 h 3476625"/>
              <a:gd name="connsiteX2375" fmla="*/ 1045250 w 11991973"/>
              <a:gd name="connsiteY2375" fmla="*/ 1026310 h 3476625"/>
              <a:gd name="connsiteX2376" fmla="*/ 1042423 w 11991973"/>
              <a:gd name="connsiteY2376" fmla="*/ 1015979 h 3476625"/>
              <a:gd name="connsiteX2377" fmla="*/ 1045637 w 11991973"/>
              <a:gd name="connsiteY2377" fmla="*/ 1014321 h 3476625"/>
              <a:gd name="connsiteX2378" fmla="*/ 1033735 w 11991973"/>
              <a:gd name="connsiteY2378" fmla="*/ 1020457 h 3476625"/>
              <a:gd name="connsiteX2379" fmla="*/ 1038622 w 11991973"/>
              <a:gd name="connsiteY2379" fmla="*/ 1017937 h 3476625"/>
              <a:gd name="connsiteX2380" fmla="*/ 1034167 w 11991973"/>
              <a:gd name="connsiteY2380" fmla="*/ 1028427 h 3476625"/>
              <a:gd name="connsiteX2381" fmla="*/ 1028680 w 11991973"/>
              <a:gd name="connsiteY2381" fmla="*/ 1026280 h 3476625"/>
              <a:gd name="connsiteX2382" fmla="*/ 1031855 w 11991973"/>
              <a:gd name="connsiteY2382" fmla="*/ 1023366 h 3476625"/>
              <a:gd name="connsiteX2383" fmla="*/ 1017516 w 11991973"/>
              <a:gd name="connsiteY2383" fmla="*/ 1021912 h 3476625"/>
              <a:gd name="connsiteX2384" fmla="*/ 1028680 w 11991973"/>
              <a:gd name="connsiteY2384" fmla="*/ 1026280 h 3476625"/>
              <a:gd name="connsiteX2385" fmla="*/ 983778 w 11991973"/>
              <a:gd name="connsiteY2385" fmla="*/ 1067489 h 3476625"/>
              <a:gd name="connsiteX2386" fmla="*/ 929172 w 11991973"/>
              <a:gd name="connsiteY2386" fmla="*/ 1084916 h 3476625"/>
              <a:gd name="connsiteX2387" fmla="*/ 927594 w 11991973"/>
              <a:gd name="connsiteY2387" fmla="*/ 1085072 h 3476625"/>
              <a:gd name="connsiteX2388" fmla="*/ 868849 w 11991973"/>
              <a:gd name="connsiteY2388" fmla="*/ 1084011 h 3476625"/>
              <a:gd name="connsiteX2389" fmla="*/ 806888 w 11991973"/>
              <a:gd name="connsiteY2389" fmla="*/ 1072092 h 3476625"/>
              <a:gd name="connsiteX2390" fmla="*/ 770715 w 11991973"/>
              <a:gd name="connsiteY2390" fmla="*/ 1063343 h 3476625"/>
              <a:gd name="connsiteX2391" fmla="*/ 825460 w 11991973"/>
              <a:gd name="connsiteY2391" fmla="*/ 1051001 h 3476625"/>
              <a:gd name="connsiteX2392" fmla="*/ 949108 w 11991973"/>
              <a:gd name="connsiteY2392" fmla="*/ 985550 h 3476625"/>
              <a:gd name="connsiteX2393" fmla="*/ 934063 w 11991973"/>
              <a:gd name="connsiteY2393" fmla="*/ 1023366 h 3476625"/>
              <a:gd name="connsiteX2394" fmla="*/ 996123 w 11991973"/>
              <a:gd name="connsiteY2394" fmla="*/ 985550 h 3476625"/>
              <a:gd name="connsiteX2395" fmla="*/ 990584 w 11991973"/>
              <a:gd name="connsiteY2395" fmla="*/ 977079 h 3476625"/>
              <a:gd name="connsiteX2396" fmla="*/ 992624 w 11991973"/>
              <a:gd name="connsiteY2396" fmla="*/ 974671 h 3476625"/>
              <a:gd name="connsiteX2397" fmla="*/ 1005644 w 11991973"/>
              <a:gd name="connsiteY2397" fmla="*/ 972051 h 3476625"/>
              <a:gd name="connsiteX2398" fmla="*/ 995537 w 11991973"/>
              <a:gd name="connsiteY2398" fmla="*/ 971232 h 3476625"/>
              <a:gd name="connsiteX2399" fmla="*/ 992624 w 11991973"/>
              <a:gd name="connsiteY2399" fmla="*/ 974671 h 3476625"/>
              <a:gd name="connsiteX2400" fmla="*/ 977097 w 11991973"/>
              <a:gd name="connsiteY2400" fmla="*/ 977794 h 3476625"/>
              <a:gd name="connsiteX2401" fmla="*/ 924662 w 11991973"/>
              <a:gd name="connsiteY2401" fmla="*/ 985550 h 3476625"/>
              <a:gd name="connsiteX2402" fmla="*/ 1328989 w 11991973"/>
              <a:gd name="connsiteY2402" fmla="*/ 930279 h 3476625"/>
              <a:gd name="connsiteX2403" fmla="*/ 1866838 w 11991973"/>
              <a:gd name="connsiteY2403" fmla="*/ 799376 h 3476625"/>
              <a:gd name="connsiteX2404" fmla="*/ 1842625 w 11991973"/>
              <a:gd name="connsiteY2404" fmla="*/ 799012 h 3476625"/>
              <a:gd name="connsiteX2405" fmla="*/ 1830789 w 11991973"/>
              <a:gd name="connsiteY2405" fmla="*/ 800135 h 3476625"/>
              <a:gd name="connsiteX2406" fmla="*/ 1856730 w 11991973"/>
              <a:gd name="connsiteY2406" fmla="*/ 791013 h 3476625"/>
              <a:gd name="connsiteX2407" fmla="*/ 1895048 w 11991973"/>
              <a:gd name="connsiteY2407" fmla="*/ 779014 h 3476625"/>
              <a:gd name="connsiteX2408" fmla="*/ 1876242 w 11991973"/>
              <a:gd name="connsiteY2408" fmla="*/ 822647 h 3476625"/>
              <a:gd name="connsiteX2409" fmla="*/ 1907143 w 11991973"/>
              <a:gd name="connsiteY2409" fmla="*/ 796441 h 3476625"/>
              <a:gd name="connsiteX2410" fmla="*/ 1921288 w 11991973"/>
              <a:gd name="connsiteY2410" fmla="*/ 801331 h 3476625"/>
              <a:gd name="connsiteX2411" fmla="*/ 1922082 w 11991973"/>
              <a:gd name="connsiteY2411" fmla="*/ 794650 h 3476625"/>
              <a:gd name="connsiteX2412" fmla="*/ 1916126 w 11991973"/>
              <a:gd name="connsiteY2412" fmla="*/ 790680 h 3476625"/>
              <a:gd name="connsiteX2413" fmla="*/ 1937361 w 11991973"/>
              <a:gd name="connsiteY2413" fmla="*/ 777741 h 3476625"/>
              <a:gd name="connsiteX2414" fmla="*/ 1943286 w 11991973"/>
              <a:gd name="connsiteY2414" fmla="*/ 775954 h 3476625"/>
              <a:gd name="connsiteX2415" fmla="*/ 1940886 w 11991973"/>
              <a:gd name="connsiteY2415" fmla="*/ 783378 h 3476625"/>
              <a:gd name="connsiteX2416" fmla="*/ 1968391 w 11991973"/>
              <a:gd name="connsiteY2416" fmla="*/ 770286 h 3476625"/>
              <a:gd name="connsiteX2417" fmla="*/ 1961258 w 11991973"/>
              <a:gd name="connsiteY2417" fmla="*/ 770534 h 3476625"/>
              <a:gd name="connsiteX2418" fmla="*/ 1988607 w 11991973"/>
              <a:gd name="connsiteY2418" fmla="*/ 762287 h 3476625"/>
              <a:gd name="connsiteX2419" fmla="*/ 2034917 w 11991973"/>
              <a:gd name="connsiteY2419" fmla="*/ 758833 h 3476625"/>
              <a:gd name="connsiteX2420" fmla="*/ 2072900 w 11991973"/>
              <a:gd name="connsiteY2420" fmla="*/ 751526 h 3476625"/>
              <a:gd name="connsiteX2421" fmla="*/ 2075333 w 11991973"/>
              <a:gd name="connsiteY2421" fmla="*/ 752941 h 3476625"/>
              <a:gd name="connsiteX2422" fmla="*/ 2081228 w 11991973"/>
              <a:gd name="connsiteY2422" fmla="*/ 749924 h 3476625"/>
              <a:gd name="connsiteX2423" fmla="*/ 2072900 w 11991973"/>
              <a:gd name="connsiteY2423" fmla="*/ 751526 h 3476625"/>
              <a:gd name="connsiteX2424" fmla="*/ 2070385 w 11991973"/>
              <a:gd name="connsiteY2424" fmla="*/ 750061 h 3476625"/>
              <a:gd name="connsiteX2425" fmla="*/ 2064301 w 11991973"/>
              <a:gd name="connsiteY2425" fmla="*/ 706289 h 3476625"/>
              <a:gd name="connsiteX2426" fmla="*/ 2557237 w 11991973"/>
              <a:gd name="connsiteY2426" fmla="*/ 681154 h 3476625"/>
              <a:gd name="connsiteX2427" fmla="*/ 2576693 w 11991973"/>
              <a:gd name="connsiteY2427" fmla="*/ 689659 h 3476625"/>
              <a:gd name="connsiteX2428" fmla="*/ 2583783 w 11991973"/>
              <a:gd name="connsiteY2428" fmla="*/ 689465 h 3476625"/>
              <a:gd name="connsiteX2429" fmla="*/ 2599998 w 11991973"/>
              <a:gd name="connsiteY2429" fmla="*/ 673512 h 3476625"/>
              <a:gd name="connsiteX2430" fmla="*/ 2671734 w 11991973"/>
              <a:gd name="connsiteY2430" fmla="*/ 642292 h 3476625"/>
              <a:gd name="connsiteX2431" fmla="*/ 2656689 w 11991973"/>
              <a:gd name="connsiteY2431" fmla="*/ 680109 h 3476625"/>
              <a:gd name="connsiteX2432" fmla="*/ 2773846 w 11991973"/>
              <a:gd name="connsiteY2432" fmla="*/ 648201 h 3476625"/>
              <a:gd name="connsiteX2433" fmla="*/ 2801366 w 11991973"/>
              <a:gd name="connsiteY2433" fmla="*/ 634561 h 3476625"/>
              <a:gd name="connsiteX2434" fmla="*/ 2803375 w 11991973"/>
              <a:gd name="connsiteY2434" fmla="*/ 659746 h 3476625"/>
              <a:gd name="connsiteX2435" fmla="*/ 2848510 w 11991973"/>
              <a:gd name="connsiteY2435" fmla="*/ 624839 h 3476625"/>
              <a:gd name="connsiteX2436" fmla="*/ 2820300 w 11991973"/>
              <a:gd name="connsiteY2436" fmla="*/ 620885 h 3476625"/>
              <a:gd name="connsiteX2437" fmla="*/ 2801330 w 11991973"/>
              <a:gd name="connsiteY2437" fmla="*/ 631458 h 3476625"/>
              <a:gd name="connsiteX2438" fmla="*/ 2797734 w 11991973"/>
              <a:gd name="connsiteY2438" fmla="*/ 627748 h 3476625"/>
              <a:gd name="connsiteX2439" fmla="*/ 2780810 w 11991973"/>
              <a:gd name="connsiteY2439" fmla="*/ 613202 h 3476625"/>
              <a:gd name="connsiteX2440" fmla="*/ 2797735 w 11991973"/>
              <a:gd name="connsiteY2440" fmla="*/ 601567 h 3476625"/>
              <a:gd name="connsiteX2441" fmla="*/ 2868959 w 11991973"/>
              <a:gd name="connsiteY2441" fmla="*/ 587385 h 3476625"/>
              <a:gd name="connsiteX2442" fmla="*/ 2871623 w 11991973"/>
              <a:gd name="connsiteY2442" fmla="*/ 586904 h 3476625"/>
              <a:gd name="connsiteX2443" fmla="*/ 2871146 w 11991973"/>
              <a:gd name="connsiteY2443" fmla="*/ 587562 h 3476625"/>
              <a:gd name="connsiteX2444" fmla="*/ 2861673 w 11991973"/>
              <a:gd name="connsiteY2444" fmla="*/ 604476 h 3476625"/>
              <a:gd name="connsiteX2445" fmla="*/ 2927495 w 11991973"/>
              <a:gd name="connsiteY2445" fmla="*/ 584114 h 3476625"/>
              <a:gd name="connsiteX2446" fmla="*/ 2905897 w 11991973"/>
              <a:gd name="connsiteY2446" fmla="*/ 580704 h 3476625"/>
              <a:gd name="connsiteX2447" fmla="*/ 2871623 w 11991973"/>
              <a:gd name="connsiteY2447" fmla="*/ 586904 h 3476625"/>
              <a:gd name="connsiteX2448" fmla="*/ 2877511 w 11991973"/>
              <a:gd name="connsiteY2448" fmla="*/ 578795 h 3476625"/>
              <a:gd name="connsiteX2449" fmla="*/ 2893644 w 11991973"/>
              <a:gd name="connsiteY2449" fmla="*/ 557933 h 3476625"/>
              <a:gd name="connsiteX2450" fmla="*/ 2995197 w 11991973"/>
              <a:gd name="connsiteY2450" fmla="*/ 546297 h 3476625"/>
              <a:gd name="connsiteX2451" fmla="*/ 2995195 w 11991973"/>
              <a:gd name="connsiteY2451" fmla="*/ 556717 h 3476625"/>
              <a:gd name="connsiteX2452" fmla="*/ 2981648 w 11991973"/>
              <a:gd name="connsiteY2452" fmla="*/ 563523 h 3476625"/>
              <a:gd name="connsiteX2453" fmla="*/ 2971227 w 11991973"/>
              <a:gd name="connsiteY2453" fmla="*/ 575587 h 3476625"/>
              <a:gd name="connsiteX2454" fmla="*/ 2959232 w 11991973"/>
              <a:gd name="connsiteY2454" fmla="*/ 580658 h 3476625"/>
              <a:gd name="connsiteX2455" fmla="*/ 2961346 w 11991973"/>
              <a:gd name="connsiteY2455" fmla="*/ 587022 h 3476625"/>
              <a:gd name="connsiteX2456" fmla="*/ 2971227 w 11991973"/>
              <a:gd name="connsiteY2456" fmla="*/ 575587 h 3476625"/>
              <a:gd name="connsiteX2457" fmla="*/ 2976859 w 11991973"/>
              <a:gd name="connsiteY2457" fmla="*/ 573205 h 3476625"/>
              <a:gd name="connsiteX2458" fmla="*/ 2995194 w 11991973"/>
              <a:gd name="connsiteY2458" fmla="*/ 562478 h 3476625"/>
              <a:gd name="connsiteX2459" fmla="*/ 2995195 w 11991973"/>
              <a:gd name="connsiteY2459" fmla="*/ 556717 h 3476625"/>
              <a:gd name="connsiteX2460" fmla="*/ 3013768 w 11991973"/>
              <a:gd name="connsiteY2460" fmla="*/ 547388 h 3476625"/>
              <a:gd name="connsiteX2461" fmla="*/ 3076061 w 11991973"/>
              <a:gd name="connsiteY2461" fmla="*/ 549205 h 3476625"/>
              <a:gd name="connsiteX2462" fmla="*/ 3061016 w 11991973"/>
              <a:gd name="connsiteY2462" fmla="*/ 566660 h 3476625"/>
              <a:gd name="connsiteX2463" fmla="*/ 3121197 w 11991973"/>
              <a:gd name="connsiteY2463" fmla="*/ 543388 h 3476625"/>
              <a:gd name="connsiteX2464" fmla="*/ 3097189 w 11991973"/>
              <a:gd name="connsiteY2464" fmla="*/ 572341 h 3476625"/>
              <a:gd name="connsiteX2465" fmla="*/ 3041334 w 11991973"/>
              <a:gd name="connsiteY2465" fmla="*/ 591020 h 3476625"/>
              <a:gd name="connsiteX2466" fmla="*/ 3039420 w 11991973"/>
              <a:gd name="connsiteY2466" fmla="*/ 590885 h 3476625"/>
              <a:gd name="connsiteX2467" fmla="*/ 3023405 w 11991973"/>
              <a:gd name="connsiteY2467" fmla="*/ 589931 h 3476625"/>
              <a:gd name="connsiteX2468" fmla="*/ 3039156 w 11991973"/>
              <a:gd name="connsiteY2468" fmla="*/ 591749 h 3476625"/>
              <a:gd name="connsiteX2469" fmla="*/ 3041334 w 11991973"/>
              <a:gd name="connsiteY2469" fmla="*/ 591020 h 3476625"/>
              <a:gd name="connsiteX2470" fmla="*/ 3072534 w 11991973"/>
              <a:gd name="connsiteY2470" fmla="*/ 593204 h 3476625"/>
              <a:gd name="connsiteX2471" fmla="*/ 3097196 w 11991973"/>
              <a:gd name="connsiteY2471" fmla="*/ 595407 h 3476625"/>
              <a:gd name="connsiteX2472" fmla="*/ 3096748 w 11991973"/>
              <a:gd name="connsiteY2472" fmla="*/ 595749 h 3476625"/>
              <a:gd name="connsiteX2473" fmla="*/ 3098104 w 11991973"/>
              <a:gd name="connsiteY2473" fmla="*/ 595488 h 3476625"/>
              <a:gd name="connsiteX2474" fmla="*/ 3104595 w 11991973"/>
              <a:gd name="connsiteY2474" fmla="*/ 596068 h 3476625"/>
              <a:gd name="connsiteX2475" fmla="*/ 3117435 w 11991973"/>
              <a:gd name="connsiteY2475" fmla="*/ 598658 h 3476625"/>
              <a:gd name="connsiteX2476" fmla="*/ 3112884 w 11991973"/>
              <a:gd name="connsiteY2476" fmla="*/ 589680 h 3476625"/>
              <a:gd name="connsiteX2477" fmla="*/ 3123309 w 11991973"/>
              <a:gd name="connsiteY2477" fmla="*/ 582114 h 3476625"/>
              <a:gd name="connsiteX2478" fmla="*/ 3194348 w 11991973"/>
              <a:gd name="connsiteY2478" fmla="*/ 552796 h 3476625"/>
              <a:gd name="connsiteX2479" fmla="*/ 3189721 w 11991973"/>
              <a:gd name="connsiteY2479" fmla="*/ 581855 h 3476625"/>
              <a:gd name="connsiteX2480" fmla="*/ 3185371 w 11991973"/>
              <a:gd name="connsiteY2480" fmla="*/ 590295 h 3476625"/>
              <a:gd name="connsiteX2481" fmla="*/ 3205822 w 11991973"/>
              <a:gd name="connsiteY2481" fmla="*/ 587022 h 3476625"/>
              <a:gd name="connsiteX2482" fmla="*/ 3201037 w 11991973"/>
              <a:gd name="connsiteY2482" fmla="*/ 585140 h 3476625"/>
              <a:gd name="connsiteX2483" fmla="*/ 3203267 w 11991973"/>
              <a:gd name="connsiteY2483" fmla="*/ 584795 h 3476625"/>
              <a:gd name="connsiteX2484" fmla="*/ 3262240 w 11991973"/>
              <a:gd name="connsiteY2484" fmla="*/ 575386 h 3476625"/>
              <a:gd name="connsiteX2485" fmla="*/ 3245314 w 11991973"/>
              <a:gd name="connsiteY2485" fmla="*/ 557933 h 3476625"/>
              <a:gd name="connsiteX2486" fmla="*/ 3604508 w 11991973"/>
              <a:gd name="connsiteY2486" fmla="*/ 496844 h 3476625"/>
              <a:gd name="connsiteX2487" fmla="*/ 3583821 w 11991973"/>
              <a:gd name="connsiteY2487" fmla="*/ 531752 h 3476625"/>
              <a:gd name="connsiteX2488" fmla="*/ 3741791 w 11991973"/>
              <a:gd name="connsiteY2488" fmla="*/ 511389 h 3476625"/>
              <a:gd name="connsiteX2489" fmla="*/ 3659047 w 11991973"/>
              <a:gd name="connsiteY2489" fmla="*/ 508480 h 3476625"/>
              <a:gd name="connsiteX2490" fmla="*/ 4116030 w 11991973"/>
              <a:gd name="connsiteY2490" fmla="*/ 438666 h 3476625"/>
              <a:gd name="connsiteX2491" fmla="*/ 4080302 w 11991973"/>
              <a:gd name="connsiteY2491" fmla="*/ 457938 h 3476625"/>
              <a:gd name="connsiteX2492" fmla="*/ 4079230 w 11991973"/>
              <a:gd name="connsiteY2492" fmla="*/ 458366 h 3476625"/>
              <a:gd name="connsiteX2493" fmla="*/ 4070896 w 11991973"/>
              <a:gd name="connsiteY2493" fmla="*/ 453209 h 3476625"/>
              <a:gd name="connsiteX2494" fmla="*/ 4061493 w 11991973"/>
              <a:gd name="connsiteY2494" fmla="*/ 456119 h 3476625"/>
              <a:gd name="connsiteX2495" fmla="*/ 4080301 w 11991973"/>
              <a:gd name="connsiteY2495" fmla="*/ 459028 h 3476625"/>
              <a:gd name="connsiteX2496" fmla="*/ 4080172 w 11991973"/>
              <a:gd name="connsiteY2496" fmla="*/ 458950 h 3476625"/>
              <a:gd name="connsiteX2497" fmla="*/ 4084824 w 11991973"/>
              <a:gd name="connsiteY2497" fmla="*/ 458710 h 3476625"/>
              <a:gd name="connsiteX2498" fmla="*/ 4146120 w 11991973"/>
              <a:gd name="connsiteY2498" fmla="*/ 453210 h 3476625"/>
              <a:gd name="connsiteX2499" fmla="*/ 4490266 w 11991973"/>
              <a:gd name="connsiteY2499" fmla="*/ 409576 h 3476625"/>
              <a:gd name="connsiteX2500" fmla="*/ 4471461 w 11991973"/>
              <a:gd name="connsiteY2500" fmla="*/ 365941 h 3476625"/>
              <a:gd name="connsiteX2501" fmla="*/ 4497788 w 11991973"/>
              <a:gd name="connsiteY2501" fmla="*/ 371759 h 3476625"/>
              <a:gd name="connsiteX2502" fmla="*/ 4674563 w 11991973"/>
              <a:gd name="connsiteY2502" fmla="*/ 377578 h 3476625"/>
              <a:gd name="connsiteX2503" fmla="*/ 5011191 w 11991973"/>
              <a:gd name="connsiteY2503" fmla="*/ 313580 h 3476625"/>
              <a:gd name="connsiteX2504" fmla="*/ 5042893 w 11991973"/>
              <a:gd name="connsiteY2504" fmla="*/ 339505 h 3476625"/>
              <a:gd name="connsiteX2505" fmla="*/ 5043340 w 11991973"/>
              <a:gd name="connsiteY2505" fmla="*/ 339066 h 3476625"/>
              <a:gd name="connsiteX2506" fmla="*/ 5045277 w 11991973"/>
              <a:gd name="connsiteY2506" fmla="*/ 344851 h 3476625"/>
              <a:gd name="connsiteX2507" fmla="*/ 5065728 w 11991973"/>
              <a:gd name="connsiteY2507" fmla="*/ 333943 h 3476625"/>
              <a:gd name="connsiteX2508" fmla="*/ 5045652 w 11991973"/>
              <a:gd name="connsiteY2508" fmla="*/ 336798 h 3476625"/>
              <a:gd name="connsiteX2509" fmla="*/ 5060792 w 11991973"/>
              <a:gd name="connsiteY2509" fmla="*/ 321944 h 3476625"/>
              <a:gd name="connsiteX2510" fmla="*/ 5148474 w 11991973"/>
              <a:gd name="connsiteY2510" fmla="*/ 310671 h 3476625"/>
              <a:gd name="connsiteX2511" fmla="*/ 5118383 w 11991973"/>
              <a:gd name="connsiteY2511" fmla="*/ 336852 h 3476625"/>
              <a:gd name="connsiteX2512" fmla="*/ 5180445 w 11991973"/>
              <a:gd name="connsiteY2512" fmla="*/ 304853 h 3476625"/>
              <a:gd name="connsiteX2513" fmla="*/ 5161639 w 11991973"/>
              <a:gd name="connsiteY2513" fmla="*/ 339760 h 3476625"/>
              <a:gd name="connsiteX2514" fmla="*/ 5752145 w 11991973"/>
              <a:gd name="connsiteY2514" fmla="*/ 246674 h 3476625"/>
              <a:gd name="connsiteX2515" fmla="*/ 5727697 w 11991973"/>
              <a:gd name="connsiteY2515" fmla="*/ 237947 h 3476625"/>
              <a:gd name="connsiteX2516" fmla="*/ 5749989 w 11991973"/>
              <a:gd name="connsiteY2516" fmla="*/ 229037 h 3476625"/>
              <a:gd name="connsiteX2517" fmla="*/ 5748383 w 11991973"/>
              <a:gd name="connsiteY2517" fmla="*/ 235038 h 3476625"/>
              <a:gd name="connsiteX2518" fmla="*/ 5883787 w 11991973"/>
              <a:gd name="connsiteY2518" fmla="*/ 191404 h 3476625"/>
              <a:gd name="connsiteX2519" fmla="*/ 5930801 w 11991973"/>
              <a:gd name="connsiteY2519" fmla="*/ 200130 h 3476625"/>
              <a:gd name="connsiteX2520" fmla="*/ 5906353 w 11991973"/>
              <a:gd name="connsiteY2520" fmla="*/ 229220 h 3476625"/>
              <a:gd name="connsiteX2521" fmla="*/ 6043637 w 11991973"/>
              <a:gd name="connsiteY2521" fmla="*/ 168133 h 3476625"/>
              <a:gd name="connsiteX2522" fmla="*/ 6083129 w 11991973"/>
              <a:gd name="connsiteY2522" fmla="*/ 173950 h 3476625"/>
              <a:gd name="connsiteX2523" fmla="*/ 6045519 w 11991973"/>
              <a:gd name="connsiteY2523" fmla="*/ 147769 h 3476625"/>
              <a:gd name="connsiteX2524" fmla="*/ 6257348 w 11991973"/>
              <a:gd name="connsiteY2524" fmla="*/ 151860 h 3476625"/>
              <a:gd name="connsiteX2525" fmla="*/ 6271620 w 11991973"/>
              <a:gd name="connsiteY2525" fmla="*/ 153887 h 3476625"/>
              <a:gd name="connsiteX2526" fmla="*/ 6258964 w 11991973"/>
              <a:gd name="connsiteY2526" fmla="*/ 156496 h 3476625"/>
              <a:gd name="connsiteX2527" fmla="*/ 6244859 w 11991973"/>
              <a:gd name="connsiteY2527" fmla="*/ 168132 h 3476625"/>
              <a:gd name="connsiteX2528" fmla="*/ 6261786 w 11991973"/>
              <a:gd name="connsiteY2528" fmla="*/ 166314 h 3476625"/>
              <a:gd name="connsiteX2529" fmla="*/ 6272672 w 11991973"/>
              <a:gd name="connsiteY2529" fmla="*/ 154036 h 3476625"/>
              <a:gd name="connsiteX2530" fmla="*/ 6289994 w 11991973"/>
              <a:gd name="connsiteY2530" fmla="*/ 156496 h 3476625"/>
              <a:gd name="connsiteX2531" fmla="*/ 6444203 w 11991973"/>
              <a:gd name="connsiteY2531" fmla="*/ 89591 h 3476625"/>
              <a:gd name="connsiteX2532" fmla="*/ 6303159 w 11991973"/>
              <a:gd name="connsiteY2532" fmla="*/ 141952 h 3476625"/>
              <a:gd name="connsiteX2533" fmla="*/ 6596088 w 11991973"/>
              <a:gd name="connsiteY2533" fmla="*/ 804 h 3476625"/>
              <a:gd name="connsiteX2534" fmla="*/ 6611576 w 11991973"/>
              <a:gd name="connsiteY2534" fmla="*/ 2321 h 3476625"/>
              <a:gd name="connsiteX2535" fmla="*/ 6581486 w 11991973"/>
              <a:gd name="connsiteY2535" fmla="*/ 66318 h 3476625"/>
              <a:gd name="connsiteX2536" fmla="*/ 6893665 w 11991973"/>
              <a:gd name="connsiteY2536" fmla="*/ 57592 h 3476625"/>
              <a:gd name="connsiteX2537" fmla="*/ 6889759 w 11991973"/>
              <a:gd name="connsiteY2537" fmla="*/ 64496 h 3476625"/>
              <a:gd name="connsiteX2538" fmla="*/ 6885966 w 11991973"/>
              <a:gd name="connsiteY2538" fmla="*/ 65409 h 3476625"/>
              <a:gd name="connsiteX2539" fmla="*/ 6872979 w 11991973"/>
              <a:gd name="connsiteY2539" fmla="*/ 69227 h 3476625"/>
              <a:gd name="connsiteX2540" fmla="*/ 6885438 w 11991973"/>
              <a:gd name="connsiteY2540" fmla="*/ 72136 h 3476625"/>
              <a:gd name="connsiteX2541" fmla="*/ 6889759 w 11991973"/>
              <a:gd name="connsiteY2541" fmla="*/ 64496 h 3476625"/>
              <a:gd name="connsiteX2542" fmla="*/ 6906359 w 11991973"/>
              <a:gd name="connsiteY2542" fmla="*/ 60501 h 3476625"/>
              <a:gd name="connsiteX2543" fmla="*/ 6942560 w 11991973"/>
              <a:gd name="connsiteY2543" fmla="*/ 60501 h 3476625"/>
              <a:gd name="connsiteX2544" fmla="*/ 6918113 w 11991973"/>
              <a:gd name="connsiteY2544" fmla="*/ 115771 h 3476625"/>
              <a:gd name="connsiteX2545" fmla="*/ 7106172 w 11991973"/>
              <a:gd name="connsiteY2545" fmla="*/ 43047 h 3476625"/>
              <a:gd name="connsiteX2546" fmla="*/ 7064799 w 11991973"/>
              <a:gd name="connsiteY2546" fmla="*/ 77954 h 3476625"/>
              <a:gd name="connsiteX2547" fmla="*/ 7132500 w 11991973"/>
              <a:gd name="connsiteY2547" fmla="*/ 92499 h 3476625"/>
              <a:gd name="connsiteX2548" fmla="*/ 7423993 w 11991973"/>
              <a:gd name="connsiteY2548" fmla="*/ 107044 h 3476625"/>
              <a:gd name="connsiteX2549" fmla="*/ 7136261 w 11991973"/>
              <a:gd name="connsiteY2549" fmla="*/ 232130 h 3476625"/>
              <a:gd name="connsiteX2550" fmla="*/ 6861695 w 11991973"/>
              <a:gd name="connsiteY2550" fmla="*/ 325216 h 3476625"/>
              <a:gd name="connsiteX2551" fmla="*/ 6940680 w 11991973"/>
              <a:gd name="connsiteY2551" fmla="*/ 351397 h 3476625"/>
              <a:gd name="connsiteX2552" fmla="*/ 7136261 w 11991973"/>
              <a:gd name="connsiteY2552" fmla="*/ 389213 h 3476625"/>
              <a:gd name="connsiteX2553" fmla="*/ 6903068 w 11991973"/>
              <a:gd name="connsiteY2553" fmla="*/ 461937 h 3476625"/>
              <a:gd name="connsiteX2554" fmla="*/ 6833487 w 11991973"/>
              <a:gd name="connsiteY2554" fmla="*/ 479391 h 3476625"/>
              <a:gd name="connsiteX2555" fmla="*/ 6743217 w 11991973"/>
              <a:gd name="connsiteY2555" fmla="*/ 531752 h 3476625"/>
              <a:gd name="connsiteX2556" fmla="*/ 6778948 w 11991973"/>
              <a:gd name="connsiteY2556" fmla="*/ 514298 h 3476625"/>
              <a:gd name="connsiteX2557" fmla="*/ 6763905 w 11991973"/>
              <a:gd name="connsiteY2557" fmla="*/ 566659 h 3476625"/>
              <a:gd name="connsiteX2558" fmla="*/ 7049755 w 11991973"/>
              <a:gd name="connsiteY2558" fmla="*/ 470663 h 3476625"/>
              <a:gd name="connsiteX2559" fmla="*/ 7132500 w 11991973"/>
              <a:gd name="connsiteY2559" fmla="*/ 499753 h 3476625"/>
              <a:gd name="connsiteX2560" fmla="*/ 7226530 w 11991973"/>
              <a:gd name="connsiteY2560" fmla="*/ 488118 h 3476625"/>
              <a:gd name="connsiteX2561" fmla="*/ 7363814 w 11991973"/>
              <a:gd name="connsiteY2561" fmla="*/ 485208 h 3476625"/>
              <a:gd name="connsiteX2562" fmla="*/ 7333724 w 11991973"/>
              <a:gd name="connsiteY2562" fmla="*/ 511389 h 3476625"/>
              <a:gd name="connsiteX2563" fmla="*/ 7395784 w 11991973"/>
              <a:gd name="connsiteY2563" fmla="*/ 479391 h 3476625"/>
              <a:gd name="connsiteX2564" fmla="*/ 7376978 w 11991973"/>
              <a:gd name="connsiteY2564" fmla="*/ 514298 h 3476625"/>
              <a:gd name="connsiteX2565" fmla="*/ 7967484 w 11991973"/>
              <a:gd name="connsiteY2565" fmla="*/ 421211 h 3476625"/>
              <a:gd name="connsiteX2566" fmla="*/ 7943037 w 11991973"/>
              <a:gd name="connsiteY2566" fmla="*/ 412485 h 3476625"/>
              <a:gd name="connsiteX2567" fmla="*/ 7965329 w 11991973"/>
              <a:gd name="connsiteY2567" fmla="*/ 403575 h 3476625"/>
              <a:gd name="connsiteX2568" fmla="*/ 7963723 w 11991973"/>
              <a:gd name="connsiteY2568" fmla="*/ 409576 h 3476625"/>
              <a:gd name="connsiteX2569" fmla="*/ 8099126 w 11991973"/>
              <a:gd name="connsiteY2569" fmla="*/ 365941 h 3476625"/>
              <a:gd name="connsiteX2570" fmla="*/ 8146142 w 11991973"/>
              <a:gd name="connsiteY2570" fmla="*/ 374668 h 3476625"/>
              <a:gd name="connsiteX2571" fmla="*/ 8121693 w 11991973"/>
              <a:gd name="connsiteY2571" fmla="*/ 403757 h 3476625"/>
              <a:gd name="connsiteX2572" fmla="*/ 8258977 w 11991973"/>
              <a:gd name="connsiteY2572" fmla="*/ 342669 h 3476625"/>
              <a:gd name="connsiteX2573" fmla="*/ 8298470 w 11991973"/>
              <a:gd name="connsiteY2573" fmla="*/ 348488 h 3476625"/>
              <a:gd name="connsiteX2574" fmla="*/ 8260858 w 11991973"/>
              <a:gd name="connsiteY2574" fmla="*/ 322307 h 3476625"/>
              <a:gd name="connsiteX2575" fmla="*/ 8472688 w 11991973"/>
              <a:gd name="connsiteY2575" fmla="*/ 326398 h 3476625"/>
              <a:gd name="connsiteX2576" fmla="*/ 8491664 w 11991973"/>
              <a:gd name="connsiteY2576" fmla="*/ 328229 h 3476625"/>
              <a:gd name="connsiteX2577" fmla="*/ 8478065 w 11991973"/>
              <a:gd name="connsiteY2577" fmla="*/ 331034 h 3476625"/>
              <a:gd name="connsiteX2578" fmla="*/ 8463961 w 11991973"/>
              <a:gd name="connsiteY2578" fmla="*/ 342669 h 3476625"/>
              <a:gd name="connsiteX2579" fmla="*/ 8480886 w 11991973"/>
              <a:gd name="connsiteY2579" fmla="*/ 340852 h 3476625"/>
              <a:gd name="connsiteX2580" fmla="*/ 8492045 w 11991973"/>
              <a:gd name="connsiteY2580" fmla="*/ 328266 h 3476625"/>
              <a:gd name="connsiteX2581" fmla="*/ 8497067 w 11991973"/>
              <a:gd name="connsiteY2581" fmla="*/ 328750 h 3476625"/>
              <a:gd name="connsiteX2582" fmla="*/ 8505335 w 11991973"/>
              <a:gd name="connsiteY2582" fmla="*/ 331034 h 3476625"/>
              <a:gd name="connsiteX2583" fmla="*/ 8659543 w 11991973"/>
              <a:gd name="connsiteY2583" fmla="*/ 264127 h 3476625"/>
              <a:gd name="connsiteX2584" fmla="*/ 8518498 w 11991973"/>
              <a:gd name="connsiteY2584" fmla="*/ 316489 h 3476625"/>
              <a:gd name="connsiteX2585" fmla="*/ 8826917 w 11991973"/>
              <a:gd name="connsiteY2585" fmla="*/ 176859 h 3476625"/>
              <a:gd name="connsiteX2586" fmla="*/ 8796827 w 11991973"/>
              <a:gd name="connsiteY2586" fmla="*/ 240856 h 3476625"/>
              <a:gd name="connsiteX2587" fmla="*/ 9109005 w 11991973"/>
              <a:gd name="connsiteY2587" fmla="*/ 232130 h 3476625"/>
              <a:gd name="connsiteX2588" fmla="*/ 9105099 w 11991973"/>
              <a:gd name="connsiteY2588" fmla="*/ 239034 h 3476625"/>
              <a:gd name="connsiteX2589" fmla="*/ 9101307 w 11991973"/>
              <a:gd name="connsiteY2589" fmla="*/ 239947 h 3476625"/>
              <a:gd name="connsiteX2590" fmla="*/ 9088319 w 11991973"/>
              <a:gd name="connsiteY2590" fmla="*/ 243765 h 3476625"/>
              <a:gd name="connsiteX2591" fmla="*/ 9100777 w 11991973"/>
              <a:gd name="connsiteY2591" fmla="*/ 246674 h 3476625"/>
              <a:gd name="connsiteX2592" fmla="*/ 9105099 w 11991973"/>
              <a:gd name="connsiteY2592" fmla="*/ 239034 h 3476625"/>
              <a:gd name="connsiteX2593" fmla="*/ 9121699 w 11991973"/>
              <a:gd name="connsiteY2593" fmla="*/ 235038 h 3476625"/>
              <a:gd name="connsiteX2594" fmla="*/ 9157900 w 11991973"/>
              <a:gd name="connsiteY2594" fmla="*/ 235038 h 3476625"/>
              <a:gd name="connsiteX2595" fmla="*/ 9133452 w 11991973"/>
              <a:gd name="connsiteY2595" fmla="*/ 290308 h 3476625"/>
              <a:gd name="connsiteX2596" fmla="*/ 9321512 w 11991973"/>
              <a:gd name="connsiteY2596" fmla="*/ 217585 h 3476625"/>
              <a:gd name="connsiteX2597" fmla="*/ 9280139 w 11991973"/>
              <a:gd name="connsiteY2597" fmla="*/ 252492 h 3476625"/>
              <a:gd name="connsiteX2598" fmla="*/ 9347841 w 11991973"/>
              <a:gd name="connsiteY2598" fmla="*/ 267037 h 3476625"/>
              <a:gd name="connsiteX2599" fmla="*/ 9639333 w 11991973"/>
              <a:gd name="connsiteY2599" fmla="*/ 281582 h 3476625"/>
              <a:gd name="connsiteX2600" fmla="*/ 9351602 w 11991973"/>
              <a:gd name="connsiteY2600" fmla="*/ 406666 h 3476625"/>
              <a:gd name="connsiteX2601" fmla="*/ 9077035 w 11991973"/>
              <a:gd name="connsiteY2601" fmla="*/ 499753 h 3476625"/>
              <a:gd name="connsiteX2602" fmla="*/ 9083601 w 11991973"/>
              <a:gd name="connsiteY2602" fmla="*/ 508068 h 3476625"/>
              <a:gd name="connsiteX2603" fmla="*/ 9078915 w 11991973"/>
              <a:gd name="connsiteY2603" fmla="*/ 511389 h 3476625"/>
              <a:gd name="connsiteX2604" fmla="*/ 9093725 w 11991973"/>
              <a:gd name="connsiteY2604" fmla="*/ 520798 h 3476625"/>
              <a:gd name="connsiteX2605" fmla="*/ 9093390 w 11991973"/>
              <a:gd name="connsiteY2605" fmla="*/ 517884 h 3476625"/>
              <a:gd name="connsiteX2606" fmla="*/ 9117673 w 11991973"/>
              <a:gd name="connsiteY2606" fmla="*/ 521208 h 3476625"/>
              <a:gd name="connsiteX2607" fmla="*/ 9291422 w 11991973"/>
              <a:gd name="connsiteY2607" fmla="*/ 459028 h 3476625"/>
              <a:gd name="connsiteX2608" fmla="*/ 9428706 w 11991973"/>
              <a:gd name="connsiteY2608" fmla="*/ 456118 h 3476625"/>
              <a:gd name="connsiteX2609" fmla="*/ 9398616 w 11991973"/>
              <a:gd name="connsiteY2609" fmla="*/ 482299 h 3476625"/>
              <a:gd name="connsiteX2610" fmla="*/ 9460677 w 11991973"/>
              <a:gd name="connsiteY2610" fmla="*/ 450301 h 3476625"/>
              <a:gd name="connsiteX2611" fmla="*/ 9441871 w 11991973"/>
              <a:gd name="connsiteY2611" fmla="*/ 485208 h 3476625"/>
              <a:gd name="connsiteX2612" fmla="*/ 10032377 w 11991973"/>
              <a:gd name="connsiteY2612" fmla="*/ 392121 h 3476625"/>
              <a:gd name="connsiteX2613" fmla="*/ 10007929 w 11991973"/>
              <a:gd name="connsiteY2613" fmla="*/ 383395 h 3476625"/>
              <a:gd name="connsiteX2614" fmla="*/ 10030219 w 11991973"/>
              <a:gd name="connsiteY2614" fmla="*/ 374485 h 3476625"/>
              <a:gd name="connsiteX2615" fmla="*/ 10028615 w 11991973"/>
              <a:gd name="connsiteY2615" fmla="*/ 380486 h 3476625"/>
              <a:gd name="connsiteX2616" fmla="*/ 10164018 w 11991973"/>
              <a:gd name="connsiteY2616" fmla="*/ 336852 h 3476625"/>
              <a:gd name="connsiteX2617" fmla="*/ 10211033 w 11991973"/>
              <a:gd name="connsiteY2617" fmla="*/ 345579 h 3476625"/>
              <a:gd name="connsiteX2618" fmla="*/ 10186586 w 11991973"/>
              <a:gd name="connsiteY2618" fmla="*/ 374669 h 3476625"/>
              <a:gd name="connsiteX2619" fmla="*/ 10323869 w 11991973"/>
              <a:gd name="connsiteY2619" fmla="*/ 313579 h 3476625"/>
              <a:gd name="connsiteX2620" fmla="*/ 10363362 w 11991973"/>
              <a:gd name="connsiteY2620" fmla="*/ 319398 h 3476625"/>
              <a:gd name="connsiteX2621" fmla="*/ 10325749 w 11991973"/>
              <a:gd name="connsiteY2621" fmla="*/ 293217 h 3476625"/>
              <a:gd name="connsiteX2622" fmla="*/ 10537581 w 11991973"/>
              <a:gd name="connsiteY2622" fmla="*/ 297308 h 3476625"/>
              <a:gd name="connsiteX2623" fmla="*/ 10559124 w 11991973"/>
              <a:gd name="connsiteY2623" fmla="*/ 299386 h 3476625"/>
              <a:gd name="connsiteX2624" fmla="*/ 10546720 w 11991973"/>
              <a:gd name="connsiteY2624" fmla="*/ 301945 h 3476625"/>
              <a:gd name="connsiteX2625" fmla="*/ 10532616 w 11991973"/>
              <a:gd name="connsiteY2625" fmla="*/ 313580 h 3476625"/>
              <a:gd name="connsiteX2626" fmla="*/ 10549540 w 11991973"/>
              <a:gd name="connsiteY2626" fmla="*/ 311762 h 3476625"/>
              <a:gd name="connsiteX2627" fmla="*/ 10560404 w 11991973"/>
              <a:gd name="connsiteY2627" fmla="*/ 299510 h 3476625"/>
              <a:gd name="connsiteX2628" fmla="*/ 10561959 w 11991973"/>
              <a:gd name="connsiteY2628" fmla="*/ 299661 h 3476625"/>
              <a:gd name="connsiteX2629" fmla="*/ 10570227 w 11991973"/>
              <a:gd name="connsiteY2629" fmla="*/ 301944 h 3476625"/>
              <a:gd name="connsiteX2630" fmla="*/ 10724435 w 11991973"/>
              <a:gd name="connsiteY2630" fmla="*/ 235038 h 3476625"/>
              <a:gd name="connsiteX2631" fmla="*/ 10583391 w 11991973"/>
              <a:gd name="connsiteY2631" fmla="*/ 287399 h 3476625"/>
              <a:gd name="connsiteX2632" fmla="*/ 10891808 w 11991973"/>
              <a:gd name="connsiteY2632" fmla="*/ 147769 h 3476625"/>
              <a:gd name="connsiteX2633" fmla="*/ 10861719 w 11991973"/>
              <a:gd name="connsiteY2633" fmla="*/ 211766 h 3476625"/>
              <a:gd name="connsiteX2634" fmla="*/ 11173898 w 11991973"/>
              <a:gd name="connsiteY2634" fmla="*/ 203040 h 3476625"/>
              <a:gd name="connsiteX2635" fmla="*/ 11169992 w 11991973"/>
              <a:gd name="connsiteY2635" fmla="*/ 209944 h 3476625"/>
              <a:gd name="connsiteX2636" fmla="*/ 11166200 w 11991973"/>
              <a:gd name="connsiteY2636" fmla="*/ 210858 h 3476625"/>
              <a:gd name="connsiteX2637" fmla="*/ 11153211 w 11991973"/>
              <a:gd name="connsiteY2637" fmla="*/ 214675 h 3476625"/>
              <a:gd name="connsiteX2638" fmla="*/ 11165670 w 11991973"/>
              <a:gd name="connsiteY2638" fmla="*/ 217585 h 3476625"/>
              <a:gd name="connsiteX2639" fmla="*/ 11169992 w 11991973"/>
              <a:gd name="connsiteY2639" fmla="*/ 209944 h 3476625"/>
              <a:gd name="connsiteX2640" fmla="*/ 11186591 w 11991973"/>
              <a:gd name="connsiteY2640" fmla="*/ 205949 h 3476625"/>
              <a:gd name="connsiteX2641" fmla="*/ 11222792 w 11991973"/>
              <a:gd name="connsiteY2641" fmla="*/ 205949 h 3476625"/>
              <a:gd name="connsiteX2642" fmla="*/ 11198345 w 11991973"/>
              <a:gd name="connsiteY2642" fmla="*/ 261218 h 3476625"/>
              <a:gd name="connsiteX2643" fmla="*/ 11386403 w 11991973"/>
              <a:gd name="connsiteY2643" fmla="*/ 188495 h 3476625"/>
              <a:gd name="connsiteX2644" fmla="*/ 11345031 w 11991973"/>
              <a:gd name="connsiteY2644" fmla="*/ 223402 h 3476625"/>
              <a:gd name="connsiteX2645" fmla="*/ 11465295 w 11991973"/>
              <a:gd name="connsiteY2645" fmla="*/ 170990 h 347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Lst>
            <a:rect l="l" t="t" r="r" b="b"/>
            <a:pathLst>
              <a:path w="11991973" h="3476625">
                <a:moveTo>
                  <a:pt x="450941" y="3182190"/>
                </a:moveTo>
                <a:lnTo>
                  <a:pt x="453308" y="3190087"/>
                </a:lnTo>
                <a:cubicBezTo>
                  <a:pt x="453103" y="3195996"/>
                  <a:pt x="449341" y="3197814"/>
                  <a:pt x="439468" y="3190541"/>
                </a:cubicBezTo>
                <a:close/>
                <a:moveTo>
                  <a:pt x="2673803" y="3350910"/>
                </a:moveTo>
                <a:lnTo>
                  <a:pt x="2676171" y="3358806"/>
                </a:lnTo>
                <a:cubicBezTo>
                  <a:pt x="2675964" y="3364715"/>
                  <a:pt x="2672204" y="3366533"/>
                  <a:pt x="2662332" y="3359260"/>
                </a:cubicBezTo>
                <a:close/>
                <a:moveTo>
                  <a:pt x="432327" y="3145543"/>
                </a:moveTo>
                <a:cubicBezTo>
                  <a:pt x="434224" y="3146679"/>
                  <a:pt x="436508" y="3149293"/>
                  <a:pt x="438861" y="3152759"/>
                </a:cubicBezTo>
                <a:lnTo>
                  <a:pt x="439205" y="3153368"/>
                </a:lnTo>
                <a:lnTo>
                  <a:pt x="428185" y="3161451"/>
                </a:lnTo>
                <a:cubicBezTo>
                  <a:pt x="426303" y="3146906"/>
                  <a:pt x="428536" y="3143269"/>
                  <a:pt x="432327" y="3145543"/>
                </a:cubicBezTo>
                <a:close/>
                <a:moveTo>
                  <a:pt x="489886" y="3146644"/>
                </a:moveTo>
                <a:lnTo>
                  <a:pt x="495885" y="3155634"/>
                </a:lnTo>
                <a:cubicBezTo>
                  <a:pt x="494946" y="3157089"/>
                  <a:pt x="493300" y="3155815"/>
                  <a:pt x="491654" y="3153588"/>
                </a:cubicBezTo>
                <a:lnTo>
                  <a:pt x="488609" y="3147993"/>
                </a:lnTo>
                <a:close/>
                <a:moveTo>
                  <a:pt x="1339568" y="3211630"/>
                </a:moveTo>
                <a:cubicBezTo>
                  <a:pt x="1335572" y="3212358"/>
                  <a:pt x="1331810" y="3215267"/>
                  <a:pt x="1328990" y="3222539"/>
                </a:cubicBezTo>
                <a:cubicBezTo>
                  <a:pt x="1336511" y="3228357"/>
                  <a:pt x="1351557" y="3225448"/>
                  <a:pt x="1351557" y="3213812"/>
                </a:cubicBezTo>
                <a:cubicBezTo>
                  <a:pt x="1347796" y="3212358"/>
                  <a:pt x="1343563" y="3210903"/>
                  <a:pt x="1339568" y="3211630"/>
                </a:cubicBezTo>
                <a:close/>
                <a:moveTo>
                  <a:pt x="783157" y="3158808"/>
                </a:moveTo>
                <a:lnTo>
                  <a:pt x="785497" y="3167270"/>
                </a:lnTo>
                <a:cubicBezTo>
                  <a:pt x="785028" y="3169452"/>
                  <a:pt x="784204" y="3166542"/>
                  <a:pt x="783381" y="3161088"/>
                </a:cubicBezTo>
                <a:close/>
                <a:moveTo>
                  <a:pt x="782690" y="3154069"/>
                </a:moveTo>
                <a:lnTo>
                  <a:pt x="783157" y="3158808"/>
                </a:lnTo>
                <a:lnTo>
                  <a:pt x="781957" y="3154469"/>
                </a:lnTo>
                <a:close/>
                <a:moveTo>
                  <a:pt x="2708266" y="3320098"/>
                </a:moveTo>
                <a:lnTo>
                  <a:pt x="2714989" y="3330171"/>
                </a:lnTo>
                <a:cubicBezTo>
                  <a:pt x="2714048" y="3331625"/>
                  <a:pt x="2712402" y="3330353"/>
                  <a:pt x="2710756" y="3328125"/>
                </a:cubicBezTo>
                <a:lnTo>
                  <a:pt x="2707073" y="3321358"/>
                </a:lnTo>
                <a:close/>
                <a:moveTo>
                  <a:pt x="3565138" y="3395468"/>
                </a:moveTo>
                <a:lnTo>
                  <a:pt x="3562194" y="3399259"/>
                </a:lnTo>
                <a:lnTo>
                  <a:pt x="3553719" y="3397948"/>
                </a:lnTo>
                <a:close/>
                <a:moveTo>
                  <a:pt x="2655191" y="3314263"/>
                </a:moveTo>
                <a:cubicBezTo>
                  <a:pt x="2657086" y="3315400"/>
                  <a:pt x="2659371" y="3318013"/>
                  <a:pt x="2661723" y="3321478"/>
                </a:cubicBezTo>
                <a:lnTo>
                  <a:pt x="2662068" y="3322088"/>
                </a:lnTo>
                <a:lnTo>
                  <a:pt x="2651047" y="3330171"/>
                </a:lnTo>
                <a:cubicBezTo>
                  <a:pt x="2649167" y="3315627"/>
                  <a:pt x="2651401" y="3311990"/>
                  <a:pt x="2655191" y="3314263"/>
                </a:cubicBezTo>
                <a:close/>
                <a:moveTo>
                  <a:pt x="3006020" y="3327528"/>
                </a:moveTo>
                <a:lnTo>
                  <a:pt x="3008361" y="3335989"/>
                </a:lnTo>
                <a:cubicBezTo>
                  <a:pt x="3007892" y="3338171"/>
                  <a:pt x="3007069" y="3335262"/>
                  <a:pt x="3006245" y="3329808"/>
                </a:cubicBezTo>
                <a:close/>
                <a:moveTo>
                  <a:pt x="3005554" y="3322787"/>
                </a:moveTo>
                <a:lnTo>
                  <a:pt x="3006020" y="3327528"/>
                </a:lnTo>
                <a:lnTo>
                  <a:pt x="3004821" y="3323188"/>
                </a:lnTo>
                <a:close/>
                <a:moveTo>
                  <a:pt x="794195" y="3121090"/>
                </a:moveTo>
                <a:cubicBezTo>
                  <a:pt x="791139" y="3120727"/>
                  <a:pt x="787377" y="3122180"/>
                  <a:pt x="783617" y="3129452"/>
                </a:cubicBezTo>
                <a:cubicBezTo>
                  <a:pt x="791138" y="3135271"/>
                  <a:pt x="794899" y="3126544"/>
                  <a:pt x="800542" y="3123635"/>
                </a:cubicBezTo>
                <a:cubicBezTo>
                  <a:pt x="799601" y="3123635"/>
                  <a:pt x="797252" y="3121453"/>
                  <a:pt x="794195" y="3121090"/>
                </a:cubicBezTo>
                <a:close/>
                <a:moveTo>
                  <a:pt x="1561147" y="3179817"/>
                </a:moveTo>
                <a:lnTo>
                  <a:pt x="1559126" y="3187268"/>
                </a:lnTo>
                <a:cubicBezTo>
                  <a:pt x="1555601" y="3190541"/>
                  <a:pt x="1550900" y="3191996"/>
                  <a:pt x="1549018" y="3187632"/>
                </a:cubicBezTo>
                <a:lnTo>
                  <a:pt x="1552125" y="3181676"/>
                </a:lnTo>
                <a:close/>
                <a:moveTo>
                  <a:pt x="3004129" y="3302876"/>
                </a:moveTo>
                <a:lnTo>
                  <a:pt x="3004129" y="3304046"/>
                </a:lnTo>
                <a:lnTo>
                  <a:pt x="3002719" y="3303990"/>
                </a:lnTo>
                <a:close/>
                <a:moveTo>
                  <a:pt x="1082866" y="3118181"/>
                </a:moveTo>
                <a:cubicBezTo>
                  <a:pt x="1079339" y="3118545"/>
                  <a:pt x="1076049" y="3120727"/>
                  <a:pt x="1073228" y="3126544"/>
                </a:cubicBezTo>
                <a:cubicBezTo>
                  <a:pt x="1080751" y="3132361"/>
                  <a:pt x="1093915" y="3129452"/>
                  <a:pt x="1093915" y="3120725"/>
                </a:cubicBezTo>
                <a:cubicBezTo>
                  <a:pt x="1090153" y="3119271"/>
                  <a:pt x="1086391" y="3117818"/>
                  <a:pt x="1082866" y="3118181"/>
                </a:cubicBezTo>
                <a:close/>
                <a:moveTo>
                  <a:pt x="3779068" y="3349012"/>
                </a:moveTo>
                <a:lnTo>
                  <a:pt x="3781285" y="3350533"/>
                </a:lnTo>
                <a:cubicBezTo>
                  <a:pt x="3786925" y="3356351"/>
                  <a:pt x="3771882" y="3370896"/>
                  <a:pt x="3768120" y="3362170"/>
                </a:cubicBezTo>
                <a:cubicBezTo>
                  <a:pt x="3769999" y="3359261"/>
                  <a:pt x="3771882" y="3354170"/>
                  <a:pt x="3773996" y="3350897"/>
                </a:cubicBezTo>
                <a:lnTo>
                  <a:pt x="3775142" y="3349865"/>
                </a:lnTo>
                <a:close/>
                <a:moveTo>
                  <a:pt x="1149216" y="3101227"/>
                </a:moveTo>
                <a:cubicBezTo>
                  <a:pt x="1147042" y="3100636"/>
                  <a:pt x="1144925" y="3100909"/>
                  <a:pt x="1142810" y="3101454"/>
                </a:cubicBezTo>
                <a:cubicBezTo>
                  <a:pt x="1138579" y="3102544"/>
                  <a:pt x="1134348" y="3104726"/>
                  <a:pt x="1129645" y="3103271"/>
                </a:cubicBezTo>
                <a:cubicBezTo>
                  <a:pt x="1129645" y="3114908"/>
                  <a:pt x="1148452" y="3111999"/>
                  <a:pt x="1155973" y="3106181"/>
                </a:cubicBezTo>
                <a:cubicBezTo>
                  <a:pt x="1153624" y="3103272"/>
                  <a:pt x="1151391" y="3101818"/>
                  <a:pt x="1149216" y="3101227"/>
                </a:cubicBezTo>
                <a:close/>
                <a:moveTo>
                  <a:pt x="3301968" y="3292718"/>
                </a:moveTo>
                <a:cubicBezTo>
                  <a:pt x="3298441" y="3293082"/>
                  <a:pt x="3295151" y="3295263"/>
                  <a:pt x="3292330" y="3301081"/>
                </a:cubicBezTo>
                <a:cubicBezTo>
                  <a:pt x="3299854" y="3306899"/>
                  <a:pt x="3313014" y="3303990"/>
                  <a:pt x="3313017" y="3295264"/>
                </a:cubicBezTo>
                <a:cubicBezTo>
                  <a:pt x="3309257" y="3293809"/>
                  <a:pt x="3305496" y="3292354"/>
                  <a:pt x="3301968" y="3292718"/>
                </a:cubicBezTo>
                <a:close/>
                <a:moveTo>
                  <a:pt x="1248404" y="3094618"/>
                </a:moveTo>
                <a:lnTo>
                  <a:pt x="1259407" y="3097454"/>
                </a:lnTo>
                <a:cubicBezTo>
                  <a:pt x="1253764" y="3106180"/>
                  <a:pt x="1246243" y="3103271"/>
                  <a:pt x="1236840" y="3100363"/>
                </a:cubicBezTo>
                <a:lnTo>
                  <a:pt x="1245989" y="3095647"/>
                </a:lnTo>
                <a:close/>
                <a:moveTo>
                  <a:pt x="3368315" y="3275765"/>
                </a:moveTo>
                <a:cubicBezTo>
                  <a:pt x="3366143" y="3275174"/>
                  <a:pt x="3364027" y="3275447"/>
                  <a:pt x="3361913" y="3275992"/>
                </a:cubicBezTo>
                <a:cubicBezTo>
                  <a:pt x="3357680" y="3277082"/>
                  <a:pt x="3353449" y="3279264"/>
                  <a:pt x="3348749" y="3277809"/>
                </a:cubicBezTo>
                <a:cubicBezTo>
                  <a:pt x="3348748" y="3289445"/>
                  <a:pt x="3367553" y="3286536"/>
                  <a:pt x="3375074" y="3280719"/>
                </a:cubicBezTo>
                <a:cubicBezTo>
                  <a:pt x="3372726" y="3277810"/>
                  <a:pt x="3370493" y="3276356"/>
                  <a:pt x="3368315" y="3275765"/>
                </a:cubicBezTo>
                <a:close/>
                <a:moveTo>
                  <a:pt x="1302970" y="3079521"/>
                </a:moveTo>
                <a:lnTo>
                  <a:pt x="1303566" y="3079886"/>
                </a:lnTo>
                <a:lnTo>
                  <a:pt x="1302660" y="3080000"/>
                </a:lnTo>
                <a:close/>
                <a:moveTo>
                  <a:pt x="3467225" y="3269083"/>
                </a:moveTo>
                <a:cubicBezTo>
                  <a:pt x="3470984" y="3269810"/>
                  <a:pt x="3474746" y="3271992"/>
                  <a:pt x="3478507" y="3271992"/>
                </a:cubicBezTo>
                <a:cubicBezTo>
                  <a:pt x="3472866" y="3280719"/>
                  <a:pt x="3465345" y="3277809"/>
                  <a:pt x="3455943" y="3274900"/>
                </a:cubicBezTo>
                <a:cubicBezTo>
                  <a:pt x="3459702" y="3269083"/>
                  <a:pt x="3463463" y="3268355"/>
                  <a:pt x="3467225" y="3269083"/>
                </a:cubicBezTo>
                <a:close/>
                <a:moveTo>
                  <a:pt x="3526226" y="3247633"/>
                </a:moveTo>
                <a:lnTo>
                  <a:pt x="3534085" y="3251963"/>
                </a:lnTo>
                <a:lnTo>
                  <a:pt x="3533281" y="3253083"/>
                </a:lnTo>
                <a:cubicBezTo>
                  <a:pt x="3529285" y="3254538"/>
                  <a:pt x="3524585" y="3254538"/>
                  <a:pt x="3521761" y="3254538"/>
                </a:cubicBezTo>
                <a:close/>
                <a:moveTo>
                  <a:pt x="1650569" y="3077092"/>
                </a:moveTo>
                <a:cubicBezTo>
                  <a:pt x="1644928" y="3077092"/>
                  <a:pt x="1639286" y="3077092"/>
                  <a:pt x="1633645" y="3085818"/>
                </a:cubicBezTo>
                <a:cubicBezTo>
                  <a:pt x="1641167" y="3091637"/>
                  <a:pt x="1644929" y="3082909"/>
                  <a:pt x="1650569" y="3077092"/>
                </a:cubicBezTo>
                <a:close/>
                <a:moveTo>
                  <a:pt x="1451228" y="3050911"/>
                </a:moveTo>
                <a:cubicBezTo>
                  <a:pt x="1447466" y="3048002"/>
                  <a:pt x="1444175" y="3048729"/>
                  <a:pt x="1441120" y="3050184"/>
                </a:cubicBezTo>
                <a:cubicBezTo>
                  <a:pt x="1438063" y="3051639"/>
                  <a:pt x="1435243" y="3053819"/>
                  <a:pt x="1432422" y="3053819"/>
                </a:cubicBezTo>
                <a:cubicBezTo>
                  <a:pt x="1423019" y="3050911"/>
                  <a:pt x="1447467" y="3065455"/>
                  <a:pt x="1451228" y="3050911"/>
                </a:cubicBezTo>
                <a:close/>
                <a:moveTo>
                  <a:pt x="1730496" y="3061820"/>
                </a:moveTo>
                <a:cubicBezTo>
                  <a:pt x="1727675" y="3063274"/>
                  <a:pt x="1725794" y="3066911"/>
                  <a:pt x="1725795" y="3071274"/>
                </a:cubicBezTo>
                <a:cubicBezTo>
                  <a:pt x="1731435" y="3077092"/>
                  <a:pt x="1737078" y="3071273"/>
                  <a:pt x="1740839" y="3065455"/>
                </a:cubicBezTo>
                <a:cubicBezTo>
                  <a:pt x="1737078" y="3061092"/>
                  <a:pt x="1733316" y="3060365"/>
                  <a:pt x="1730496" y="3061820"/>
                </a:cubicBezTo>
                <a:close/>
                <a:moveTo>
                  <a:pt x="3869673" y="3251629"/>
                </a:moveTo>
                <a:cubicBezTo>
                  <a:pt x="3864031" y="3251629"/>
                  <a:pt x="3858387" y="3251629"/>
                  <a:pt x="3852746" y="3260355"/>
                </a:cubicBezTo>
                <a:cubicBezTo>
                  <a:pt x="3860268" y="3266174"/>
                  <a:pt x="3864032" y="3257447"/>
                  <a:pt x="3869673" y="3251629"/>
                </a:cubicBezTo>
                <a:close/>
                <a:moveTo>
                  <a:pt x="3670331" y="3225448"/>
                </a:moveTo>
                <a:cubicBezTo>
                  <a:pt x="3666569" y="3222540"/>
                  <a:pt x="3663278" y="3223267"/>
                  <a:pt x="3660223" y="3224722"/>
                </a:cubicBezTo>
                <a:cubicBezTo>
                  <a:pt x="3657165" y="3226175"/>
                  <a:pt x="3654345" y="3228357"/>
                  <a:pt x="3651524" y="3228357"/>
                </a:cubicBezTo>
                <a:cubicBezTo>
                  <a:pt x="3642119" y="3225448"/>
                  <a:pt x="3666568" y="3239993"/>
                  <a:pt x="3670331" y="3225448"/>
                </a:cubicBezTo>
                <a:close/>
                <a:moveTo>
                  <a:pt x="1536088" y="3033094"/>
                </a:moveTo>
                <a:cubicBezTo>
                  <a:pt x="1529273" y="3033457"/>
                  <a:pt x="1523631" y="3036366"/>
                  <a:pt x="1522690" y="3045093"/>
                </a:cubicBezTo>
                <a:cubicBezTo>
                  <a:pt x="1533973" y="3039274"/>
                  <a:pt x="1545258" y="3045093"/>
                  <a:pt x="1556541" y="3036366"/>
                </a:cubicBezTo>
                <a:cubicBezTo>
                  <a:pt x="1550899" y="3034912"/>
                  <a:pt x="1542906" y="3032730"/>
                  <a:pt x="1536088" y="3033094"/>
                </a:cubicBezTo>
                <a:close/>
                <a:moveTo>
                  <a:pt x="4744337" y="3318910"/>
                </a:moveTo>
                <a:lnTo>
                  <a:pt x="4746705" y="3326807"/>
                </a:lnTo>
                <a:cubicBezTo>
                  <a:pt x="4746496" y="3332716"/>
                  <a:pt x="4742738" y="3334534"/>
                  <a:pt x="4732863" y="3327262"/>
                </a:cubicBezTo>
                <a:close/>
                <a:moveTo>
                  <a:pt x="3949596" y="3236358"/>
                </a:moveTo>
                <a:cubicBezTo>
                  <a:pt x="3946777" y="3237811"/>
                  <a:pt x="3944896" y="3241448"/>
                  <a:pt x="3944895" y="3245812"/>
                </a:cubicBezTo>
                <a:cubicBezTo>
                  <a:pt x="3950535" y="3251629"/>
                  <a:pt x="3956178" y="3245812"/>
                  <a:pt x="3959937" y="3239993"/>
                </a:cubicBezTo>
                <a:cubicBezTo>
                  <a:pt x="3956177" y="3235630"/>
                  <a:pt x="3952416" y="3234903"/>
                  <a:pt x="3949596" y="3236358"/>
                </a:cubicBezTo>
                <a:close/>
                <a:moveTo>
                  <a:pt x="1040699" y="2972960"/>
                </a:moveTo>
                <a:cubicBezTo>
                  <a:pt x="1039201" y="2972279"/>
                  <a:pt x="1037144" y="2972551"/>
                  <a:pt x="1034911" y="2973460"/>
                </a:cubicBezTo>
                <a:cubicBezTo>
                  <a:pt x="1030445" y="2975277"/>
                  <a:pt x="1025273" y="2979641"/>
                  <a:pt x="1022452" y="2984005"/>
                </a:cubicBezTo>
                <a:cubicBezTo>
                  <a:pt x="1029975" y="2989822"/>
                  <a:pt x="1037497" y="2981096"/>
                  <a:pt x="1043139" y="2978187"/>
                </a:cubicBezTo>
                <a:cubicBezTo>
                  <a:pt x="1043138" y="2975278"/>
                  <a:pt x="1042199" y="2973642"/>
                  <a:pt x="1040699" y="2972960"/>
                </a:cubicBezTo>
                <a:close/>
                <a:moveTo>
                  <a:pt x="3755191" y="3207631"/>
                </a:moveTo>
                <a:cubicBezTo>
                  <a:pt x="3748373" y="3207995"/>
                  <a:pt x="3742732" y="3210904"/>
                  <a:pt x="3741791" y="3219631"/>
                </a:cubicBezTo>
                <a:cubicBezTo>
                  <a:pt x="3753074" y="3213812"/>
                  <a:pt x="3764358" y="3219631"/>
                  <a:pt x="3775640" y="3210903"/>
                </a:cubicBezTo>
                <a:cubicBezTo>
                  <a:pt x="3769999" y="3209450"/>
                  <a:pt x="3762010" y="3207268"/>
                  <a:pt x="3755191" y="3207631"/>
                </a:cubicBezTo>
                <a:close/>
                <a:moveTo>
                  <a:pt x="1855555" y="3031958"/>
                </a:moveTo>
                <a:cubicBezTo>
                  <a:pt x="1844271" y="3032912"/>
                  <a:pt x="1849914" y="3059638"/>
                  <a:pt x="1872481" y="3042184"/>
                </a:cubicBezTo>
                <a:cubicBezTo>
                  <a:pt x="1864958" y="3034184"/>
                  <a:pt x="1859316" y="3031639"/>
                  <a:pt x="1855555" y="3031958"/>
                </a:cubicBezTo>
                <a:close/>
                <a:moveTo>
                  <a:pt x="1824930" y="3029083"/>
                </a:moveTo>
                <a:cubicBezTo>
                  <a:pt x="1825113" y="3026184"/>
                  <a:pt x="1816297" y="3048002"/>
                  <a:pt x="1810421" y="3033457"/>
                </a:cubicBezTo>
                <a:cubicBezTo>
                  <a:pt x="1765286" y="3053819"/>
                  <a:pt x="1765286" y="3068364"/>
                  <a:pt x="1812302" y="3074183"/>
                </a:cubicBezTo>
                <a:cubicBezTo>
                  <a:pt x="1821469" y="3041456"/>
                  <a:pt x="1824818" y="3030821"/>
                  <a:pt x="1824930" y="3029083"/>
                </a:cubicBezTo>
                <a:close/>
                <a:moveTo>
                  <a:pt x="4776555" y="3290467"/>
                </a:moveTo>
                <a:lnTo>
                  <a:pt x="4783638" y="3301081"/>
                </a:lnTo>
                <a:cubicBezTo>
                  <a:pt x="4782702" y="3302535"/>
                  <a:pt x="4781053" y="3301263"/>
                  <a:pt x="4779408" y="3299035"/>
                </a:cubicBezTo>
                <a:lnTo>
                  <a:pt x="4775405" y="3291682"/>
                </a:lnTo>
                <a:close/>
                <a:moveTo>
                  <a:pt x="4725722" y="3282264"/>
                </a:moveTo>
                <a:cubicBezTo>
                  <a:pt x="4727617" y="3283401"/>
                  <a:pt x="4729902" y="3286015"/>
                  <a:pt x="4732257" y="3289479"/>
                </a:cubicBezTo>
                <a:lnTo>
                  <a:pt x="4732601" y="3290090"/>
                </a:lnTo>
                <a:lnTo>
                  <a:pt x="4721579" y="3298173"/>
                </a:lnTo>
                <a:cubicBezTo>
                  <a:pt x="4719698" y="3283628"/>
                  <a:pt x="4721933" y="3279991"/>
                  <a:pt x="4725722" y="3282264"/>
                </a:cubicBezTo>
                <a:close/>
                <a:moveTo>
                  <a:pt x="5636287" y="3363156"/>
                </a:moveTo>
                <a:lnTo>
                  <a:pt x="5630846" y="3370169"/>
                </a:lnTo>
                <a:cubicBezTo>
                  <a:pt x="5626145" y="3371624"/>
                  <a:pt x="5620504" y="3370896"/>
                  <a:pt x="5616742" y="3367987"/>
                </a:cubicBezTo>
                <a:lnTo>
                  <a:pt x="5617269" y="3367444"/>
                </a:lnTo>
                <a:close/>
                <a:moveTo>
                  <a:pt x="3259801" y="3147498"/>
                </a:moveTo>
                <a:cubicBezTo>
                  <a:pt x="3258302" y="3146816"/>
                  <a:pt x="3256247" y="3147089"/>
                  <a:pt x="3254014" y="3147998"/>
                </a:cubicBezTo>
                <a:cubicBezTo>
                  <a:pt x="3249545" y="3149815"/>
                  <a:pt x="3244376" y="3154179"/>
                  <a:pt x="3241551" y="3158542"/>
                </a:cubicBezTo>
                <a:cubicBezTo>
                  <a:pt x="3249077" y="3164360"/>
                  <a:pt x="3256598" y="3155634"/>
                  <a:pt x="3262238" y="3152725"/>
                </a:cubicBezTo>
                <a:cubicBezTo>
                  <a:pt x="3262239" y="3149816"/>
                  <a:pt x="3261300" y="3148180"/>
                  <a:pt x="3259801" y="3147498"/>
                </a:cubicBezTo>
                <a:close/>
                <a:moveTo>
                  <a:pt x="4074656" y="3206495"/>
                </a:moveTo>
                <a:cubicBezTo>
                  <a:pt x="4063372" y="3207449"/>
                  <a:pt x="4069015" y="3234176"/>
                  <a:pt x="4091581" y="3216721"/>
                </a:cubicBezTo>
                <a:cubicBezTo>
                  <a:pt x="4084058" y="3208722"/>
                  <a:pt x="4078416" y="3206177"/>
                  <a:pt x="4074656" y="3206495"/>
                </a:cubicBezTo>
                <a:close/>
                <a:moveTo>
                  <a:pt x="4044029" y="3203619"/>
                </a:moveTo>
                <a:cubicBezTo>
                  <a:pt x="4044213" y="3200722"/>
                  <a:pt x="4035397" y="3222540"/>
                  <a:pt x="4029523" y="3207995"/>
                </a:cubicBezTo>
                <a:cubicBezTo>
                  <a:pt x="3984386" y="3228357"/>
                  <a:pt x="3984387" y="3242902"/>
                  <a:pt x="4031401" y="3248720"/>
                </a:cubicBezTo>
                <a:cubicBezTo>
                  <a:pt x="4040569" y="3215994"/>
                  <a:pt x="4043919" y="3205359"/>
                  <a:pt x="4044029" y="3203619"/>
                </a:cubicBezTo>
                <a:close/>
                <a:moveTo>
                  <a:pt x="5076553" y="3295530"/>
                </a:moveTo>
                <a:lnTo>
                  <a:pt x="5078892" y="3303990"/>
                </a:lnTo>
                <a:cubicBezTo>
                  <a:pt x="5078422" y="3306172"/>
                  <a:pt x="5077599" y="3303264"/>
                  <a:pt x="5076778" y="3297809"/>
                </a:cubicBezTo>
                <a:close/>
                <a:moveTo>
                  <a:pt x="5076085" y="3290789"/>
                </a:moveTo>
                <a:lnTo>
                  <a:pt x="5076553" y="3295530"/>
                </a:lnTo>
                <a:lnTo>
                  <a:pt x="5075353" y="3291189"/>
                </a:lnTo>
                <a:close/>
                <a:moveTo>
                  <a:pt x="1944885" y="3010913"/>
                </a:moveTo>
                <a:cubicBezTo>
                  <a:pt x="1942063" y="3011640"/>
                  <a:pt x="1939244" y="3014550"/>
                  <a:pt x="1936420" y="3018912"/>
                </a:cubicBezTo>
                <a:cubicBezTo>
                  <a:pt x="1942062" y="3018912"/>
                  <a:pt x="1947706" y="3024731"/>
                  <a:pt x="1953347" y="3016003"/>
                </a:cubicBezTo>
                <a:cubicBezTo>
                  <a:pt x="1950528" y="3011640"/>
                  <a:pt x="1947706" y="3010186"/>
                  <a:pt x="1944885" y="3010913"/>
                </a:cubicBezTo>
                <a:close/>
                <a:moveTo>
                  <a:pt x="5074661" y="3272298"/>
                </a:moveTo>
                <a:lnTo>
                  <a:pt x="5074661" y="3275031"/>
                </a:lnTo>
                <a:lnTo>
                  <a:pt x="5071371" y="3274900"/>
                </a:lnTo>
                <a:close/>
                <a:moveTo>
                  <a:pt x="4163983" y="3185451"/>
                </a:moveTo>
                <a:cubicBezTo>
                  <a:pt x="4161162" y="3186177"/>
                  <a:pt x="4158341" y="3189086"/>
                  <a:pt x="4155520" y="3193450"/>
                </a:cubicBezTo>
                <a:cubicBezTo>
                  <a:pt x="4161162" y="3193450"/>
                  <a:pt x="4166804" y="3199268"/>
                  <a:pt x="4172445" y="3190541"/>
                </a:cubicBezTo>
                <a:cubicBezTo>
                  <a:pt x="4169625" y="3186178"/>
                  <a:pt x="4166804" y="3184724"/>
                  <a:pt x="4163983" y="3185451"/>
                </a:cubicBezTo>
                <a:close/>
                <a:moveTo>
                  <a:pt x="2054811" y="2997459"/>
                </a:moveTo>
                <a:cubicBezTo>
                  <a:pt x="2052842" y="2996368"/>
                  <a:pt x="2050315" y="2996368"/>
                  <a:pt x="2047611" y="2997095"/>
                </a:cubicBezTo>
                <a:cubicBezTo>
                  <a:pt x="2042205" y="2998550"/>
                  <a:pt x="2036094" y="3002914"/>
                  <a:pt x="2032330" y="3007277"/>
                </a:cubicBezTo>
                <a:cubicBezTo>
                  <a:pt x="2043614" y="3013094"/>
                  <a:pt x="2051137" y="3007277"/>
                  <a:pt x="2058660" y="3004367"/>
                </a:cubicBezTo>
                <a:cubicBezTo>
                  <a:pt x="2058191" y="3000731"/>
                  <a:pt x="2056780" y="2998550"/>
                  <a:pt x="2054811" y="2997459"/>
                </a:cubicBezTo>
                <a:close/>
                <a:moveTo>
                  <a:pt x="5846027" y="3318763"/>
                </a:moveTo>
                <a:cubicBezTo>
                  <a:pt x="5847232" y="3318535"/>
                  <a:pt x="5848524" y="3319263"/>
                  <a:pt x="5849935" y="3321444"/>
                </a:cubicBezTo>
                <a:cubicBezTo>
                  <a:pt x="5855577" y="3327261"/>
                  <a:pt x="5840532" y="3341806"/>
                  <a:pt x="5836772" y="3333080"/>
                </a:cubicBezTo>
                <a:cubicBezTo>
                  <a:pt x="5839592" y="3328716"/>
                  <a:pt x="5842413" y="3319444"/>
                  <a:pt x="5846027" y="3318763"/>
                </a:cubicBezTo>
                <a:close/>
                <a:moveTo>
                  <a:pt x="4273910" y="3171997"/>
                </a:moveTo>
                <a:cubicBezTo>
                  <a:pt x="4271941" y="3170906"/>
                  <a:pt x="4269415" y="3170906"/>
                  <a:pt x="4266713" y="3171633"/>
                </a:cubicBezTo>
                <a:cubicBezTo>
                  <a:pt x="4261304" y="3173087"/>
                  <a:pt x="4255191" y="3177450"/>
                  <a:pt x="4251431" y="3181815"/>
                </a:cubicBezTo>
                <a:cubicBezTo>
                  <a:pt x="4262715" y="3187632"/>
                  <a:pt x="4270237" y="3181814"/>
                  <a:pt x="4277758" y="3178905"/>
                </a:cubicBezTo>
                <a:cubicBezTo>
                  <a:pt x="4277289" y="3175269"/>
                  <a:pt x="4275878" y="3173088"/>
                  <a:pt x="4273910" y="3171997"/>
                </a:cubicBezTo>
                <a:close/>
                <a:moveTo>
                  <a:pt x="5370620" y="3263628"/>
                </a:moveTo>
                <a:cubicBezTo>
                  <a:pt x="5367094" y="3263992"/>
                  <a:pt x="5363802" y="3266174"/>
                  <a:pt x="5360981" y="3271992"/>
                </a:cubicBezTo>
                <a:cubicBezTo>
                  <a:pt x="5368504" y="3277809"/>
                  <a:pt x="5381668" y="3274900"/>
                  <a:pt x="5381667" y="3266174"/>
                </a:cubicBezTo>
                <a:cubicBezTo>
                  <a:pt x="5377907" y="3264719"/>
                  <a:pt x="5374146" y="3263264"/>
                  <a:pt x="5370620" y="3263628"/>
                </a:cubicBezTo>
                <a:close/>
                <a:moveTo>
                  <a:pt x="1032522" y="2873107"/>
                </a:moveTo>
                <a:lnTo>
                  <a:pt x="1033500" y="2873465"/>
                </a:lnTo>
                <a:lnTo>
                  <a:pt x="1033613" y="2873637"/>
                </a:lnTo>
                <a:lnTo>
                  <a:pt x="1031854" y="2873464"/>
                </a:lnTo>
                <a:close/>
                <a:moveTo>
                  <a:pt x="5436969" y="3246675"/>
                </a:moveTo>
                <a:cubicBezTo>
                  <a:pt x="5434794" y="3246084"/>
                  <a:pt x="5432680" y="3246357"/>
                  <a:pt x="5430563" y="3246902"/>
                </a:cubicBezTo>
                <a:cubicBezTo>
                  <a:pt x="5426331" y="3247992"/>
                  <a:pt x="5422102" y="3250174"/>
                  <a:pt x="5417401" y="3248719"/>
                </a:cubicBezTo>
                <a:cubicBezTo>
                  <a:pt x="5417399" y="3260355"/>
                  <a:pt x="5436204" y="3257447"/>
                  <a:pt x="5443726" y="3251629"/>
                </a:cubicBezTo>
                <a:cubicBezTo>
                  <a:pt x="5441376" y="3248720"/>
                  <a:pt x="5439146" y="3247266"/>
                  <a:pt x="5436969" y="3246675"/>
                </a:cubicBezTo>
                <a:close/>
                <a:moveTo>
                  <a:pt x="3251624" y="3047644"/>
                </a:moveTo>
                <a:lnTo>
                  <a:pt x="3252604" y="3048002"/>
                </a:lnTo>
                <a:lnTo>
                  <a:pt x="3252717" y="3048175"/>
                </a:lnTo>
                <a:lnTo>
                  <a:pt x="3250958" y="3048002"/>
                </a:lnTo>
                <a:close/>
                <a:moveTo>
                  <a:pt x="945348" y="2835648"/>
                </a:moveTo>
                <a:lnTo>
                  <a:pt x="932626" y="2853835"/>
                </a:lnTo>
                <a:lnTo>
                  <a:pt x="933360" y="2850920"/>
                </a:lnTo>
                <a:cubicBezTo>
                  <a:pt x="938296" y="2842921"/>
                  <a:pt x="944408" y="2835647"/>
                  <a:pt x="945348" y="2835648"/>
                </a:cubicBezTo>
                <a:close/>
                <a:moveTo>
                  <a:pt x="2236847" y="2948734"/>
                </a:moveTo>
                <a:cubicBezTo>
                  <a:pt x="2234966" y="2949097"/>
                  <a:pt x="2232615" y="2950551"/>
                  <a:pt x="2229794" y="2949097"/>
                </a:cubicBezTo>
                <a:cubicBezTo>
                  <a:pt x="2224151" y="2957824"/>
                  <a:pt x="2235436" y="2963641"/>
                  <a:pt x="2241077" y="2954915"/>
                </a:cubicBezTo>
                <a:cubicBezTo>
                  <a:pt x="2240138" y="2949098"/>
                  <a:pt x="2238728" y="2948371"/>
                  <a:pt x="2236847" y="2948734"/>
                </a:cubicBezTo>
                <a:close/>
                <a:moveTo>
                  <a:pt x="998004" y="2835648"/>
                </a:moveTo>
                <a:cubicBezTo>
                  <a:pt x="994243" y="2829830"/>
                  <a:pt x="982960" y="2841466"/>
                  <a:pt x="986721" y="2847283"/>
                </a:cubicBezTo>
                <a:cubicBezTo>
                  <a:pt x="992363" y="2856010"/>
                  <a:pt x="998004" y="2835648"/>
                  <a:pt x="998004" y="2835648"/>
                </a:cubicBezTo>
                <a:close/>
                <a:moveTo>
                  <a:pt x="5535876" y="3239993"/>
                </a:moveTo>
                <a:cubicBezTo>
                  <a:pt x="5539638" y="3240720"/>
                  <a:pt x="5543398" y="3242902"/>
                  <a:pt x="5547159" y="3242902"/>
                </a:cubicBezTo>
                <a:cubicBezTo>
                  <a:pt x="5541517" y="3251629"/>
                  <a:pt x="5533997" y="3248720"/>
                  <a:pt x="5524593" y="3245812"/>
                </a:cubicBezTo>
                <a:cubicBezTo>
                  <a:pt x="5528358" y="3239993"/>
                  <a:pt x="5532116" y="3239266"/>
                  <a:pt x="5535876" y="3239993"/>
                </a:cubicBezTo>
                <a:close/>
                <a:moveTo>
                  <a:pt x="1018690" y="2835647"/>
                </a:moveTo>
                <a:cubicBezTo>
                  <a:pt x="999884" y="2850192"/>
                  <a:pt x="1043138" y="2856010"/>
                  <a:pt x="1018690" y="2835647"/>
                </a:cubicBezTo>
                <a:close/>
                <a:moveTo>
                  <a:pt x="1116262" y="2841904"/>
                </a:moveTo>
                <a:cubicBezTo>
                  <a:pt x="1111957" y="2841944"/>
                  <a:pt x="1106139" y="2843012"/>
                  <a:pt x="1099557" y="2844739"/>
                </a:cubicBezTo>
                <a:cubicBezTo>
                  <a:pt x="1086391" y="2848193"/>
                  <a:pt x="1070172" y="2854283"/>
                  <a:pt x="1056891" y="2860056"/>
                </a:cubicBezTo>
                <a:lnTo>
                  <a:pt x="1032522" y="2873107"/>
                </a:lnTo>
                <a:lnTo>
                  <a:pt x="1016310" y="2867193"/>
                </a:lnTo>
                <a:cubicBezTo>
                  <a:pt x="1012344" y="2868920"/>
                  <a:pt x="1011638" y="2875646"/>
                  <a:pt x="1018690" y="2890918"/>
                </a:cubicBezTo>
                <a:cubicBezTo>
                  <a:pt x="1035616" y="2894555"/>
                  <a:pt x="1042316" y="2892555"/>
                  <a:pt x="1043285" y="2888464"/>
                </a:cubicBezTo>
                <a:lnTo>
                  <a:pt x="1033613" y="2873637"/>
                </a:lnTo>
                <a:lnTo>
                  <a:pt x="1045254" y="2874782"/>
                </a:lnTo>
                <a:cubicBezTo>
                  <a:pt x="1060416" y="2870555"/>
                  <a:pt x="1079810" y="2855284"/>
                  <a:pt x="1093915" y="2879283"/>
                </a:cubicBezTo>
                <a:cubicBezTo>
                  <a:pt x="1128471" y="2850920"/>
                  <a:pt x="1129175" y="2841784"/>
                  <a:pt x="1116262" y="2841904"/>
                </a:cubicBezTo>
                <a:close/>
                <a:moveTo>
                  <a:pt x="4455947" y="3123271"/>
                </a:moveTo>
                <a:cubicBezTo>
                  <a:pt x="4454065" y="3123635"/>
                  <a:pt x="4451715" y="3125089"/>
                  <a:pt x="4448893" y="3123635"/>
                </a:cubicBezTo>
                <a:cubicBezTo>
                  <a:pt x="4443253" y="3132361"/>
                  <a:pt x="4454536" y="3138180"/>
                  <a:pt x="4460178" y="3129452"/>
                </a:cubicBezTo>
                <a:cubicBezTo>
                  <a:pt x="4459236" y="3123635"/>
                  <a:pt x="4457826" y="3122908"/>
                  <a:pt x="4455947" y="3123271"/>
                </a:cubicBezTo>
                <a:close/>
                <a:moveTo>
                  <a:pt x="3217106" y="3010186"/>
                </a:moveTo>
                <a:cubicBezTo>
                  <a:pt x="3213344" y="3004367"/>
                  <a:pt x="3202059" y="3016003"/>
                  <a:pt x="3205820" y="3021821"/>
                </a:cubicBezTo>
                <a:cubicBezTo>
                  <a:pt x="3211464" y="3030548"/>
                  <a:pt x="3217106" y="3010186"/>
                  <a:pt x="3217106" y="3010186"/>
                </a:cubicBezTo>
                <a:close/>
                <a:moveTo>
                  <a:pt x="3168209" y="3004367"/>
                </a:moveTo>
                <a:lnTo>
                  <a:pt x="3155489" y="3022556"/>
                </a:lnTo>
                <a:lnTo>
                  <a:pt x="3156222" y="3019640"/>
                </a:lnTo>
                <a:cubicBezTo>
                  <a:pt x="3161159" y="3011640"/>
                  <a:pt x="3167269" y="3004367"/>
                  <a:pt x="3168209" y="3004367"/>
                </a:cubicBezTo>
                <a:close/>
                <a:moveTo>
                  <a:pt x="3237793" y="3010186"/>
                </a:moveTo>
                <a:cubicBezTo>
                  <a:pt x="3218988" y="3024731"/>
                  <a:pt x="3262239" y="3030548"/>
                  <a:pt x="3237793" y="3010186"/>
                </a:cubicBezTo>
                <a:close/>
                <a:moveTo>
                  <a:pt x="3335361" y="3016441"/>
                </a:moveTo>
                <a:cubicBezTo>
                  <a:pt x="3331057" y="3016481"/>
                  <a:pt x="3325240" y="3017549"/>
                  <a:pt x="3318656" y="3019276"/>
                </a:cubicBezTo>
                <a:cubicBezTo>
                  <a:pt x="3305493" y="3022730"/>
                  <a:pt x="3289273" y="3028821"/>
                  <a:pt x="3275990" y="3034594"/>
                </a:cubicBezTo>
                <a:lnTo>
                  <a:pt x="3251624" y="3047644"/>
                </a:lnTo>
                <a:lnTo>
                  <a:pt x="3235412" y="3041729"/>
                </a:lnTo>
                <a:cubicBezTo>
                  <a:pt x="3231445" y="3043457"/>
                  <a:pt x="3230740" y="3050183"/>
                  <a:pt x="3237790" y="3065455"/>
                </a:cubicBezTo>
                <a:cubicBezTo>
                  <a:pt x="3254717" y="3069092"/>
                  <a:pt x="3261416" y="3067092"/>
                  <a:pt x="3262387" y="3063001"/>
                </a:cubicBezTo>
                <a:lnTo>
                  <a:pt x="3252717" y="3048175"/>
                </a:lnTo>
                <a:lnTo>
                  <a:pt x="3264357" y="3049320"/>
                </a:lnTo>
                <a:cubicBezTo>
                  <a:pt x="3279517" y="3045093"/>
                  <a:pt x="3298912" y="3029820"/>
                  <a:pt x="3313017" y="3053819"/>
                </a:cubicBezTo>
                <a:cubicBezTo>
                  <a:pt x="3347570" y="3025457"/>
                  <a:pt x="3348279" y="3016322"/>
                  <a:pt x="3335361" y="3016441"/>
                </a:cubicBezTo>
                <a:close/>
                <a:moveTo>
                  <a:pt x="1201108" y="2824012"/>
                </a:moveTo>
                <a:cubicBezTo>
                  <a:pt x="1186063" y="2812376"/>
                  <a:pt x="1120243" y="2864737"/>
                  <a:pt x="1125884" y="2853102"/>
                </a:cubicBezTo>
                <a:cubicBezTo>
                  <a:pt x="1112721" y="2847283"/>
                  <a:pt x="1202988" y="2885100"/>
                  <a:pt x="1199228" y="2856010"/>
                </a:cubicBezTo>
                <a:cubicBezTo>
                  <a:pt x="1231198" y="2815286"/>
                  <a:pt x="1187943" y="2850193"/>
                  <a:pt x="1165378" y="2853102"/>
                </a:cubicBezTo>
                <a:cubicBezTo>
                  <a:pt x="1174781" y="2835648"/>
                  <a:pt x="1186063" y="2826921"/>
                  <a:pt x="1201108" y="2824012"/>
                </a:cubicBezTo>
                <a:close/>
                <a:moveTo>
                  <a:pt x="5596759" y="3215635"/>
                </a:moveTo>
                <a:lnTo>
                  <a:pt x="5604759" y="3220044"/>
                </a:lnTo>
                <a:lnTo>
                  <a:pt x="5601934" y="3223994"/>
                </a:lnTo>
                <a:cubicBezTo>
                  <a:pt x="5597936" y="3225448"/>
                  <a:pt x="5593234" y="3225448"/>
                  <a:pt x="5590414" y="3225448"/>
                </a:cubicBezTo>
                <a:close/>
                <a:moveTo>
                  <a:pt x="1237192" y="2816831"/>
                </a:moveTo>
                <a:cubicBezTo>
                  <a:pt x="1234607" y="2818012"/>
                  <a:pt x="1230729" y="2823284"/>
                  <a:pt x="1225555" y="2835648"/>
                </a:cubicBezTo>
                <a:cubicBezTo>
                  <a:pt x="1241071" y="2846557"/>
                  <a:pt x="1244951" y="2813286"/>
                  <a:pt x="1237192" y="2816831"/>
                </a:cubicBezTo>
                <a:close/>
                <a:moveTo>
                  <a:pt x="1274687" y="2817831"/>
                </a:moveTo>
                <a:cubicBezTo>
                  <a:pt x="1271161" y="2817467"/>
                  <a:pt x="1267869" y="2818195"/>
                  <a:pt x="1265048" y="2821103"/>
                </a:cubicBezTo>
                <a:cubicBezTo>
                  <a:pt x="1272570" y="2829830"/>
                  <a:pt x="1280094" y="2829830"/>
                  <a:pt x="1285735" y="2821103"/>
                </a:cubicBezTo>
                <a:cubicBezTo>
                  <a:pt x="1281975" y="2819648"/>
                  <a:pt x="1278213" y="2818194"/>
                  <a:pt x="1274687" y="2817831"/>
                </a:cubicBezTo>
                <a:close/>
                <a:moveTo>
                  <a:pt x="3420209" y="2998550"/>
                </a:moveTo>
                <a:cubicBezTo>
                  <a:pt x="3405166" y="2986913"/>
                  <a:pt x="3339346" y="3039274"/>
                  <a:pt x="3344987" y="3027639"/>
                </a:cubicBezTo>
                <a:cubicBezTo>
                  <a:pt x="3331822" y="3021821"/>
                  <a:pt x="3422090" y="3059638"/>
                  <a:pt x="3418331" y="3030548"/>
                </a:cubicBezTo>
                <a:cubicBezTo>
                  <a:pt x="3450299" y="2989822"/>
                  <a:pt x="3407046" y="3024730"/>
                  <a:pt x="3384477" y="3027638"/>
                </a:cubicBezTo>
                <a:cubicBezTo>
                  <a:pt x="3393880" y="3010186"/>
                  <a:pt x="3405165" y="3001458"/>
                  <a:pt x="3420209" y="2998550"/>
                </a:cubicBezTo>
                <a:close/>
                <a:moveTo>
                  <a:pt x="5938324" y="3222539"/>
                </a:moveTo>
                <a:cubicBezTo>
                  <a:pt x="5932682" y="3222539"/>
                  <a:pt x="5927041" y="3222539"/>
                  <a:pt x="5921400" y="3231267"/>
                </a:cubicBezTo>
                <a:cubicBezTo>
                  <a:pt x="5928920" y="3237084"/>
                  <a:pt x="5932681" y="3228357"/>
                  <a:pt x="5938324" y="3222539"/>
                </a:cubicBezTo>
                <a:close/>
                <a:moveTo>
                  <a:pt x="1312252" y="2803547"/>
                </a:moveTo>
                <a:cubicBezTo>
                  <a:pt x="1307444" y="2802218"/>
                  <a:pt x="1303410" y="2802332"/>
                  <a:pt x="1300163" y="2803377"/>
                </a:cubicBezTo>
                <a:cubicBezTo>
                  <a:pt x="1280681" y="2809649"/>
                  <a:pt x="1289496" y="2849465"/>
                  <a:pt x="1328990" y="2812376"/>
                </a:cubicBezTo>
                <a:cubicBezTo>
                  <a:pt x="1322643" y="2807649"/>
                  <a:pt x="1317060" y="2804877"/>
                  <a:pt x="1312252" y="2803547"/>
                </a:cubicBezTo>
                <a:close/>
                <a:moveTo>
                  <a:pt x="5738980" y="3196358"/>
                </a:moveTo>
                <a:cubicBezTo>
                  <a:pt x="5735220" y="3193450"/>
                  <a:pt x="5731930" y="3194177"/>
                  <a:pt x="5728873" y="3195632"/>
                </a:cubicBezTo>
                <a:cubicBezTo>
                  <a:pt x="5725816" y="3197086"/>
                  <a:pt x="5722996" y="3199267"/>
                  <a:pt x="5720177" y="3199267"/>
                </a:cubicBezTo>
                <a:cubicBezTo>
                  <a:pt x="5710774" y="3196358"/>
                  <a:pt x="5735219" y="3210903"/>
                  <a:pt x="5738980" y="3196358"/>
                </a:cubicBezTo>
                <a:close/>
                <a:moveTo>
                  <a:pt x="3456293" y="2991369"/>
                </a:moveTo>
                <a:cubicBezTo>
                  <a:pt x="3453709" y="2992550"/>
                  <a:pt x="3449830" y="2997823"/>
                  <a:pt x="3444658" y="3010186"/>
                </a:cubicBezTo>
                <a:cubicBezTo>
                  <a:pt x="3460172" y="3021095"/>
                  <a:pt x="3464050" y="2987824"/>
                  <a:pt x="3456293" y="2991369"/>
                </a:cubicBezTo>
                <a:close/>
                <a:moveTo>
                  <a:pt x="1203987" y="2789605"/>
                </a:moveTo>
                <a:cubicBezTo>
                  <a:pt x="1202283" y="2788832"/>
                  <a:pt x="1199933" y="2788923"/>
                  <a:pt x="1197348" y="2789469"/>
                </a:cubicBezTo>
                <a:cubicBezTo>
                  <a:pt x="1192175" y="2790558"/>
                  <a:pt x="1186063" y="2793468"/>
                  <a:pt x="1182303" y="2794922"/>
                </a:cubicBezTo>
                <a:cubicBezTo>
                  <a:pt x="1184183" y="2803650"/>
                  <a:pt x="1201109" y="2794922"/>
                  <a:pt x="1206750" y="2794922"/>
                </a:cubicBezTo>
                <a:cubicBezTo>
                  <a:pt x="1206749" y="2792013"/>
                  <a:pt x="1205693" y="2790377"/>
                  <a:pt x="1203987" y="2789605"/>
                </a:cubicBezTo>
                <a:close/>
                <a:moveTo>
                  <a:pt x="3493787" y="2992368"/>
                </a:moveTo>
                <a:cubicBezTo>
                  <a:pt x="3490263" y="2992004"/>
                  <a:pt x="3486971" y="2992732"/>
                  <a:pt x="3484149" y="2995641"/>
                </a:cubicBezTo>
                <a:cubicBezTo>
                  <a:pt x="3491672" y="3004367"/>
                  <a:pt x="3499194" y="3004367"/>
                  <a:pt x="3504836" y="2995641"/>
                </a:cubicBezTo>
                <a:cubicBezTo>
                  <a:pt x="3501076" y="2994186"/>
                  <a:pt x="3497316" y="2992732"/>
                  <a:pt x="3493787" y="2992368"/>
                </a:cubicBezTo>
                <a:close/>
                <a:moveTo>
                  <a:pt x="1354789" y="2796787"/>
                </a:moveTo>
                <a:cubicBezTo>
                  <a:pt x="1353319" y="2795741"/>
                  <a:pt x="1351322" y="2795832"/>
                  <a:pt x="1349206" y="2796740"/>
                </a:cubicBezTo>
                <a:cubicBezTo>
                  <a:pt x="1344973" y="2798559"/>
                  <a:pt x="1340272" y="2803650"/>
                  <a:pt x="1338391" y="2809467"/>
                </a:cubicBezTo>
                <a:cubicBezTo>
                  <a:pt x="1349676" y="2815285"/>
                  <a:pt x="1347795" y="2800740"/>
                  <a:pt x="1357198" y="2803650"/>
                </a:cubicBezTo>
                <a:cubicBezTo>
                  <a:pt x="1357198" y="2800014"/>
                  <a:pt x="1356257" y="2797832"/>
                  <a:pt x="1354789" y="2796787"/>
                </a:cubicBezTo>
                <a:close/>
                <a:moveTo>
                  <a:pt x="721556" y="2736744"/>
                </a:moveTo>
                <a:cubicBezTo>
                  <a:pt x="708393" y="2733834"/>
                  <a:pt x="693348" y="2745470"/>
                  <a:pt x="680185" y="2748379"/>
                </a:cubicBezTo>
                <a:cubicBezTo>
                  <a:pt x="687706" y="2754197"/>
                  <a:pt x="710273" y="2751287"/>
                  <a:pt x="721556" y="2736744"/>
                </a:cubicBezTo>
                <a:close/>
                <a:moveTo>
                  <a:pt x="6018249" y="3207268"/>
                </a:moveTo>
                <a:cubicBezTo>
                  <a:pt x="6015428" y="3208722"/>
                  <a:pt x="6013547" y="3212359"/>
                  <a:pt x="6013547" y="3216722"/>
                </a:cubicBezTo>
                <a:cubicBezTo>
                  <a:pt x="6019189" y="3222539"/>
                  <a:pt x="6024831" y="3216721"/>
                  <a:pt x="6028592" y="3210903"/>
                </a:cubicBezTo>
                <a:cubicBezTo>
                  <a:pt x="6024831" y="3206540"/>
                  <a:pt x="6021069" y="3205813"/>
                  <a:pt x="6018249" y="3207268"/>
                </a:cubicBezTo>
                <a:close/>
                <a:moveTo>
                  <a:pt x="3531354" y="2978084"/>
                </a:moveTo>
                <a:cubicBezTo>
                  <a:pt x="3526546" y="2976755"/>
                  <a:pt x="3522511" y="2976869"/>
                  <a:pt x="3519265" y="2977914"/>
                </a:cubicBezTo>
                <a:cubicBezTo>
                  <a:pt x="3499785" y="2984186"/>
                  <a:pt x="3508598" y="3024003"/>
                  <a:pt x="3548088" y="2986913"/>
                </a:cubicBezTo>
                <a:cubicBezTo>
                  <a:pt x="3541742" y="2982186"/>
                  <a:pt x="3536159" y="2979414"/>
                  <a:pt x="3531354" y="2978084"/>
                </a:cubicBezTo>
                <a:close/>
                <a:moveTo>
                  <a:pt x="5844206" y="3181800"/>
                </a:moveTo>
                <a:lnTo>
                  <a:pt x="5844294" y="3181815"/>
                </a:lnTo>
                <a:lnTo>
                  <a:pt x="5841666" y="3182662"/>
                </a:lnTo>
                <a:close/>
                <a:moveTo>
                  <a:pt x="3423090" y="2964143"/>
                </a:moveTo>
                <a:cubicBezTo>
                  <a:pt x="3421386" y="2963370"/>
                  <a:pt x="3419034" y="2963461"/>
                  <a:pt x="3416450" y="2964006"/>
                </a:cubicBezTo>
                <a:cubicBezTo>
                  <a:pt x="3411277" y="2965096"/>
                  <a:pt x="3405166" y="2968006"/>
                  <a:pt x="3401404" y="2969460"/>
                </a:cubicBezTo>
                <a:cubicBezTo>
                  <a:pt x="3403286" y="2978186"/>
                  <a:pt x="3420211" y="2969460"/>
                  <a:pt x="3425852" y="2969460"/>
                </a:cubicBezTo>
                <a:cubicBezTo>
                  <a:pt x="3425853" y="2966551"/>
                  <a:pt x="3424794" y="2964915"/>
                  <a:pt x="3423090" y="2964143"/>
                </a:cubicBezTo>
                <a:close/>
                <a:moveTo>
                  <a:pt x="1432422" y="2786196"/>
                </a:moveTo>
                <a:cubicBezTo>
                  <a:pt x="1421138" y="2786196"/>
                  <a:pt x="1411735" y="2786195"/>
                  <a:pt x="1402333" y="2789105"/>
                </a:cubicBezTo>
                <a:cubicBezTo>
                  <a:pt x="1400451" y="2809467"/>
                  <a:pt x="1424898" y="2800741"/>
                  <a:pt x="1432422" y="2786196"/>
                </a:cubicBezTo>
                <a:close/>
                <a:moveTo>
                  <a:pt x="3573889" y="2971324"/>
                </a:moveTo>
                <a:cubicBezTo>
                  <a:pt x="3572421" y="2970278"/>
                  <a:pt x="3570423" y="2970369"/>
                  <a:pt x="3568308" y="2971278"/>
                </a:cubicBezTo>
                <a:cubicBezTo>
                  <a:pt x="3564076" y="2973095"/>
                  <a:pt x="3559374" y="2978186"/>
                  <a:pt x="3557492" y="2984005"/>
                </a:cubicBezTo>
                <a:cubicBezTo>
                  <a:pt x="3568776" y="2989822"/>
                  <a:pt x="3566896" y="2975277"/>
                  <a:pt x="3576301" y="2978187"/>
                </a:cubicBezTo>
                <a:cubicBezTo>
                  <a:pt x="3576300" y="2974551"/>
                  <a:pt x="3575358" y="2972369"/>
                  <a:pt x="3573889" y="2971324"/>
                </a:cubicBezTo>
                <a:close/>
                <a:moveTo>
                  <a:pt x="2940660" y="2911280"/>
                </a:moveTo>
                <a:cubicBezTo>
                  <a:pt x="2927495" y="2908371"/>
                  <a:pt x="2912451" y="2920008"/>
                  <a:pt x="2899285" y="2922916"/>
                </a:cubicBezTo>
                <a:cubicBezTo>
                  <a:pt x="2906808" y="2928735"/>
                  <a:pt x="2929375" y="2925825"/>
                  <a:pt x="2940660" y="2911280"/>
                </a:cubicBezTo>
                <a:close/>
                <a:moveTo>
                  <a:pt x="1465391" y="2779696"/>
                </a:moveTo>
                <a:cubicBezTo>
                  <a:pt x="1460983" y="2777104"/>
                  <a:pt x="1476145" y="2791286"/>
                  <a:pt x="1477554" y="2789105"/>
                </a:cubicBezTo>
                <a:cubicBezTo>
                  <a:pt x="1470503" y="2783286"/>
                  <a:pt x="1466860" y="2780560"/>
                  <a:pt x="1465391" y="2779696"/>
                </a:cubicBezTo>
                <a:close/>
                <a:moveTo>
                  <a:pt x="1453108" y="2777469"/>
                </a:moveTo>
                <a:cubicBezTo>
                  <a:pt x="1445585" y="2780377"/>
                  <a:pt x="1439943" y="2783286"/>
                  <a:pt x="1434302" y="2789105"/>
                </a:cubicBezTo>
                <a:cubicBezTo>
                  <a:pt x="1443704" y="2792013"/>
                  <a:pt x="1451228" y="2789105"/>
                  <a:pt x="1453108" y="2777469"/>
                </a:cubicBezTo>
                <a:close/>
                <a:moveTo>
                  <a:pt x="721792" y="2711654"/>
                </a:moveTo>
                <a:cubicBezTo>
                  <a:pt x="718266" y="2712018"/>
                  <a:pt x="714974" y="2714927"/>
                  <a:pt x="712154" y="2722199"/>
                </a:cubicBezTo>
                <a:cubicBezTo>
                  <a:pt x="719677" y="2728016"/>
                  <a:pt x="725318" y="2719289"/>
                  <a:pt x="732841" y="2716380"/>
                </a:cubicBezTo>
                <a:cubicBezTo>
                  <a:pt x="729080" y="2713472"/>
                  <a:pt x="725317" y="2711290"/>
                  <a:pt x="721792" y="2711654"/>
                </a:cubicBezTo>
                <a:close/>
                <a:moveTo>
                  <a:pt x="5328453" y="3118408"/>
                </a:moveTo>
                <a:cubicBezTo>
                  <a:pt x="5326956" y="3117726"/>
                  <a:pt x="5324897" y="3117999"/>
                  <a:pt x="5322664" y="3118907"/>
                </a:cubicBezTo>
                <a:cubicBezTo>
                  <a:pt x="5318198" y="3120725"/>
                  <a:pt x="5313027" y="3125089"/>
                  <a:pt x="5310207" y="3129452"/>
                </a:cubicBezTo>
                <a:cubicBezTo>
                  <a:pt x="5317727" y="3135271"/>
                  <a:pt x="5325250" y="3126544"/>
                  <a:pt x="5330892" y="3123635"/>
                </a:cubicBezTo>
                <a:cubicBezTo>
                  <a:pt x="5330892" y="3120726"/>
                  <a:pt x="5329951" y="3119090"/>
                  <a:pt x="5328453" y="3118408"/>
                </a:cubicBezTo>
                <a:close/>
                <a:moveTo>
                  <a:pt x="674072" y="2699291"/>
                </a:moveTo>
                <a:cubicBezTo>
                  <a:pt x="670781" y="2699653"/>
                  <a:pt x="666081" y="2701835"/>
                  <a:pt x="663259" y="2701835"/>
                </a:cubicBezTo>
                <a:cubicBezTo>
                  <a:pt x="661378" y="2716380"/>
                  <a:pt x="672661" y="2701835"/>
                  <a:pt x="676422" y="2707654"/>
                </a:cubicBezTo>
                <a:cubicBezTo>
                  <a:pt x="679244" y="2700382"/>
                  <a:pt x="677362" y="2698927"/>
                  <a:pt x="674072" y="2699291"/>
                </a:cubicBezTo>
                <a:close/>
                <a:moveTo>
                  <a:pt x="691466" y="2696018"/>
                </a:moveTo>
                <a:cubicBezTo>
                  <a:pt x="687706" y="2698927"/>
                  <a:pt x="708392" y="2739652"/>
                  <a:pt x="691466" y="2696018"/>
                </a:cubicBezTo>
                <a:close/>
                <a:moveTo>
                  <a:pt x="1483551" y="2763469"/>
                </a:moveTo>
                <a:cubicBezTo>
                  <a:pt x="1480612" y="2763652"/>
                  <a:pt x="1476615" y="2765833"/>
                  <a:pt x="1471914" y="2771651"/>
                </a:cubicBezTo>
                <a:cubicBezTo>
                  <a:pt x="1491661" y="2780377"/>
                  <a:pt x="1492365" y="2762924"/>
                  <a:pt x="1483551" y="2763469"/>
                </a:cubicBezTo>
                <a:close/>
                <a:moveTo>
                  <a:pt x="6143307" y="3177406"/>
                </a:moveTo>
                <a:cubicBezTo>
                  <a:pt x="6132024" y="3178360"/>
                  <a:pt x="6137666" y="3205086"/>
                  <a:pt x="6160233" y="3187632"/>
                </a:cubicBezTo>
                <a:cubicBezTo>
                  <a:pt x="6152711" y="3179632"/>
                  <a:pt x="6147069" y="3177087"/>
                  <a:pt x="6143307" y="3177406"/>
                </a:cubicBezTo>
                <a:close/>
                <a:moveTo>
                  <a:pt x="6112682" y="3174531"/>
                </a:moveTo>
                <a:cubicBezTo>
                  <a:pt x="6112866" y="3171632"/>
                  <a:pt x="6104051" y="3193450"/>
                  <a:pt x="6098174" y="3178905"/>
                </a:cubicBezTo>
                <a:cubicBezTo>
                  <a:pt x="6053039" y="3199267"/>
                  <a:pt x="6053039" y="3213812"/>
                  <a:pt x="6100054" y="3219631"/>
                </a:cubicBezTo>
                <a:cubicBezTo>
                  <a:pt x="6109222" y="3186904"/>
                  <a:pt x="6112572" y="3176269"/>
                  <a:pt x="6112682" y="3174531"/>
                </a:cubicBezTo>
                <a:close/>
                <a:moveTo>
                  <a:pt x="5140394" y="3081683"/>
                </a:moveTo>
                <a:cubicBezTo>
                  <a:pt x="5147887" y="3082910"/>
                  <a:pt x="5167281" y="3089455"/>
                  <a:pt x="5139071" y="3082909"/>
                </a:cubicBezTo>
                <a:cubicBezTo>
                  <a:pt x="5136721" y="3081455"/>
                  <a:pt x="5137896" y="3081273"/>
                  <a:pt x="5140394" y="3081683"/>
                </a:cubicBezTo>
                <a:close/>
                <a:moveTo>
                  <a:pt x="789964" y="2689836"/>
                </a:moveTo>
                <a:cubicBezTo>
                  <a:pt x="786437" y="2691654"/>
                  <a:pt x="782676" y="2697472"/>
                  <a:pt x="789259" y="2701835"/>
                </a:cubicBezTo>
                <a:cubicBezTo>
                  <a:pt x="796781" y="2690199"/>
                  <a:pt x="793490" y="2688017"/>
                  <a:pt x="789964" y="2689836"/>
                </a:cubicBezTo>
                <a:close/>
                <a:moveTo>
                  <a:pt x="1643048" y="2754197"/>
                </a:moveTo>
                <a:cubicBezTo>
                  <a:pt x="1635527" y="2757106"/>
                  <a:pt x="1641168" y="2757106"/>
                  <a:pt x="1635526" y="2765832"/>
                </a:cubicBezTo>
                <a:cubicBezTo>
                  <a:pt x="1643048" y="2774560"/>
                  <a:pt x="1654331" y="2757106"/>
                  <a:pt x="1643048" y="2754197"/>
                </a:cubicBezTo>
                <a:close/>
                <a:moveTo>
                  <a:pt x="862925" y="2683336"/>
                </a:moveTo>
                <a:cubicBezTo>
                  <a:pt x="857901" y="2685109"/>
                  <a:pt x="853668" y="2693836"/>
                  <a:pt x="849437" y="2696018"/>
                </a:cubicBezTo>
                <a:cubicBezTo>
                  <a:pt x="856959" y="2704745"/>
                  <a:pt x="860721" y="2693109"/>
                  <a:pt x="868244" y="2684382"/>
                </a:cubicBezTo>
                <a:cubicBezTo>
                  <a:pt x="866363" y="2682928"/>
                  <a:pt x="864599" y="2682746"/>
                  <a:pt x="862925" y="2683336"/>
                </a:cubicBezTo>
                <a:close/>
                <a:moveTo>
                  <a:pt x="688661" y="2666976"/>
                </a:moveTo>
                <a:lnTo>
                  <a:pt x="688736" y="2667020"/>
                </a:lnTo>
                <a:cubicBezTo>
                  <a:pt x="689587" y="2668565"/>
                  <a:pt x="689117" y="2670565"/>
                  <a:pt x="685825" y="2672747"/>
                </a:cubicBezTo>
                <a:lnTo>
                  <a:pt x="682633" y="2668881"/>
                </a:lnTo>
                <a:close/>
                <a:moveTo>
                  <a:pt x="694733" y="2665176"/>
                </a:moveTo>
                <a:lnTo>
                  <a:pt x="691467" y="2669837"/>
                </a:lnTo>
                <a:lnTo>
                  <a:pt x="693562" y="2665518"/>
                </a:lnTo>
                <a:close/>
                <a:moveTo>
                  <a:pt x="5188909" y="3065456"/>
                </a:moveTo>
                <a:cubicBezTo>
                  <a:pt x="5192198" y="3066909"/>
                  <a:pt x="5198310" y="3071273"/>
                  <a:pt x="5197369" y="3074183"/>
                </a:cubicBezTo>
                <a:cubicBezTo>
                  <a:pt x="5185145" y="3065456"/>
                  <a:pt x="5185616" y="3064002"/>
                  <a:pt x="5188909" y="3065456"/>
                </a:cubicBezTo>
                <a:close/>
                <a:moveTo>
                  <a:pt x="6232637" y="3156361"/>
                </a:moveTo>
                <a:cubicBezTo>
                  <a:pt x="6229816" y="3157089"/>
                  <a:pt x="6226994" y="3159998"/>
                  <a:pt x="6224174" y="3164360"/>
                </a:cubicBezTo>
                <a:cubicBezTo>
                  <a:pt x="6229816" y="3164360"/>
                  <a:pt x="6235457" y="3170177"/>
                  <a:pt x="6241099" y="3161451"/>
                </a:cubicBezTo>
                <a:cubicBezTo>
                  <a:pt x="6238279" y="3157088"/>
                  <a:pt x="6235458" y="3155634"/>
                  <a:pt x="6232637" y="3156361"/>
                </a:cubicBezTo>
                <a:close/>
                <a:moveTo>
                  <a:pt x="1040789" y="2685837"/>
                </a:moveTo>
                <a:cubicBezTo>
                  <a:pt x="1036086" y="2686564"/>
                  <a:pt x="1031854" y="2688746"/>
                  <a:pt x="1028093" y="2693109"/>
                </a:cubicBezTo>
                <a:cubicBezTo>
                  <a:pt x="1039378" y="2701835"/>
                  <a:pt x="1046900" y="2701835"/>
                  <a:pt x="1056304" y="2687290"/>
                </a:cubicBezTo>
                <a:cubicBezTo>
                  <a:pt x="1050662" y="2685837"/>
                  <a:pt x="1045490" y="2685110"/>
                  <a:pt x="1040789" y="2685837"/>
                </a:cubicBezTo>
                <a:close/>
                <a:moveTo>
                  <a:pt x="1469475" y="2714063"/>
                </a:moveTo>
                <a:cubicBezTo>
                  <a:pt x="1467976" y="2713381"/>
                  <a:pt x="1465920" y="2713653"/>
                  <a:pt x="1463686" y="2714562"/>
                </a:cubicBezTo>
                <a:cubicBezTo>
                  <a:pt x="1459220" y="2716380"/>
                  <a:pt x="1454048" y="2720744"/>
                  <a:pt x="1451227" y="2725107"/>
                </a:cubicBezTo>
                <a:cubicBezTo>
                  <a:pt x="1458749" y="2730925"/>
                  <a:pt x="1464391" y="2713472"/>
                  <a:pt x="1471914" y="2719289"/>
                </a:cubicBezTo>
                <a:cubicBezTo>
                  <a:pt x="1471914" y="2716381"/>
                  <a:pt x="1470973" y="2714745"/>
                  <a:pt x="1469475" y="2714063"/>
                </a:cubicBezTo>
                <a:close/>
                <a:moveTo>
                  <a:pt x="886813" y="2661110"/>
                </a:moveTo>
                <a:cubicBezTo>
                  <a:pt x="879056" y="2664746"/>
                  <a:pt x="870124" y="2677109"/>
                  <a:pt x="883287" y="2687290"/>
                </a:cubicBezTo>
                <a:cubicBezTo>
                  <a:pt x="901153" y="2662564"/>
                  <a:pt x="894572" y="2657474"/>
                  <a:pt x="886813" y="2661110"/>
                </a:cubicBezTo>
                <a:close/>
                <a:moveTo>
                  <a:pt x="767838" y="2650162"/>
                </a:moveTo>
                <a:cubicBezTo>
                  <a:pt x="767837" y="2649611"/>
                  <a:pt x="768102" y="2650201"/>
                  <a:pt x="768572" y="2652383"/>
                </a:cubicBezTo>
                <a:lnTo>
                  <a:pt x="768256" y="2652440"/>
                </a:lnTo>
                <a:close/>
                <a:moveTo>
                  <a:pt x="6342563" y="3142907"/>
                </a:moveTo>
                <a:cubicBezTo>
                  <a:pt x="6340594" y="3141816"/>
                  <a:pt x="6338067" y="3141816"/>
                  <a:pt x="6335363" y="3142543"/>
                </a:cubicBezTo>
                <a:cubicBezTo>
                  <a:pt x="6329958" y="3143997"/>
                  <a:pt x="6323845" y="3148361"/>
                  <a:pt x="6320084" y="3152724"/>
                </a:cubicBezTo>
                <a:cubicBezTo>
                  <a:pt x="6331367" y="3158542"/>
                  <a:pt x="6338890" y="3152725"/>
                  <a:pt x="6346412" y="3149815"/>
                </a:cubicBezTo>
                <a:cubicBezTo>
                  <a:pt x="6345942" y="3146179"/>
                  <a:pt x="6344531" y="3143998"/>
                  <a:pt x="6342563" y="3142907"/>
                </a:cubicBezTo>
                <a:close/>
                <a:moveTo>
                  <a:pt x="840505" y="2647657"/>
                </a:moveTo>
                <a:cubicBezTo>
                  <a:pt x="837214" y="2645839"/>
                  <a:pt x="834393" y="2652384"/>
                  <a:pt x="841915" y="2672747"/>
                </a:cubicBezTo>
                <a:cubicBezTo>
                  <a:pt x="847558" y="2659656"/>
                  <a:pt x="843797" y="2649475"/>
                  <a:pt x="840505" y="2647657"/>
                </a:cubicBezTo>
                <a:close/>
                <a:moveTo>
                  <a:pt x="3259890" y="2860374"/>
                </a:moveTo>
                <a:cubicBezTo>
                  <a:pt x="3255188" y="2861101"/>
                  <a:pt x="3250955" y="2863283"/>
                  <a:pt x="3247197" y="2867647"/>
                </a:cubicBezTo>
                <a:cubicBezTo>
                  <a:pt x="3258481" y="2876373"/>
                  <a:pt x="3266002" y="2876373"/>
                  <a:pt x="3275405" y="2861828"/>
                </a:cubicBezTo>
                <a:cubicBezTo>
                  <a:pt x="3269761" y="2860374"/>
                  <a:pt x="3264592" y="2859646"/>
                  <a:pt x="3259890" y="2860374"/>
                </a:cubicBezTo>
                <a:close/>
                <a:moveTo>
                  <a:pt x="1009287" y="2655292"/>
                </a:moveTo>
                <a:cubicBezTo>
                  <a:pt x="1003647" y="2652383"/>
                  <a:pt x="999768" y="2652747"/>
                  <a:pt x="997388" y="2654475"/>
                </a:cubicBezTo>
                <a:cubicBezTo>
                  <a:pt x="990248" y="2659656"/>
                  <a:pt x="996595" y="2677110"/>
                  <a:pt x="1009287" y="2655292"/>
                </a:cubicBezTo>
                <a:close/>
                <a:moveTo>
                  <a:pt x="2792092" y="2809467"/>
                </a:moveTo>
                <a:cubicBezTo>
                  <a:pt x="2792092" y="2803650"/>
                  <a:pt x="2756360" y="2835648"/>
                  <a:pt x="2792092" y="2809467"/>
                </a:cubicBezTo>
                <a:close/>
                <a:moveTo>
                  <a:pt x="3688577" y="2888600"/>
                </a:moveTo>
                <a:cubicBezTo>
                  <a:pt x="3687079" y="2887918"/>
                  <a:pt x="3685022" y="2888191"/>
                  <a:pt x="3682789" y="2889100"/>
                </a:cubicBezTo>
                <a:cubicBezTo>
                  <a:pt x="3678322" y="2890918"/>
                  <a:pt x="3673149" y="2895282"/>
                  <a:pt x="3670329" y="2899645"/>
                </a:cubicBezTo>
                <a:cubicBezTo>
                  <a:pt x="3677851" y="2905463"/>
                  <a:pt x="3683492" y="2888009"/>
                  <a:pt x="3691016" y="2893827"/>
                </a:cubicBezTo>
                <a:cubicBezTo>
                  <a:pt x="3691015" y="2890918"/>
                  <a:pt x="3690075" y="2889282"/>
                  <a:pt x="3688577" y="2888600"/>
                </a:cubicBezTo>
                <a:close/>
                <a:moveTo>
                  <a:pt x="540567" y="2606598"/>
                </a:moveTo>
                <a:lnTo>
                  <a:pt x="544781" y="2611657"/>
                </a:lnTo>
                <a:cubicBezTo>
                  <a:pt x="537258" y="2626203"/>
                  <a:pt x="537259" y="2614567"/>
                  <a:pt x="525975" y="2614567"/>
                </a:cubicBezTo>
                <a:cubicBezTo>
                  <a:pt x="528795" y="2609477"/>
                  <a:pt x="532793" y="2607113"/>
                  <a:pt x="537494" y="2606341"/>
                </a:cubicBezTo>
                <a:close/>
                <a:moveTo>
                  <a:pt x="1153037" y="2659747"/>
                </a:moveTo>
                <a:cubicBezTo>
                  <a:pt x="1148805" y="2659838"/>
                  <a:pt x="1143280" y="2664746"/>
                  <a:pt x="1137167" y="2678564"/>
                </a:cubicBezTo>
                <a:cubicBezTo>
                  <a:pt x="1166788" y="2702564"/>
                  <a:pt x="1165730" y="2659474"/>
                  <a:pt x="1153037" y="2659747"/>
                </a:cubicBezTo>
                <a:close/>
                <a:moveTo>
                  <a:pt x="3206997" y="2838557"/>
                </a:moveTo>
                <a:cubicBezTo>
                  <a:pt x="3203943" y="2839284"/>
                  <a:pt x="3201121" y="2842921"/>
                  <a:pt x="3207702" y="2847283"/>
                </a:cubicBezTo>
                <a:cubicBezTo>
                  <a:pt x="3213346" y="2840012"/>
                  <a:pt x="3210055" y="2837829"/>
                  <a:pt x="3206997" y="2838557"/>
                </a:cubicBezTo>
                <a:close/>
                <a:moveTo>
                  <a:pt x="931861" y="2633112"/>
                </a:moveTo>
                <a:cubicBezTo>
                  <a:pt x="923838" y="2627112"/>
                  <a:pt x="891751" y="2647293"/>
                  <a:pt x="928422" y="2649474"/>
                </a:cubicBezTo>
                <a:cubicBezTo>
                  <a:pt x="934534" y="2640020"/>
                  <a:pt x="934534" y="2635111"/>
                  <a:pt x="931861" y="2633112"/>
                </a:cubicBezTo>
                <a:close/>
                <a:moveTo>
                  <a:pt x="3220515" y="2834058"/>
                </a:moveTo>
                <a:cubicBezTo>
                  <a:pt x="3218985" y="2833831"/>
                  <a:pt x="3217104" y="2834921"/>
                  <a:pt x="3215227" y="2838557"/>
                </a:cubicBezTo>
                <a:cubicBezTo>
                  <a:pt x="3226509" y="2847285"/>
                  <a:pt x="3225098" y="2834739"/>
                  <a:pt x="3220515" y="2834058"/>
                </a:cubicBezTo>
                <a:close/>
                <a:moveTo>
                  <a:pt x="1609197" y="2690199"/>
                </a:moveTo>
                <a:cubicBezTo>
                  <a:pt x="1601676" y="2688745"/>
                  <a:pt x="1594152" y="2688017"/>
                  <a:pt x="1586865" y="2689108"/>
                </a:cubicBezTo>
                <a:cubicBezTo>
                  <a:pt x="1579577" y="2690200"/>
                  <a:pt x="1572526" y="2693109"/>
                  <a:pt x="1565944" y="2698927"/>
                </a:cubicBezTo>
                <a:cubicBezTo>
                  <a:pt x="1582869" y="2696018"/>
                  <a:pt x="1590391" y="2696018"/>
                  <a:pt x="1609197" y="2690199"/>
                </a:cubicBezTo>
                <a:close/>
                <a:moveTo>
                  <a:pt x="966710" y="2624067"/>
                </a:moveTo>
                <a:cubicBezTo>
                  <a:pt x="962743" y="2620930"/>
                  <a:pt x="971206" y="2664020"/>
                  <a:pt x="975438" y="2646566"/>
                </a:cubicBezTo>
                <a:cubicBezTo>
                  <a:pt x="970736" y="2631294"/>
                  <a:pt x="968033" y="2625113"/>
                  <a:pt x="966710" y="2624067"/>
                </a:cubicBezTo>
                <a:close/>
                <a:moveTo>
                  <a:pt x="3372138" y="2834285"/>
                </a:moveTo>
                <a:cubicBezTo>
                  <a:pt x="3367906" y="2834376"/>
                  <a:pt x="3362381" y="2839284"/>
                  <a:pt x="3356271" y="2853102"/>
                </a:cubicBezTo>
                <a:cubicBezTo>
                  <a:pt x="3385890" y="2877100"/>
                  <a:pt x="3384831" y="2834012"/>
                  <a:pt x="3372138" y="2834285"/>
                </a:cubicBezTo>
                <a:close/>
                <a:moveTo>
                  <a:pt x="992363" y="2617476"/>
                </a:moveTo>
                <a:cubicBezTo>
                  <a:pt x="986721" y="2637838"/>
                  <a:pt x="1007408" y="2614567"/>
                  <a:pt x="992363" y="2617476"/>
                </a:cubicBezTo>
                <a:close/>
                <a:moveTo>
                  <a:pt x="3828301" y="2864738"/>
                </a:moveTo>
                <a:cubicBezTo>
                  <a:pt x="3820775" y="2863283"/>
                  <a:pt x="3813255" y="2862556"/>
                  <a:pt x="3805968" y="2863647"/>
                </a:cubicBezTo>
                <a:cubicBezTo>
                  <a:pt x="3798679" y="2864738"/>
                  <a:pt x="3791627" y="2867647"/>
                  <a:pt x="3785044" y="2873464"/>
                </a:cubicBezTo>
                <a:cubicBezTo>
                  <a:pt x="3801971" y="2870555"/>
                  <a:pt x="3809492" y="2870555"/>
                  <a:pt x="3828301" y="2864738"/>
                </a:cubicBezTo>
                <a:close/>
                <a:moveTo>
                  <a:pt x="1918602" y="2689309"/>
                </a:moveTo>
                <a:cubicBezTo>
                  <a:pt x="1918334" y="2692268"/>
                  <a:pt x="1919260" y="2703108"/>
                  <a:pt x="1921376" y="2704745"/>
                </a:cubicBezTo>
                <a:cubicBezTo>
                  <a:pt x="1920437" y="2696018"/>
                  <a:pt x="1919731" y="2691473"/>
                  <a:pt x="1919263" y="2689609"/>
                </a:cubicBezTo>
                <a:cubicBezTo>
                  <a:pt x="1918909" y="2688211"/>
                  <a:pt x="1918690" y="2688322"/>
                  <a:pt x="1918602" y="2689309"/>
                </a:cubicBezTo>
                <a:close/>
                <a:moveTo>
                  <a:pt x="1706696" y="2665883"/>
                </a:moveTo>
                <a:cubicBezTo>
                  <a:pt x="1694530" y="2661110"/>
                  <a:pt x="1654331" y="2676382"/>
                  <a:pt x="1705108" y="2678564"/>
                </a:cubicBezTo>
                <a:cubicBezTo>
                  <a:pt x="1711691" y="2671292"/>
                  <a:pt x="1710749" y="2667473"/>
                  <a:pt x="1706696" y="2665883"/>
                </a:cubicBezTo>
                <a:close/>
                <a:moveTo>
                  <a:pt x="6524599" y="3094182"/>
                </a:moveTo>
                <a:cubicBezTo>
                  <a:pt x="6522719" y="3094545"/>
                  <a:pt x="6520367" y="3095999"/>
                  <a:pt x="6517546" y="3094545"/>
                </a:cubicBezTo>
                <a:cubicBezTo>
                  <a:pt x="6511904" y="3103271"/>
                  <a:pt x="6523188" y="3109090"/>
                  <a:pt x="6528830" y="3100363"/>
                </a:cubicBezTo>
                <a:cubicBezTo>
                  <a:pt x="6527890" y="3094546"/>
                  <a:pt x="6526479" y="3093819"/>
                  <a:pt x="6524599" y="3094182"/>
                </a:cubicBezTo>
                <a:close/>
                <a:moveTo>
                  <a:pt x="1310182" y="2629112"/>
                </a:moveTo>
                <a:cubicBezTo>
                  <a:pt x="1306422" y="2637838"/>
                  <a:pt x="1300781" y="2634929"/>
                  <a:pt x="1297019" y="2643657"/>
                </a:cubicBezTo>
                <a:cubicBezTo>
                  <a:pt x="1302661" y="2649474"/>
                  <a:pt x="1321466" y="2637838"/>
                  <a:pt x="1310182" y="2629112"/>
                </a:cubicBezTo>
                <a:close/>
                <a:moveTo>
                  <a:pt x="5476755" y="2999550"/>
                </a:moveTo>
                <a:cubicBezTo>
                  <a:pt x="5473229" y="2996549"/>
                  <a:pt x="5460183" y="3012366"/>
                  <a:pt x="5475696" y="3010186"/>
                </a:cubicBezTo>
                <a:cubicBezTo>
                  <a:pt x="5478048" y="3003641"/>
                  <a:pt x="5477931" y="3000549"/>
                  <a:pt x="5476755" y="2999550"/>
                </a:cubicBezTo>
                <a:close/>
                <a:moveTo>
                  <a:pt x="5144712" y="2966551"/>
                </a:moveTo>
                <a:cubicBezTo>
                  <a:pt x="5184205" y="2992731"/>
                  <a:pt x="5077013" y="2975277"/>
                  <a:pt x="5144712" y="2966551"/>
                </a:cubicBezTo>
                <a:close/>
                <a:moveTo>
                  <a:pt x="5454250" y="2992368"/>
                </a:moveTo>
                <a:cubicBezTo>
                  <a:pt x="5448899" y="2994550"/>
                  <a:pt x="5439027" y="3002914"/>
                  <a:pt x="5423042" y="3021821"/>
                </a:cubicBezTo>
                <a:cubicBezTo>
                  <a:pt x="5445608" y="3034912"/>
                  <a:pt x="5470290" y="2985823"/>
                  <a:pt x="5454250" y="2992368"/>
                </a:cubicBezTo>
                <a:close/>
                <a:moveTo>
                  <a:pt x="3529283" y="2803650"/>
                </a:moveTo>
                <a:cubicBezTo>
                  <a:pt x="3525523" y="2812376"/>
                  <a:pt x="3519883" y="2809467"/>
                  <a:pt x="3516120" y="2818193"/>
                </a:cubicBezTo>
                <a:cubicBezTo>
                  <a:pt x="3521761" y="2824012"/>
                  <a:pt x="3540568" y="2812376"/>
                  <a:pt x="3529283" y="2803650"/>
                </a:cubicBezTo>
                <a:close/>
                <a:moveTo>
                  <a:pt x="1431716" y="2597477"/>
                </a:moveTo>
                <a:cubicBezTo>
                  <a:pt x="1429130" y="2597114"/>
                  <a:pt x="1426779" y="2598569"/>
                  <a:pt x="1424898" y="2602931"/>
                </a:cubicBezTo>
                <a:cubicBezTo>
                  <a:pt x="1430541" y="2608748"/>
                  <a:pt x="1436182" y="2608748"/>
                  <a:pt x="1439943" y="2602931"/>
                </a:cubicBezTo>
                <a:cubicBezTo>
                  <a:pt x="1437123" y="2600022"/>
                  <a:pt x="1434302" y="2597840"/>
                  <a:pt x="1431716" y="2597477"/>
                </a:cubicBezTo>
                <a:close/>
                <a:moveTo>
                  <a:pt x="1503179" y="2602931"/>
                </a:moveTo>
                <a:cubicBezTo>
                  <a:pt x="1496363" y="2604386"/>
                  <a:pt x="1482258" y="2608750"/>
                  <a:pt x="1481317" y="2611658"/>
                </a:cubicBezTo>
                <a:cubicBezTo>
                  <a:pt x="1509525" y="2602931"/>
                  <a:pt x="1509996" y="2601478"/>
                  <a:pt x="1503179" y="2602931"/>
                </a:cubicBezTo>
                <a:close/>
                <a:moveTo>
                  <a:pt x="5277677" y="2935507"/>
                </a:moveTo>
                <a:cubicBezTo>
                  <a:pt x="5279177" y="2936007"/>
                  <a:pt x="5280116" y="2937462"/>
                  <a:pt x="5280116" y="2940370"/>
                </a:cubicBezTo>
                <a:cubicBezTo>
                  <a:pt x="5272595" y="2937461"/>
                  <a:pt x="5266951" y="2952006"/>
                  <a:pt x="5259430" y="2943280"/>
                </a:cubicBezTo>
                <a:cubicBezTo>
                  <a:pt x="5262251" y="2941825"/>
                  <a:pt x="5267423" y="2938188"/>
                  <a:pt x="5271889" y="2936371"/>
                </a:cubicBezTo>
                <a:cubicBezTo>
                  <a:pt x="5274123" y="2935462"/>
                  <a:pt x="5276179" y="2935008"/>
                  <a:pt x="5277677" y="2935507"/>
                </a:cubicBezTo>
                <a:close/>
                <a:moveTo>
                  <a:pt x="639047" y="2516025"/>
                </a:moveTo>
                <a:cubicBezTo>
                  <a:pt x="635990" y="2517843"/>
                  <a:pt x="630349" y="2524389"/>
                  <a:pt x="631289" y="2530206"/>
                </a:cubicBezTo>
                <a:cubicBezTo>
                  <a:pt x="642573" y="2517116"/>
                  <a:pt x="642102" y="2514207"/>
                  <a:pt x="639047" y="2516025"/>
                </a:cubicBezTo>
                <a:close/>
                <a:moveTo>
                  <a:pt x="1869660" y="2616021"/>
                </a:moveTo>
                <a:cubicBezTo>
                  <a:pt x="1865428" y="2616749"/>
                  <a:pt x="1861197" y="2618931"/>
                  <a:pt x="1857434" y="2623293"/>
                </a:cubicBezTo>
                <a:cubicBezTo>
                  <a:pt x="1864958" y="2629112"/>
                  <a:pt x="1874360" y="2626202"/>
                  <a:pt x="1881884" y="2617476"/>
                </a:cubicBezTo>
                <a:cubicBezTo>
                  <a:pt x="1878122" y="2616021"/>
                  <a:pt x="1873890" y="2615294"/>
                  <a:pt x="1869660" y="2616021"/>
                </a:cubicBezTo>
                <a:close/>
                <a:moveTo>
                  <a:pt x="3650817" y="2772014"/>
                </a:moveTo>
                <a:cubicBezTo>
                  <a:pt x="3648232" y="2771651"/>
                  <a:pt x="3645882" y="2773105"/>
                  <a:pt x="3644002" y="2777469"/>
                </a:cubicBezTo>
                <a:cubicBezTo>
                  <a:pt x="3649642" y="2783286"/>
                  <a:pt x="3655285" y="2783286"/>
                  <a:pt x="3659045" y="2777469"/>
                </a:cubicBezTo>
                <a:cubicBezTo>
                  <a:pt x="3656226" y="2774560"/>
                  <a:pt x="3653404" y="2772378"/>
                  <a:pt x="3650817" y="2772014"/>
                </a:cubicBezTo>
                <a:close/>
                <a:moveTo>
                  <a:pt x="3722279" y="2777469"/>
                </a:moveTo>
                <a:cubicBezTo>
                  <a:pt x="3715464" y="2778923"/>
                  <a:pt x="3701358" y="2783286"/>
                  <a:pt x="3700417" y="2786195"/>
                </a:cubicBezTo>
                <a:cubicBezTo>
                  <a:pt x="3728628" y="2777469"/>
                  <a:pt x="3729098" y="2776015"/>
                  <a:pt x="3722279" y="2777469"/>
                </a:cubicBezTo>
                <a:close/>
                <a:moveTo>
                  <a:pt x="1756047" y="2584753"/>
                </a:moveTo>
                <a:lnTo>
                  <a:pt x="1754002" y="2597113"/>
                </a:lnTo>
                <a:cubicBezTo>
                  <a:pt x="1747891" y="2592750"/>
                  <a:pt x="1746597" y="2589660"/>
                  <a:pt x="1748126" y="2587523"/>
                </a:cubicBezTo>
                <a:close/>
                <a:moveTo>
                  <a:pt x="1716392" y="2553479"/>
                </a:moveTo>
                <a:cubicBezTo>
                  <a:pt x="1706988" y="2553479"/>
                  <a:pt x="1695705" y="2556388"/>
                  <a:pt x="1686302" y="2568024"/>
                </a:cubicBezTo>
                <a:cubicBezTo>
                  <a:pt x="1695704" y="2568024"/>
                  <a:pt x="1706988" y="2565115"/>
                  <a:pt x="1716392" y="2553479"/>
                </a:cubicBezTo>
                <a:close/>
                <a:moveTo>
                  <a:pt x="3978910" y="2753473"/>
                </a:moveTo>
                <a:lnTo>
                  <a:pt x="3976864" y="2765832"/>
                </a:lnTo>
                <a:cubicBezTo>
                  <a:pt x="3970756" y="2761469"/>
                  <a:pt x="3969461" y="2758379"/>
                  <a:pt x="3970989" y="2756242"/>
                </a:cubicBezTo>
                <a:close/>
                <a:moveTo>
                  <a:pt x="1826847" y="2552190"/>
                </a:moveTo>
                <a:lnTo>
                  <a:pt x="1817943" y="2562206"/>
                </a:lnTo>
                <a:lnTo>
                  <a:pt x="1819934" y="2552971"/>
                </a:lnTo>
                <a:close/>
                <a:moveTo>
                  <a:pt x="3935493" y="2728016"/>
                </a:moveTo>
                <a:cubicBezTo>
                  <a:pt x="3926090" y="2728016"/>
                  <a:pt x="3914808" y="2730925"/>
                  <a:pt x="3905403" y="2742561"/>
                </a:cubicBezTo>
                <a:cubicBezTo>
                  <a:pt x="3914806" y="2742561"/>
                  <a:pt x="3926092" y="2739652"/>
                  <a:pt x="3935493" y="2728016"/>
                </a:cubicBezTo>
                <a:close/>
                <a:moveTo>
                  <a:pt x="1904215" y="2546571"/>
                </a:moveTo>
                <a:cubicBezTo>
                  <a:pt x="1895518" y="2547661"/>
                  <a:pt x="1887524" y="2552024"/>
                  <a:pt x="1906333" y="2556388"/>
                </a:cubicBezTo>
                <a:cubicBezTo>
                  <a:pt x="1922317" y="2547662"/>
                  <a:pt x="1912914" y="2545480"/>
                  <a:pt x="1904215" y="2546571"/>
                </a:cubicBezTo>
                <a:close/>
                <a:moveTo>
                  <a:pt x="4136344" y="2740897"/>
                </a:moveTo>
                <a:cubicBezTo>
                  <a:pt x="4144678" y="2740153"/>
                  <a:pt x="4150114" y="2741471"/>
                  <a:pt x="4151759" y="2745470"/>
                </a:cubicBezTo>
                <a:lnTo>
                  <a:pt x="4148046" y="2745790"/>
                </a:lnTo>
                <a:lnTo>
                  <a:pt x="4147998" y="2745470"/>
                </a:lnTo>
                <a:cubicBezTo>
                  <a:pt x="4143767" y="2741107"/>
                  <a:pt x="4136715" y="2741107"/>
                  <a:pt x="4127311" y="2745470"/>
                </a:cubicBezTo>
                <a:lnTo>
                  <a:pt x="4130686" y="2742243"/>
                </a:lnTo>
                <a:close/>
                <a:moveTo>
                  <a:pt x="4051136" y="2720749"/>
                </a:moveTo>
                <a:lnTo>
                  <a:pt x="4050620" y="2721471"/>
                </a:lnTo>
                <a:cubicBezTo>
                  <a:pt x="4047563" y="2725199"/>
                  <a:pt x="4043155" y="2730199"/>
                  <a:pt x="4037043" y="2736744"/>
                </a:cubicBezTo>
                <a:cubicBezTo>
                  <a:pt x="4034222" y="2735289"/>
                  <a:pt x="4035867" y="2731290"/>
                  <a:pt x="4039158" y="2726926"/>
                </a:cubicBezTo>
                <a:lnTo>
                  <a:pt x="4044592" y="2721487"/>
                </a:lnTo>
                <a:close/>
                <a:moveTo>
                  <a:pt x="4123315" y="2721107"/>
                </a:moveTo>
                <a:cubicBezTo>
                  <a:pt x="4114617" y="2722198"/>
                  <a:pt x="4106624" y="2726562"/>
                  <a:pt x="4125430" y="2730925"/>
                </a:cubicBezTo>
                <a:cubicBezTo>
                  <a:pt x="4141416" y="2722199"/>
                  <a:pt x="4132014" y="2720017"/>
                  <a:pt x="4123315" y="2721107"/>
                </a:cubicBezTo>
                <a:close/>
                <a:moveTo>
                  <a:pt x="2047375" y="2521480"/>
                </a:moveTo>
                <a:cubicBezTo>
                  <a:pt x="2090629" y="2530206"/>
                  <a:pt x="2041733" y="2524389"/>
                  <a:pt x="2047375" y="2521480"/>
                </a:cubicBezTo>
                <a:close/>
                <a:moveTo>
                  <a:pt x="735014" y="2393259"/>
                </a:moveTo>
                <a:cubicBezTo>
                  <a:pt x="729902" y="2391487"/>
                  <a:pt x="721087" y="2400758"/>
                  <a:pt x="719677" y="2405122"/>
                </a:cubicBezTo>
                <a:cubicBezTo>
                  <a:pt x="729079" y="2402212"/>
                  <a:pt x="729078" y="2399303"/>
                  <a:pt x="738482" y="2399303"/>
                </a:cubicBezTo>
                <a:cubicBezTo>
                  <a:pt x="738013" y="2395668"/>
                  <a:pt x="736719" y="2393850"/>
                  <a:pt x="735014" y="2393259"/>
                </a:cubicBezTo>
                <a:close/>
                <a:moveTo>
                  <a:pt x="4266475" y="2696018"/>
                </a:moveTo>
                <a:cubicBezTo>
                  <a:pt x="4309729" y="2704744"/>
                  <a:pt x="4260833" y="2698927"/>
                  <a:pt x="4266475" y="2696018"/>
                </a:cubicBezTo>
                <a:close/>
                <a:moveTo>
                  <a:pt x="2202161" y="2511357"/>
                </a:moveTo>
                <a:lnTo>
                  <a:pt x="2196031" y="2514236"/>
                </a:lnTo>
                <a:lnTo>
                  <a:pt x="2119308" y="2506571"/>
                </a:lnTo>
                <a:cubicBezTo>
                  <a:pt x="2038914" y="2501118"/>
                  <a:pt x="1950524" y="2506935"/>
                  <a:pt x="1908212" y="2570932"/>
                </a:cubicBezTo>
                <a:cubicBezTo>
                  <a:pt x="1927020" y="2562206"/>
                  <a:pt x="1936420" y="2570932"/>
                  <a:pt x="1932661" y="2597113"/>
                </a:cubicBezTo>
                <a:cubicBezTo>
                  <a:pt x="1975914" y="2562206"/>
                  <a:pt x="2088751" y="2582569"/>
                  <a:pt x="2098154" y="2573841"/>
                </a:cubicBezTo>
                <a:cubicBezTo>
                  <a:pt x="2091571" y="2569479"/>
                  <a:pt x="2123540" y="2549843"/>
                  <a:pt x="2157391" y="2532388"/>
                </a:cubicBezTo>
                <a:lnTo>
                  <a:pt x="2196031" y="2514236"/>
                </a:lnTo>
                <a:lnTo>
                  <a:pt x="2202574" y="2514890"/>
                </a:lnTo>
                <a:close/>
                <a:moveTo>
                  <a:pt x="7208900" y="2942552"/>
                </a:moveTo>
                <a:cubicBezTo>
                  <a:pt x="7204433" y="2942552"/>
                  <a:pt x="7200202" y="2947643"/>
                  <a:pt x="7209605" y="2957824"/>
                </a:cubicBezTo>
                <a:cubicBezTo>
                  <a:pt x="7218068" y="2947643"/>
                  <a:pt x="7213366" y="2942552"/>
                  <a:pt x="7208900" y="2942552"/>
                </a:cubicBezTo>
                <a:close/>
                <a:moveTo>
                  <a:pt x="4456415" y="2684382"/>
                </a:moveTo>
                <a:lnTo>
                  <a:pt x="4458313" y="2692123"/>
                </a:lnTo>
                <a:lnTo>
                  <a:pt x="4451810" y="2691993"/>
                </a:lnTo>
                <a:lnTo>
                  <a:pt x="4451949" y="2691654"/>
                </a:lnTo>
                <a:cubicBezTo>
                  <a:pt x="4452184" y="2689472"/>
                  <a:pt x="4452657" y="2687292"/>
                  <a:pt x="4456415" y="2684382"/>
                </a:cubicBezTo>
                <a:close/>
                <a:moveTo>
                  <a:pt x="4447013" y="2678564"/>
                </a:moveTo>
                <a:lnTo>
                  <a:pt x="4432698" y="2690529"/>
                </a:lnTo>
                <a:lnTo>
                  <a:pt x="4424217" y="2689682"/>
                </a:lnTo>
                <a:lnTo>
                  <a:pt x="4424582" y="2684435"/>
                </a:lnTo>
                <a:close/>
                <a:moveTo>
                  <a:pt x="7346330" y="2908918"/>
                </a:moveTo>
                <a:cubicBezTo>
                  <a:pt x="7344832" y="2908191"/>
                  <a:pt x="7342775" y="2908372"/>
                  <a:pt x="7340541" y="2909100"/>
                </a:cubicBezTo>
                <a:cubicBezTo>
                  <a:pt x="7336075" y="2910553"/>
                  <a:pt x="7330904" y="2914190"/>
                  <a:pt x="7328083" y="2917099"/>
                </a:cubicBezTo>
                <a:cubicBezTo>
                  <a:pt x="7335604" y="2925825"/>
                  <a:pt x="7341247" y="2908371"/>
                  <a:pt x="7348769" y="2914189"/>
                </a:cubicBezTo>
                <a:cubicBezTo>
                  <a:pt x="7348769" y="2911281"/>
                  <a:pt x="7347829" y="2909645"/>
                  <a:pt x="7346330" y="2908918"/>
                </a:cubicBezTo>
                <a:close/>
                <a:moveTo>
                  <a:pt x="6047398" y="2748379"/>
                </a:moveTo>
                <a:cubicBezTo>
                  <a:pt x="6046928" y="2746924"/>
                  <a:pt x="6041051" y="2747107"/>
                  <a:pt x="6032676" y="2748152"/>
                </a:cubicBezTo>
                <a:cubicBezTo>
                  <a:pt x="6007553" y="2751289"/>
                  <a:pt x="5959951" y="2762197"/>
                  <a:pt x="5968413" y="2760015"/>
                </a:cubicBezTo>
                <a:cubicBezTo>
                  <a:pt x="5974055" y="2780377"/>
                  <a:pt x="6045517" y="2757106"/>
                  <a:pt x="6047398" y="2751287"/>
                </a:cubicBezTo>
                <a:cubicBezTo>
                  <a:pt x="6045517" y="2751287"/>
                  <a:pt x="6045517" y="2751287"/>
                  <a:pt x="6047398" y="2748379"/>
                </a:cubicBezTo>
                <a:close/>
                <a:moveTo>
                  <a:pt x="7891732" y="2791377"/>
                </a:moveTo>
                <a:cubicBezTo>
                  <a:pt x="7891674" y="2792741"/>
                  <a:pt x="7891791" y="2796378"/>
                  <a:pt x="7892261" y="2803650"/>
                </a:cubicBezTo>
                <a:cubicBezTo>
                  <a:pt x="7893672" y="2803650"/>
                  <a:pt x="7891908" y="2787287"/>
                  <a:pt x="7891732" y="2791377"/>
                </a:cubicBezTo>
                <a:close/>
                <a:moveTo>
                  <a:pt x="7936455" y="2774196"/>
                </a:moveTo>
                <a:cubicBezTo>
                  <a:pt x="7927053" y="2772378"/>
                  <a:pt x="7920470" y="2780378"/>
                  <a:pt x="7944917" y="2803650"/>
                </a:cubicBezTo>
                <a:cubicBezTo>
                  <a:pt x="7958082" y="2787650"/>
                  <a:pt x="7945858" y="2776014"/>
                  <a:pt x="7936455" y="2774196"/>
                </a:cubicBezTo>
                <a:close/>
                <a:moveTo>
                  <a:pt x="7978063" y="2763288"/>
                </a:moveTo>
                <a:cubicBezTo>
                  <a:pt x="7972656" y="2763651"/>
                  <a:pt x="7966545" y="2767288"/>
                  <a:pt x="7967484" y="2774560"/>
                </a:cubicBezTo>
                <a:cubicBezTo>
                  <a:pt x="7973126" y="2777469"/>
                  <a:pt x="7978768" y="2771650"/>
                  <a:pt x="7984410" y="2771650"/>
                </a:cubicBezTo>
                <a:cubicBezTo>
                  <a:pt x="7988171" y="2765833"/>
                  <a:pt x="7983470" y="2762924"/>
                  <a:pt x="7978063" y="2763288"/>
                </a:cubicBezTo>
                <a:close/>
                <a:moveTo>
                  <a:pt x="1094359" y="2143162"/>
                </a:moveTo>
                <a:lnTo>
                  <a:pt x="1041933" y="2157759"/>
                </a:lnTo>
                <a:cubicBezTo>
                  <a:pt x="911908" y="2194404"/>
                  <a:pt x="797485" y="2227675"/>
                  <a:pt x="762930" y="2236402"/>
                </a:cubicBezTo>
                <a:cubicBezTo>
                  <a:pt x="859310" y="2199313"/>
                  <a:pt x="958159" y="2173132"/>
                  <a:pt x="1057919" y="2150769"/>
                </a:cubicBezTo>
                <a:close/>
                <a:moveTo>
                  <a:pt x="8148403" y="2715654"/>
                </a:moveTo>
                <a:cubicBezTo>
                  <a:pt x="8141087" y="2714562"/>
                  <a:pt x="8128746" y="2726561"/>
                  <a:pt x="8121693" y="2722198"/>
                </a:cubicBezTo>
                <a:cubicBezTo>
                  <a:pt x="8125454" y="2739652"/>
                  <a:pt x="8142380" y="2719289"/>
                  <a:pt x="8153663" y="2722199"/>
                </a:cubicBezTo>
                <a:cubicBezTo>
                  <a:pt x="8152723" y="2717835"/>
                  <a:pt x="8150843" y="2716018"/>
                  <a:pt x="8148403" y="2715654"/>
                </a:cubicBezTo>
                <a:close/>
                <a:moveTo>
                  <a:pt x="8261180" y="2708699"/>
                </a:moveTo>
                <a:cubicBezTo>
                  <a:pt x="8259212" y="2709108"/>
                  <a:pt x="8257096" y="2710563"/>
                  <a:pt x="8255216" y="2713472"/>
                </a:cubicBezTo>
                <a:cubicBezTo>
                  <a:pt x="8258976" y="2716380"/>
                  <a:pt x="8260858" y="2719289"/>
                  <a:pt x="8264617" y="2722198"/>
                </a:cubicBezTo>
                <a:cubicBezTo>
                  <a:pt x="8269319" y="2717836"/>
                  <a:pt x="8268849" y="2712745"/>
                  <a:pt x="8266264" y="2710199"/>
                </a:cubicBezTo>
                <a:cubicBezTo>
                  <a:pt x="8264971" y="2708926"/>
                  <a:pt x="8263149" y="2708290"/>
                  <a:pt x="8261180" y="2708699"/>
                </a:cubicBezTo>
                <a:close/>
                <a:moveTo>
                  <a:pt x="8214278" y="2704122"/>
                </a:moveTo>
                <a:cubicBezTo>
                  <a:pt x="8213402" y="2703395"/>
                  <a:pt x="8212873" y="2703506"/>
                  <a:pt x="8213137" y="2704971"/>
                </a:cubicBezTo>
                <a:cubicBezTo>
                  <a:pt x="8213490" y="2706926"/>
                  <a:pt x="8215254" y="2711290"/>
                  <a:pt x="8219484" y="2719289"/>
                </a:cubicBezTo>
                <a:cubicBezTo>
                  <a:pt x="8222658" y="2716017"/>
                  <a:pt x="8216906" y="2706301"/>
                  <a:pt x="8214278" y="2704122"/>
                </a:cubicBezTo>
                <a:close/>
                <a:moveTo>
                  <a:pt x="26828" y="1956391"/>
                </a:moveTo>
                <a:lnTo>
                  <a:pt x="29059" y="1962551"/>
                </a:lnTo>
                <a:cubicBezTo>
                  <a:pt x="29146" y="1968960"/>
                  <a:pt x="25267" y="1971688"/>
                  <a:pt x="14453" y="1965869"/>
                </a:cubicBezTo>
                <a:close/>
                <a:moveTo>
                  <a:pt x="8353712" y="2691063"/>
                </a:moveTo>
                <a:cubicBezTo>
                  <a:pt x="8348775" y="2692564"/>
                  <a:pt x="8358649" y="2701835"/>
                  <a:pt x="8364291" y="2693109"/>
                </a:cubicBezTo>
                <a:cubicBezTo>
                  <a:pt x="8358649" y="2690927"/>
                  <a:pt x="8355358" y="2690564"/>
                  <a:pt x="8353712" y="2691063"/>
                </a:cubicBezTo>
                <a:close/>
                <a:moveTo>
                  <a:pt x="8409424" y="2681473"/>
                </a:moveTo>
                <a:cubicBezTo>
                  <a:pt x="8407074" y="2682200"/>
                  <a:pt x="8404723" y="2684382"/>
                  <a:pt x="8401902" y="2687290"/>
                </a:cubicBezTo>
                <a:cubicBezTo>
                  <a:pt x="8407544" y="2693109"/>
                  <a:pt x="8411305" y="2690200"/>
                  <a:pt x="8416946" y="2684382"/>
                </a:cubicBezTo>
                <a:cubicBezTo>
                  <a:pt x="8414126" y="2681473"/>
                  <a:pt x="8411774" y="2680746"/>
                  <a:pt x="8409424" y="2681473"/>
                </a:cubicBezTo>
                <a:close/>
                <a:moveTo>
                  <a:pt x="1483940" y="2057723"/>
                </a:moveTo>
                <a:lnTo>
                  <a:pt x="1480143" y="2063319"/>
                </a:lnTo>
                <a:cubicBezTo>
                  <a:pt x="1477555" y="2064046"/>
                  <a:pt x="1474735" y="2063319"/>
                  <a:pt x="1473795" y="2061864"/>
                </a:cubicBezTo>
                <a:lnTo>
                  <a:pt x="1474939" y="2059896"/>
                </a:lnTo>
                <a:close/>
                <a:moveTo>
                  <a:pt x="8392499" y="2672201"/>
                </a:moveTo>
                <a:cubicBezTo>
                  <a:pt x="8388268" y="2674928"/>
                  <a:pt x="8388268" y="2685837"/>
                  <a:pt x="8392499" y="2690200"/>
                </a:cubicBezTo>
                <a:cubicBezTo>
                  <a:pt x="8398140" y="2684382"/>
                  <a:pt x="8394379" y="2678564"/>
                  <a:pt x="8398140" y="2672746"/>
                </a:cubicBezTo>
                <a:cubicBezTo>
                  <a:pt x="8395789" y="2671292"/>
                  <a:pt x="8393909" y="2671292"/>
                  <a:pt x="8392499" y="2672201"/>
                </a:cubicBezTo>
                <a:close/>
                <a:moveTo>
                  <a:pt x="4669" y="1918826"/>
                </a:moveTo>
                <a:cubicBezTo>
                  <a:pt x="6711" y="1919666"/>
                  <a:pt x="9246" y="1922019"/>
                  <a:pt x="11902" y="1925274"/>
                </a:cubicBezTo>
                <a:lnTo>
                  <a:pt x="13474" y="1927620"/>
                </a:lnTo>
                <a:lnTo>
                  <a:pt x="1289" y="1936779"/>
                </a:lnTo>
                <a:cubicBezTo>
                  <a:pt x="-1531" y="1921507"/>
                  <a:pt x="584" y="1917144"/>
                  <a:pt x="4669" y="1918826"/>
                </a:cubicBezTo>
                <a:close/>
                <a:moveTo>
                  <a:pt x="8444216" y="2669110"/>
                </a:moveTo>
                <a:cubicBezTo>
                  <a:pt x="8440455" y="2666201"/>
                  <a:pt x="8441394" y="2668383"/>
                  <a:pt x="8458320" y="2684382"/>
                </a:cubicBezTo>
                <a:cubicBezTo>
                  <a:pt x="8456439" y="2680018"/>
                  <a:pt x="8447976" y="2672019"/>
                  <a:pt x="8444216" y="2669110"/>
                </a:cubicBezTo>
                <a:close/>
                <a:moveTo>
                  <a:pt x="1493046" y="2043345"/>
                </a:moveTo>
                <a:lnTo>
                  <a:pt x="1492895" y="2043366"/>
                </a:lnTo>
                <a:cubicBezTo>
                  <a:pt x="1491307" y="2045048"/>
                  <a:pt x="1497067" y="2048229"/>
                  <a:pt x="1505294" y="2051320"/>
                </a:cubicBezTo>
                <a:lnTo>
                  <a:pt x="1507721" y="2051981"/>
                </a:lnTo>
                <a:lnTo>
                  <a:pt x="1483940" y="2057723"/>
                </a:lnTo>
                <a:lnTo>
                  <a:pt x="1485079" y="2056047"/>
                </a:lnTo>
                <a:cubicBezTo>
                  <a:pt x="1484139" y="2056047"/>
                  <a:pt x="1480847" y="2054592"/>
                  <a:pt x="1478026" y="2054592"/>
                </a:cubicBezTo>
                <a:lnTo>
                  <a:pt x="1474939" y="2059896"/>
                </a:lnTo>
                <a:lnTo>
                  <a:pt x="1358374" y="2088045"/>
                </a:lnTo>
                <a:lnTo>
                  <a:pt x="1271002" y="2106285"/>
                </a:lnTo>
                <a:lnTo>
                  <a:pt x="1237310" y="2110953"/>
                </a:lnTo>
                <a:cubicBezTo>
                  <a:pt x="1210276" y="2115226"/>
                  <a:pt x="1183508" y="2120112"/>
                  <a:pt x="1157457" y="2126128"/>
                </a:cubicBezTo>
                <a:lnTo>
                  <a:pt x="1110355" y="2139822"/>
                </a:lnTo>
                <a:lnTo>
                  <a:pt x="1094359" y="2143162"/>
                </a:lnTo>
                <a:lnTo>
                  <a:pt x="1174780" y="2120771"/>
                </a:lnTo>
                <a:cubicBezTo>
                  <a:pt x="1308068" y="2084228"/>
                  <a:pt x="1435537" y="2051365"/>
                  <a:pt x="1492923" y="2043354"/>
                </a:cubicBezTo>
                <a:close/>
                <a:moveTo>
                  <a:pt x="1501393" y="2042167"/>
                </a:moveTo>
                <a:lnTo>
                  <a:pt x="1504187" y="2042437"/>
                </a:lnTo>
                <a:lnTo>
                  <a:pt x="1493046" y="2043345"/>
                </a:lnTo>
                <a:close/>
                <a:moveTo>
                  <a:pt x="1515480" y="2041518"/>
                </a:moveTo>
                <a:cubicBezTo>
                  <a:pt x="1520853" y="2041662"/>
                  <a:pt x="1523983" y="2042593"/>
                  <a:pt x="1524571" y="2044411"/>
                </a:cubicBezTo>
                <a:lnTo>
                  <a:pt x="1504187" y="2042437"/>
                </a:lnTo>
                <a:close/>
                <a:moveTo>
                  <a:pt x="56003" y="1897918"/>
                </a:moveTo>
                <a:cubicBezTo>
                  <a:pt x="51244" y="1894782"/>
                  <a:pt x="62879" y="1914963"/>
                  <a:pt x="67111" y="1910599"/>
                </a:cubicBezTo>
                <a:cubicBezTo>
                  <a:pt x="60998" y="1902600"/>
                  <a:pt x="57590" y="1898963"/>
                  <a:pt x="56003" y="1897918"/>
                </a:cubicBezTo>
                <a:close/>
                <a:moveTo>
                  <a:pt x="1614839" y="2026957"/>
                </a:moveTo>
                <a:cubicBezTo>
                  <a:pt x="1594152" y="2035684"/>
                  <a:pt x="1565943" y="2024048"/>
                  <a:pt x="1554660" y="2050228"/>
                </a:cubicBezTo>
                <a:cubicBezTo>
                  <a:pt x="1571585" y="2044411"/>
                  <a:pt x="1603555" y="2047320"/>
                  <a:pt x="1614839" y="2026957"/>
                </a:cubicBezTo>
                <a:close/>
                <a:moveTo>
                  <a:pt x="985075" y="1918963"/>
                </a:moveTo>
                <a:cubicBezTo>
                  <a:pt x="981079" y="1920053"/>
                  <a:pt x="977318" y="1923689"/>
                  <a:pt x="973556" y="1930961"/>
                </a:cubicBezTo>
                <a:cubicBezTo>
                  <a:pt x="982960" y="1936779"/>
                  <a:pt x="998003" y="1930961"/>
                  <a:pt x="998005" y="1922234"/>
                </a:cubicBezTo>
                <a:cubicBezTo>
                  <a:pt x="993303" y="1919326"/>
                  <a:pt x="989071" y="1917872"/>
                  <a:pt x="985075" y="1918963"/>
                </a:cubicBezTo>
                <a:close/>
                <a:moveTo>
                  <a:pt x="388692" y="1861147"/>
                </a:moveTo>
                <a:lnTo>
                  <a:pt x="388547" y="1861480"/>
                </a:lnTo>
                <a:lnTo>
                  <a:pt x="388348" y="1861472"/>
                </a:lnTo>
                <a:close/>
                <a:moveTo>
                  <a:pt x="1908212" y="1974596"/>
                </a:moveTo>
                <a:cubicBezTo>
                  <a:pt x="1910091" y="1983322"/>
                  <a:pt x="1904451" y="1994958"/>
                  <a:pt x="1911973" y="1994958"/>
                </a:cubicBezTo>
                <a:cubicBezTo>
                  <a:pt x="1913854" y="1989140"/>
                  <a:pt x="1913853" y="1974596"/>
                  <a:pt x="1908212" y="1974596"/>
                </a:cubicBezTo>
                <a:close/>
                <a:moveTo>
                  <a:pt x="1258792" y="1915898"/>
                </a:moveTo>
                <a:lnTo>
                  <a:pt x="1252946" y="1920502"/>
                </a:lnTo>
                <a:cubicBezTo>
                  <a:pt x="1248182" y="1923371"/>
                  <a:pt x="1243422" y="1925144"/>
                  <a:pt x="1238720" y="1925143"/>
                </a:cubicBezTo>
                <a:close/>
                <a:moveTo>
                  <a:pt x="1885507" y="1971549"/>
                </a:moveTo>
                <a:lnTo>
                  <a:pt x="1883764" y="1977505"/>
                </a:lnTo>
                <a:lnTo>
                  <a:pt x="1880664" y="1973509"/>
                </a:lnTo>
                <a:close/>
                <a:moveTo>
                  <a:pt x="1922228" y="1971915"/>
                </a:moveTo>
                <a:lnTo>
                  <a:pt x="1922407" y="1972796"/>
                </a:lnTo>
                <a:lnTo>
                  <a:pt x="1921556" y="1972236"/>
                </a:lnTo>
                <a:close/>
                <a:moveTo>
                  <a:pt x="1875301" y="1966596"/>
                </a:moveTo>
                <a:lnTo>
                  <a:pt x="1880664" y="1973509"/>
                </a:lnTo>
                <a:lnTo>
                  <a:pt x="1870762" y="1977518"/>
                </a:lnTo>
                <a:lnTo>
                  <a:pt x="1866838" y="1977505"/>
                </a:lnTo>
                <a:cubicBezTo>
                  <a:pt x="1869660" y="1970233"/>
                  <a:pt x="1872482" y="1966597"/>
                  <a:pt x="1875301" y="1966596"/>
                </a:cubicBezTo>
                <a:close/>
                <a:moveTo>
                  <a:pt x="1896362" y="1967772"/>
                </a:moveTo>
                <a:lnTo>
                  <a:pt x="1896929" y="1968777"/>
                </a:lnTo>
                <a:lnTo>
                  <a:pt x="1895519" y="1967718"/>
                </a:lnTo>
                <a:close/>
                <a:moveTo>
                  <a:pt x="1888229" y="1962232"/>
                </a:moveTo>
                <a:lnTo>
                  <a:pt x="1895519" y="1967718"/>
                </a:lnTo>
                <a:lnTo>
                  <a:pt x="1895048" y="1967687"/>
                </a:lnTo>
                <a:lnTo>
                  <a:pt x="1885507" y="1971549"/>
                </a:lnTo>
                <a:close/>
                <a:moveTo>
                  <a:pt x="1276915" y="1900017"/>
                </a:moveTo>
                <a:lnTo>
                  <a:pt x="1278801" y="1904508"/>
                </a:lnTo>
                <a:cubicBezTo>
                  <a:pt x="1276567" y="1906554"/>
                  <a:pt x="1272541" y="1909168"/>
                  <a:pt x="1266077" y="1912542"/>
                </a:cubicBezTo>
                <a:lnTo>
                  <a:pt x="1258792" y="1915898"/>
                </a:lnTo>
                <a:lnTo>
                  <a:pt x="1267193" y="1909281"/>
                </a:lnTo>
                <a:close/>
                <a:moveTo>
                  <a:pt x="708393" y="1835330"/>
                </a:moveTo>
                <a:cubicBezTo>
                  <a:pt x="704632" y="1835693"/>
                  <a:pt x="700870" y="1837875"/>
                  <a:pt x="697109" y="1843692"/>
                </a:cubicBezTo>
                <a:cubicBezTo>
                  <a:pt x="704631" y="1849511"/>
                  <a:pt x="719677" y="1846602"/>
                  <a:pt x="719676" y="1837875"/>
                </a:cubicBezTo>
                <a:cubicBezTo>
                  <a:pt x="715915" y="1836421"/>
                  <a:pt x="712153" y="1834966"/>
                  <a:pt x="708393" y="1835330"/>
                </a:cubicBezTo>
                <a:close/>
                <a:moveTo>
                  <a:pt x="1889405" y="1930961"/>
                </a:moveTo>
                <a:cubicBezTo>
                  <a:pt x="1872481" y="1933870"/>
                  <a:pt x="1893167" y="1954233"/>
                  <a:pt x="1889405" y="1930961"/>
                </a:cubicBezTo>
                <a:close/>
                <a:moveTo>
                  <a:pt x="778445" y="1815467"/>
                </a:moveTo>
                <a:cubicBezTo>
                  <a:pt x="776094" y="1814876"/>
                  <a:pt x="773744" y="1815149"/>
                  <a:pt x="771394" y="1815693"/>
                </a:cubicBezTo>
                <a:cubicBezTo>
                  <a:pt x="766691" y="1816784"/>
                  <a:pt x="761989" y="1818967"/>
                  <a:pt x="757288" y="1817512"/>
                </a:cubicBezTo>
                <a:cubicBezTo>
                  <a:pt x="759168" y="1829148"/>
                  <a:pt x="777975" y="1829147"/>
                  <a:pt x="785498" y="1820421"/>
                </a:cubicBezTo>
                <a:cubicBezTo>
                  <a:pt x="783147" y="1817512"/>
                  <a:pt x="780796" y="1816058"/>
                  <a:pt x="778445" y="1815467"/>
                </a:cubicBezTo>
                <a:close/>
                <a:moveTo>
                  <a:pt x="887989" y="1804421"/>
                </a:moveTo>
                <a:cubicBezTo>
                  <a:pt x="883759" y="1804421"/>
                  <a:pt x="879527" y="1805876"/>
                  <a:pt x="875765" y="1811694"/>
                </a:cubicBezTo>
                <a:cubicBezTo>
                  <a:pt x="885168" y="1814603"/>
                  <a:pt x="892691" y="1817512"/>
                  <a:pt x="900213" y="1805876"/>
                </a:cubicBezTo>
                <a:cubicBezTo>
                  <a:pt x="896451" y="1805876"/>
                  <a:pt x="892220" y="1804421"/>
                  <a:pt x="887989" y="1804421"/>
                </a:cubicBezTo>
                <a:close/>
                <a:moveTo>
                  <a:pt x="9885337" y="2601022"/>
                </a:moveTo>
                <a:cubicBezTo>
                  <a:pt x="9880754" y="2598022"/>
                  <a:pt x="9894153" y="2613839"/>
                  <a:pt x="9896973" y="2611657"/>
                </a:cubicBezTo>
                <a:cubicBezTo>
                  <a:pt x="9890391" y="2605113"/>
                  <a:pt x="9886865" y="2602022"/>
                  <a:pt x="9885337" y="2601022"/>
                </a:cubicBezTo>
                <a:close/>
                <a:moveTo>
                  <a:pt x="1788416" y="1878999"/>
                </a:moveTo>
                <a:lnTo>
                  <a:pt x="1776571" y="1887327"/>
                </a:lnTo>
                <a:cubicBezTo>
                  <a:pt x="1773045" y="1885873"/>
                  <a:pt x="1773454" y="1884237"/>
                  <a:pt x="1776808" y="1882503"/>
                </a:cubicBezTo>
                <a:close/>
                <a:moveTo>
                  <a:pt x="9944224" y="2594205"/>
                </a:moveTo>
                <a:cubicBezTo>
                  <a:pt x="9942108" y="2594204"/>
                  <a:pt x="9943048" y="2600022"/>
                  <a:pt x="9953392" y="2611657"/>
                </a:cubicBezTo>
                <a:cubicBezTo>
                  <a:pt x="9951511" y="2600022"/>
                  <a:pt x="9946339" y="2594205"/>
                  <a:pt x="9944224" y="2594205"/>
                </a:cubicBezTo>
                <a:close/>
                <a:moveTo>
                  <a:pt x="9913428" y="2589477"/>
                </a:moveTo>
                <a:cubicBezTo>
                  <a:pt x="9907317" y="2585477"/>
                  <a:pt x="9902615" y="2589841"/>
                  <a:pt x="9917660" y="2614567"/>
                </a:cubicBezTo>
                <a:cubicBezTo>
                  <a:pt x="9927063" y="2605840"/>
                  <a:pt x="9919541" y="2593477"/>
                  <a:pt x="9913428" y="2589477"/>
                </a:cubicBezTo>
                <a:close/>
                <a:moveTo>
                  <a:pt x="966034" y="1779696"/>
                </a:moveTo>
                <a:cubicBezTo>
                  <a:pt x="958511" y="1776786"/>
                  <a:pt x="945348" y="1782605"/>
                  <a:pt x="945348" y="1791331"/>
                </a:cubicBezTo>
                <a:cubicBezTo>
                  <a:pt x="952869" y="1791331"/>
                  <a:pt x="966034" y="1788422"/>
                  <a:pt x="966034" y="1779696"/>
                </a:cubicBezTo>
                <a:close/>
                <a:moveTo>
                  <a:pt x="1979675" y="1855692"/>
                </a:moveTo>
                <a:cubicBezTo>
                  <a:pt x="1976855" y="1856055"/>
                  <a:pt x="1974973" y="1858237"/>
                  <a:pt x="1975915" y="1864055"/>
                </a:cubicBezTo>
                <a:cubicBezTo>
                  <a:pt x="1981554" y="1861147"/>
                  <a:pt x="1989079" y="1869873"/>
                  <a:pt x="1989077" y="1858237"/>
                </a:cubicBezTo>
                <a:cubicBezTo>
                  <a:pt x="1986259" y="1856783"/>
                  <a:pt x="1982497" y="1855328"/>
                  <a:pt x="1979675" y="1855692"/>
                </a:cubicBezTo>
                <a:close/>
                <a:moveTo>
                  <a:pt x="1805230" y="1827656"/>
                </a:moveTo>
                <a:lnTo>
                  <a:pt x="1812735" y="1833540"/>
                </a:lnTo>
                <a:lnTo>
                  <a:pt x="1819772" y="1841392"/>
                </a:lnTo>
                <a:lnTo>
                  <a:pt x="1797257" y="1858237"/>
                </a:lnTo>
                <a:cubicBezTo>
                  <a:pt x="1797256" y="1860419"/>
                  <a:pt x="1795141" y="1856055"/>
                  <a:pt x="1793084" y="1849647"/>
                </a:cubicBezTo>
                <a:lnTo>
                  <a:pt x="1790373" y="1834839"/>
                </a:lnTo>
                <a:close/>
                <a:moveTo>
                  <a:pt x="1804018" y="1826704"/>
                </a:moveTo>
                <a:lnTo>
                  <a:pt x="1804031" y="1826716"/>
                </a:lnTo>
                <a:lnTo>
                  <a:pt x="1802887" y="1827097"/>
                </a:lnTo>
                <a:cubicBezTo>
                  <a:pt x="1801437" y="1827546"/>
                  <a:pt x="1802032" y="1827307"/>
                  <a:pt x="1803869" y="1826740"/>
                </a:cubicBezTo>
                <a:close/>
                <a:moveTo>
                  <a:pt x="1790995" y="1823819"/>
                </a:moveTo>
                <a:lnTo>
                  <a:pt x="1789263" y="1828784"/>
                </a:lnTo>
                <a:lnTo>
                  <a:pt x="1790373" y="1834839"/>
                </a:lnTo>
                <a:lnTo>
                  <a:pt x="1784094" y="1837875"/>
                </a:lnTo>
                <a:cubicBezTo>
                  <a:pt x="1774220" y="1840057"/>
                  <a:pt x="1764346" y="1839330"/>
                  <a:pt x="1754002" y="1834966"/>
                </a:cubicBezTo>
                <a:cubicBezTo>
                  <a:pt x="1753533" y="1832057"/>
                  <a:pt x="1758587" y="1829694"/>
                  <a:pt x="1766520" y="1827739"/>
                </a:cubicBezTo>
                <a:close/>
                <a:moveTo>
                  <a:pt x="1810116" y="1825296"/>
                </a:moveTo>
                <a:lnTo>
                  <a:pt x="1805230" y="1827656"/>
                </a:lnTo>
                <a:lnTo>
                  <a:pt x="1804031" y="1826716"/>
                </a:lnTo>
                <a:lnTo>
                  <a:pt x="1804171" y="1826669"/>
                </a:lnTo>
                <a:close/>
                <a:moveTo>
                  <a:pt x="1798844" y="1822649"/>
                </a:moveTo>
                <a:lnTo>
                  <a:pt x="1798916" y="1822705"/>
                </a:lnTo>
                <a:lnTo>
                  <a:pt x="1796315" y="1822967"/>
                </a:lnTo>
                <a:lnTo>
                  <a:pt x="1790995" y="1823819"/>
                </a:lnTo>
                <a:lnTo>
                  <a:pt x="1791563" y="1822189"/>
                </a:lnTo>
                <a:cubicBezTo>
                  <a:pt x="1793069" y="1820978"/>
                  <a:pt x="1795406" y="1820943"/>
                  <a:pt x="1798844" y="1822649"/>
                </a:cubicBezTo>
                <a:close/>
                <a:moveTo>
                  <a:pt x="1108959" y="1753515"/>
                </a:moveTo>
                <a:cubicBezTo>
                  <a:pt x="1105199" y="1750606"/>
                  <a:pt x="1101907" y="1751333"/>
                  <a:pt x="1098616" y="1752787"/>
                </a:cubicBezTo>
                <a:cubicBezTo>
                  <a:pt x="1095325" y="1754242"/>
                  <a:pt x="1092034" y="1756424"/>
                  <a:pt x="1088272" y="1756424"/>
                </a:cubicBezTo>
                <a:cubicBezTo>
                  <a:pt x="1076990" y="1756424"/>
                  <a:pt x="1103317" y="1770969"/>
                  <a:pt x="1108959" y="1753515"/>
                </a:cubicBezTo>
                <a:close/>
                <a:moveTo>
                  <a:pt x="654090" y="1693518"/>
                </a:moveTo>
                <a:lnTo>
                  <a:pt x="661245" y="1697205"/>
                </a:lnTo>
                <a:lnTo>
                  <a:pt x="651645" y="1702297"/>
                </a:lnTo>
                <a:lnTo>
                  <a:pt x="640691" y="1704063"/>
                </a:lnTo>
                <a:cubicBezTo>
                  <a:pt x="643513" y="1699699"/>
                  <a:pt x="649154" y="1695335"/>
                  <a:pt x="654090" y="1693518"/>
                </a:cubicBezTo>
                <a:close/>
                <a:moveTo>
                  <a:pt x="1201109" y="1735697"/>
                </a:moveTo>
                <a:cubicBezTo>
                  <a:pt x="1194056" y="1736061"/>
                  <a:pt x="1187944" y="1738970"/>
                  <a:pt x="1186063" y="1747696"/>
                </a:cubicBezTo>
                <a:cubicBezTo>
                  <a:pt x="1199228" y="1741879"/>
                  <a:pt x="1212392" y="1750605"/>
                  <a:pt x="1221795" y="1738970"/>
                </a:cubicBezTo>
                <a:cubicBezTo>
                  <a:pt x="1216154" y="1737515"/>
                  <a:pt x="1208162" y="1735333"/>
                  <a:pt x="1201109" y="1735697"/>
                </a:cubicBezTo>
                <a:close/>
                <a:moveTo>
                  <a:pt x="2303137" y="1829147"/>
                </a:moveTo>
                <a:cubicBezTo>
                  <a:pt x="2293734" y="1832057"/>
                  <a:pt x="2282449" y="1832057"/>
                  <a:pt x="2282450" y="1846602"/>
                </a:cubicBezTo>
                <a:cubicBezTo>
                  <a:pt x="2289972" y="1843692"/>
                  <a:pt x="2303139" y="1843693"/>
                  <a:pt x="2303137" y="1829147"/>
                </a:cubicBezTo>
                <a:close/>
                <a:moveTo>
                  <a:pt x="2253844" y="1817626"/>
                </a:moveTo>
                <a:cubicBezTo>
                  <a:pt x="2188097" y="1819103"/>
                  <a:pt x="2027220" y="1914326"/>
                  <a:pt x="1934658" y="1958415"/>
                </a:cubicBezTo>
                <a:lnTo>
                  <a:pt x="1910045" y="1968658"/>
                </a:lnTo>
                <a:lnTo>
                  <a:pt x="1896362" y="1967772"/>
                </a:lnTo>
                <a:lnTo>
                  <a:pt x="1886534" y="1950336"/>
                </a:lnTo>
                <a:cubicBezTo>
                  <a:pt x="1847709" y="1926235"/>
                  <a:pt x="1717097" y="2022957"/>
                  <a:pt x="1708868" y="1994958"/>
                </a:cubicBezTo>
                <a:cubicBezTo>
                  <a:pt x="1676898" y="2012412"/>
                  <a:pt x="1646809" y="2024048"/>
                  <a:pt x="1614838" y="2035683"/>
                </a:cubicBezTo>
                <a:cubicBezTo>
                  <a:pt x="1727674" y="1997867"/>
                  <a:pt x="1806660" y="1997867"/>
                  <a:pt x="1831107" y="2015321"/>
                </a:cubicBezTo>
                <a:cubicBezTo>
                  <a:pt x="1842391" y="1998594"/>
                  <a:pt x="1853910" y="1987322"/>
                  <a:pt x="1864840" y="1979914"/>
                </a:cubicBezTo>
                <a:lnTo>
                  <a:pt x="1870762" y="1977518"/>
                </a:lnTo>
                <a:lnTo>
                  <a:pt x="1888627" y="1977573"/>
                </a:lnTo>
                <a:lnTo>
                  <a:pt x="1910045" y="1968658"/>
                </a:lnTo>
                <a:lnTo>
                  <a:pt x="1916791" y="1969096"/>
                </a:lnTo>
                <a:lnTo>
                  <a:pt x="1921556" y="1972236"/>
                </a:lnTo>
                <a:lnTo>
                  <a:pt x="1917380" y="1974232"/>
                </a:lnTo>
                <a:cubicBezTo>
                  <a:pt x="1914793" y="1978959"/>
                  <a:pt x="1914794" y="1987686"/>
                  <a:pt x="1925137" y="1986231"/>
                </a:cubicBezTo>
                <a:lnTo>
                  <a:pt x="1922407" y="1972796"/>
                </a:lnTo>
                <a:lnTo>
                  <a:pt x="1925136" y="1974596"/>
                </a:lnTo>
                <a:cubicBezTo>
                  <a:pt x="1930779" y="1977505"/>
                  <a:pt x="1985317" y="1945506"/>
                  <a:pt x="1953347" y="1965869"/>
                </a:cubicBezTo>
                <a:cubicBezTo>
                  <a:pt x="1958989" y="1980414"/>
                  <a:pt x="2158331" y="1893144"/>
                  <a:pt x="2163974" y="1904780"/>
                </a:cubicBezTo>
                <a:cubicBezTo>
                  <a:pt x="2192180" y="1896054"/>
                  <a:pt x="2259884" y="1855328"/>
                  <a:pt x="2280571" y="1849511"/>
                </a:cubicBezTo>
                <a:cubicBezTo>
                  <a:pt x="2271167" y="1846602"/>
                  <a:pt x="2271169" y="1837875"/>
                  <a:pt x="2280570" y="1829148"/>
                </a:cubicBezTo>
                <a:cubicBezTo>
                  <a:pt x="2276338" y="1820785"/>
                  <a:pt x="2266995" y="1817331"/>
                  <a:pt x="2253844" y="1817626"/>
                </a:cubicBezTo>
                <a:close/>
                <a:moveTo>
                  <a:pt x="2199704" y="1802967"/>
                </a:moveTo>
                <a:cubicBezTo>
                  <a:pt x="2092510" y="1858237"/>
                  <a:pt x="2197823" y="1829148"/>
                  <a:pt x="2199704" y="1802967"/>
                </a:cubicBezTo>
                <a:close/>
                <a:moveTo>
                  <a:pt x="2319123" y="1808058"/>
                </a:moveTo>
                <a:lnTo>
                  <a:pt x="2314421" y="1811694"/>
                </a:lnTo>
                <a:lnTo>
                  <a:pt x="2323297" y="1809331"/>
                </a:lnTo>
                <a:cubicBezTo>
                  <a:pt x="2323590" y="1808604"/>
                  <a:pt x="2321709" y="1808058"/>
                  <a:pt x="2319123" y="1808058"/>
                </a:cubicBezTo>
                <a:close/>
                <a:moveTo>
                  <a:pt x="653725" y="1592109"/>
                </a:moveTo>
                <a:lnTo>
                  <a:pt x="654674" y="1593378"/>
                </a:lnTo>
                <a:lnTo>
                  <a:pt x="651975" y="1593522"/>
                </a:lnTo>
                <a:close/>
                <a:moveTo>
                  <a:pt x="634020" y="1586432"/>
                </a:moveTo>
                <a:lnTo>
                  <a:pt x="634876" y="1586651"/>
                </a:lnTo>
                <a:lnTo>
                  <a:pt x="633682" y="1587214"/>
                </a:lnTo>
                <a:close/>
                <a:moveTo>
                  <a:pt x="565468" y="1561524"/>
                </a:moveTo>
                <a:lnTo>
                  <a:pt x="553091" y="1578340"/>
                </a:lnTo>
                <a:lnTo>
                  <a:pt x="553479" y="1576796"/>
                </a:lnTo>
                <a:cubicBezTo>
                  <a:pt x="558885" y="1568797"/>
                  <a:pt x="565468" y="1561524"/>
                  <a:pt x="565468" y="1561524"/>
                </a:cubicBezTo>
                <a:close/>
                <a:moveTo>
                  <a:pt x="614364" y="1555705"/>
                </a:moveTo>
                <a:cubicBezTo>
                  <a:pt x="610601" y="1549888"/>
                  <a:pt x="595557" y="1561524"/>
                  <a:pt x="601199" y="1567341"/>
                </a:cubicBezTo>
                <a:cubicBezTo>
                  <a:pt x="608721" y="1573159"/>
                  <a:pt x="614364" y="1555705"/>
                  <a:pt x="614364" y="1555705"/>
                </a:cubicBezTo>
                <a:close/>
                <a:moveTo>
                  <a:pt x="636931" y="1552796"/>
                </a:moveTo>
                <a:cubicBezTo>
                  <a:pt x="616243" y="1567341"/>
                  <a:pt x="665140" y="1573160"/>
                  <a:pt x="636931" y="1552796"/>
                </a:cubicBezTo>
                <a:close/>
                <a:moveTo>
                  <a:pt x="272020" y="1486039"/>
                </a:moveTo>
                <a:lnTo>
                  <a:pt x="270579" y="1488903"/>
                </a:lnTo>
                <a:lnTo>
                  <a:pt x="264572" y="1488799"/>
                </a:lnTo>
                <a:close/>
                <a:moveTo>
                  <a:pt x="836273" y="1535343"/>
                </a:moveTo>
                <a:cubicBezTo>
                  <a:pt x="824990" y="1526615"/>
                  <a:pt x="755407" y="1564432"/>
                  <a:pt x="755407" y="1576069"/>
                </a:cubicBezTo>
                <a:cubicBezTo>
                  <a:pt x="755407" y="1561524"/>
                  <a:pt x="753527" y="1564432"/>
                  <a:pt x="751647" y="1587704"/>
                </a:cubicBezTo>
                <a:cubicBezTo>
                  <a:pt x="749766" y="1590614"/>
                  <a:pt x="834393" y="1570250"/>
                  <a:pt x="834393" y="1570250"/>
                </a:cubicBezTo>
                <a:cubicBezTo>
                  <a:pt x="872004" y="1526615"/>
                  <a:pt x="821229" y="1561524"/>
                  <a:pt x="796781" y="1564432"/>
                </a:cubicBezTo>
                <a:cubicBezTo>
                  <a:pt x="808064" y="1549888"/>
                  <a:pt x="821229" y="1538252"/>
                  <a:pt x="836273" y="1535343"/>
                </a:cubicBezTo>
                <a:close/>
                <a:moveTo>
                  <a:pt x="840739" y="1500936"/>
                </a:moveTo>
                <a:cubicBezTo>
                  <a:pt x="838858" y="1500163"/>
                  <a:pt x="836272" y="1500254"/>
                  <a:pt x="833453" y="1500800"/>
                </a:cubicBezTo>
                <a:cubicBezTo>
                  <a:pt x="827810" y="1501890"/>
                  <a:pt x="821228" y="1504799"/>
                  <a:pt x="817467" y="1506253"/>
                </a:cubicBezTo>
                <a:cubicBezTo>
                  <a:pt x="817468" y="1514980"/>
                  <a:pt x="836273" y="1506253"/>
                  <a:pt x="843795" y="1506253"/>
                </a:cubicBezTo>
                <a:cubicBezTo>
                  <a:pt x="843795" y="1503345"/>
                  <a:pt x="842619" y="1501708"/>
                  <a:pt x="840739" y="1500936"/>
                </a:cubicBezTo>
                <a:close/>
                <a:moveTo>
                  <a:pt x="310882" y="1446256"/>
                </a:moveTo>
                <a:cubicBezTo>
                  <a:pt x="306885" y="1446620"/>
                  <a:pt x="303124" y="1449529"/>
                  <a:pt x="300304" y="1456801"/>
                </a:cubicBezTo>
                <a:cubicBezTo>
                  <a:pt x="307826" y="1465528"/>
                  <a:pt x="315349" y="1453892"/>
                  <a:pt x="322872" y="1450983"/>
                </a:cubicBezTo>
                <a:cubicBezTo>
                  <a:pt x="319110" y="1448075"/>
                  <a:pt x="314878" y="1445893"/>
                  <a:pt x="310882" y="1446256"/>
                </a:cubicBezTo>
                <a:close/>
                <a:moveTo>
                  <a:pt x="257520" y="1437894"/>
                </a:moveTo>
                <a:cubicBezTo>
                  <a:pt x="253760" y="1438620"/>
                  <a:pt x="248587" y="1440802"/>
                  <a:pt x="245767" y="1439347"/>
                </a:cubicBezTo>
                <a:cubicBezTo>
                  <a:pt x="243886" y="1453892"/>
                  <a:pt x="257050" y="1439347"/>
                  <a:pt x="260812" y="1445165"/>
                </a:cubicBezTo>
                <a:cubicBezTo>
                  <a:pt x="263632" y="1437894"/>
                  <a:pt x="261282" y="1437166"/>
                  <a:pt x="257520" y="1437894"/>
                </a:cubicBezTo>
                <a:close/>
                <a:moveTo>
                  <a:pt x="275856" y="1433530"/>
                </a:moveTo>
                <a:cubicBezTo>
                  <a:pt x="273976" y="1436438"/>
                  <a:pt x="296543" y="1480073"/>
                  <a:pt x="275856" y="1433530"/>
                </a:cubicBezTo>
                <a:close/>
                <a:moveTo>
                  <a:pt x="11000882" y="2367305"/>
                </a:moveTo>
                <a:cubicBezTo>
                  <a:pt x="10968912" y="2402212"/>
                  <a:pt x="11002764" y="2370214"/>
                  <a:pt x="11000882" y="2367305"/>
                </a:cubicBezTo>
                <a:close/>
                <a:moveTo>
                  <a:pt x="385636" y="1420440"/>
                </a:moveTo>
                <a:cubicBezTo>
                  <a:pt x="381639" y="1422621"/>
                  <a:pt x="377409" y="1429166"/>
                  <a:pt x="384930" y="1433530"/>
                </a:cubicBezTo>
                <a:cubicBezTo>
                  <a:pt x="393393" y="1420440"/>
                  <a:pt x="389632" y="1418258"/>
                  <a:pt x="385636" y="1420440"/>
                </a:cubicBezTo>
                <a:close/>
                <a:moveTo>
                  <a:pt x="342780" y="1401397"/>
                </a:moveTo>
                <a:lnTo>
                  <a:pt x="342394" y="1401798"/>
                </a:lnTo>
                <a:lnTo>
                  <a:pt x="342383" y="1401531"/>
                </a:lnTo>
                <a:close/>
                <a:moveTo>
                  <a:pt x="345438" y="1398622"/>
                </a:moveTo>
                <a:lnTo>
                  <a:pt x="346921" y="1399985"/>
                </a:lnTo>
                <a:lnTo>
                  <a:pt x="342780" y="1401397"/>
                </a:lnTo>
                <a:close/>
                <a:moveTo>
                  <a:pt x="10778973" y="2326580"/>
                </a:moveTo>
                <a:cubicBezTo>
                  <a:pt x="10696226" y="2361487"/>
                  <a:pt x="10788376" y="2344034"/>
                  <a:pt x="10778973" y="2326580"/>
                </a:cubicBezTo>
                <a:close/>
                <a:moveTo>
                  <a:pt x="466090" y="1406758"/>
                </a:moveTo>
                <a:cubicBezTo>
                  <a:pt x="460977" y="1409349"/>
                  <a:pt x="456393" y="1419712"/>
                  <a:pt x="450752" y="1421893"/>
                </a:cubicBezTo>
                <a:cubicBezTo>
                  <a:pt x="458275" y="1430621"/>
                  <a:pt x="463916" y="1418985"/>
                  <a:pt x="471437" y="1407349"/>
                </a:cubicBezTo>
                <a:cubicBezTo>
                  <a:pt x="469558" y="1405895"/>
                  <a:pt x="467794" y="1405895"/>
                  <a:pt x="466090" y="1406758"/>
                </a:cubicBezTo>
                <a:close/>
                <a:moveTo>
                  <a:pt x="368004" y="1392804"/>
                </a:moveTo>
                <a:cubicBezTo>
                  <a:pt x="363304" y="1401531"/>
                  <a:pt x="359073" y="1406622"/>
                  <a:pt x="355312" y="1407711"/>
                </a:cubicBezTo>
                <a:lnTo>
                  <a:pt x="346921" y="1399985"/>
                </a:lnTo>
                <a:close/>
                <a:moveTo>
                  <a:pt x="10830216" y="2314439"/>
                </a:moveTo>
                <a:cubicBezTo>
                  <a:pt x="10825510" y="2313388"/>
                  <a:pt x="10821037" y="2313286"/>
                  <a:pt x="10817026" y="2313808"/>
                </a:cubicBezTo>
                <a:cubicBezTo>
                  <a:pt x="10792960" y="2316945"/>
                  <a:pt x="10785554" y="2342579"/>
                  <a:pt x="10844793" y="2320763"/>
                </a:cubicBezTo>
                <a:cubicBezTo>
                  <a:pt x="10839857" y="2317490"/>
                  <a:pt x="10834921" y="2315490"/>
                  <a:pt x="10830216" y="2314439"/>
                </a:cubicBezTo>
                <a:close/>
                <a:moveTo>
                  <a:pt x="10705159" y="2301126"/>
                </a:moveTo>
                <a:cubicBezTo>
                  <a:pt x="10701868" y="2302581"/>
                  <a:pt x="10686823" y="2313489"/>
                  <a:pt x="10669898" y="2329489"/>
                </a:cubicBezTo>
                <a:cubicBezTo>
                  <a:pt x="10699988" y="2307672"/>
                  <a:pt x="10708450" y="2299672"/>
                  <a:pt x="10705159" y="2301126"/>
                </a:cubicBezTo>
                <a:close/>
                <a:moveTo>
                  <a:pt x="492594" y="1385895"/>
                </a:moveTo>
                <a:cubicBezTo>
                  <a:pt x="484132" y="1389895"/>
                  <a:pt x="474259" y="1402985"/>
                  <a:pt x="488362" y="1413167"/>
                </a:cubicBezTo>
                <a:cubicBezTo>
                  <a:pt x="508110" y="1386986"/>
                  <a:pt x="501057" y="1381896"/>
                  <a:pt x="492594" y="1385895"/>
                </a:cubicBezTo>
                <a:close/>
                <a:moveTo>
                  <a:pt x="330506" y="1366753"/>
                </a:moveTo>
                <a:lnTo>
                  <a:pt x="352417" y="1369772"/>
                </a:lnTo>
                <a:cubicBezTo>
                  <a:pt x="360278" y="1371850"/>
                  <a:pt x="365185" y="1374623"/>
                  <a:pt x="366124" y="1378259"/>
                </a:cubicBezTo>
                <a:cubicBezTo>
                  <a:pt x="332274" y="1395712"/>
                  <a:pt x="315349" y="1378259"/>
                  <a:pt x="285258" y="1410257"/>
                </a:cubicBezTo>
                <a:cubicBezTo>
                  <a:pt x="293721" y="1397894"/>
                  <a:pt x="303154" y="1387395"/>
                  <a:pt x="313281" y="1378521"/>
                </a:cubicBezTo>
                <a:close/>
                <a:moveTo>
                  <a:pt x="10942584" y="2309125"/>
                </a:moveTo>
                <a:lnTo>
                  <a:pt x="10919200" y="2320429"/>
                </a:lnTo>
                <a:lnTo>
                  <a:pt x="10918607" y="2313853"/>
                </a:lnTo>
                <a:cubicBezTo>
                  <a:pt x="10922368" y="2310580"/>
                  <a:pt x="10930361" y="2309126"/>
                  <a:pt x="10942584" y="2309125"/>
                </a:cubicBezTo>
                <a:close/>
                <a:moveTo>
                  <a:pt x="1132554" y="1416666"/>
                </a:moveTo>
                <a:cubicBezTo>
                  <a:pt x="1130880" y="1415985"/>
                  <a:pt x="1128588" y="1416257"/>
                  <a:pt x="1126120" y="1417166"/>
                </a:cubicBezTo>
                <a:cubicBezTo>
                  <a:pt x="1121183" y="1418985"/>
                  <a:pt x="1115541" y="1423349"/>
                  <a:pt x="1112720" y="1427711"/>
                </a:cubicBezTo>
                <a:cubicBezTo>
                  <a:pt x="1120243" y="1433530"/>
                  <a:pt x="1125884" y="1416076"/>
                  <a:pt x="1135288" y="1421893"/>
                </a:cubicBezTo>
                <a:cubicBezTo>
                  <a:pt x="1135287" y="1418984"/>
                  <a:pt x="1134230" y="1417348"/>
                  <a:pt x="1132554" y="1416666"/>
                </a:cubicBezTo>
                <a:close/>
                <a:moveTo>
                  <a:pt x="187850" y="1325717"/>
                </a:moveTo>
                <a:cubicBezTo>
                  <a:pt x="190113" y="1325171"/>
                  <a:pt x="191347" y="1328080"/>
                  <a:pt x="191464" y="1331715"/>
                </a:cubicBezTo>
                <a:lnTo>
                  <a:pt x="188768" y="1340770"/>
                </a:lnTo>
                <a:lnTo>
                  <a:pt x="184703" y="1341496"/>
                </a:lnTo>
                <a:lnTo>
                  <a:pt x="178065" y="1340443"/>
                </a:lnTo>
                <a:cubicBezTo>
                  <a:pt x="182297" y="1330262"/>
                  <a:pt x="185588" y="1326262"/>
                  <a:pt x="187850" y="1325717"/>
                </a:cubicBezTo>
                <a:close/>
                <a:moveTo>
                  <a:pt x="532737" y="1348994"/>
                </a:moveTo>
                <a:lnTo>
                  <a:pt x="533497" y="1349170"/>
                </a:lnTo>
                <a:lnTo>
                  <a:pt x="522508" y="1355860"/>
                </a:lnTo>
                <a:lnTo>
                  <a:pt x="528090" y="1349897"/>
                </a:lnTo>
                <a:close/>
                <a:moveTo>
                  <a:pt x="232368" y="1314990"/>
                </a:moveTo>
                <a:cubicBezTo>
                  <a:pt x="239184" y="1314262"/>
                  <a:pt x="244827" y="1317171"/>
                  <a:pt x="238245" y="1325898"/>
                </a:cubicBezTo>
                <a:cubicBezTo>
                  <a:pt x="232603" y="1311353"/>
                  <a:pt x="228842" y="1328807"/>
                  <a:pt x="219439" y="1325898"/>
                </a:cubicBezTo>
                <a:cubicBezTo>
                  <a:pt x="217558" y="1320081"/>
                  <a:pt x="225549" y="1315717"/>
                  <a:pt x="232368" y="1314990"/>
                </a:cubicBezTo>
                <a:close/>
                <a:moveTo>
                  <a:pt x="305329" y="1311218"/>
                </a:moveTo>
                <a:lnTo>
                  <a:pt x="301175" y="1325759"/>
                </a:lnTo>
                <a:lnTo>
                  <a:pt x="299536" y="1325928"/>
                </a:lnTo>
                <a:lnTo>
                  <a:pt x="298453" y="1321853"/>
                </a:lnTo>
                <a:cubicBezTo>
                  <a:pt x="299922" y="1315217"/>
                  <a:pt x="305269" y="1306944"/>
                  <a:pt x="305329" y="1311218"/>
                </a:cubicBezTo>
                <a:close/>
                <a:moveTo>
                  <a:pt x="446050" y="1320443"/>
                </a:moveTo>
                <a:cubicBezTo>
                  <a:pt x="442288" y="1322261"/>
                  <a:pt x="437588" y="1328807"/>
                  <a:pt x="443230" y="1334625"/>
                </a:cubicBezTo>
                <a:cubicBezTo>
                  <a:pt x="452633" y="1321534"/>
                  <a:pt x="449811" y="1318625"/>
                  <a:pt x="446050" y="1320443"/>
                </a:cubicBezTo>
                <a:close/>
                <a:moveTo>
                  <a:pt x="1287615" y="1389895"/>
                </a:moveTo>
                <a:cubicBezTo>
                  <a:pt x="1279154" y="1386986"/>
                  <a:pt x="1270691" y="1386258"/>
                  <a:pt x="1262464" y="1387713"/>
                </a:cubicBezTo>
                <a:cubicBezTo>
                  <a:pt x="1254236" y="1389168"/>
                  <a:pt x="1246242" y="1392804"/>
                  <a:pt x="1238719" y="1398621"/>
                </a:cubicBezTo>
                <a:cubicBezTo>
                  <a:pt x="1257526" y="1398622"/>
                  <a:pt x="1266929" y="1395712"/>
                  <a:pt x="1287615" y="1389895"/>
                </a:cubicBezTo>
                <a:close/>
                <a:moveTo>
                  <a:pt x="452867" y="1299490"/>
                </a:moveTo>
                <a:cubicBezTo>
                  <a:pt x="442289" y="1296081"/>
                  <a:pt x="484602" y="1313535"/>
                  <a:pt x="484601" y="1311353"/>
                </a:cubicBezTo>
                <a:cubicBezTo>
                  <a:pt x="465796" y="1304081"/>
                  <a:pt x="456394" y="1300626"/>
                  <a:pt x="452867" y="1299490"/>
                </a:cubicBezTo>
                <a:close/>
                <a:moveTo>
                  <a:pt x="535377" y="1297899"/>
                </a:moveTo>
                <a:cubicBezTo>
                  <a:pt x="530677" y="1298263"/>
                  <a:pt x="525035" y="1301172"/>
                  <a:pt x="522214" y="1305535"/>
                </a:cubicBezTo>
                <a:cubicBezTo>
                  <a:pt x="525975" y="1306990"/>
                  <a:pt x="529266" y="1306262"/>
                  <a:pt x="532557" y="1305535"/>
                </a:cubicBezTo>
                <a:lnTo>
                  <a:pt x="538858" y="1305535"/>
                </a:lnTo>
                <a:lnTo>
                  <a:pt x="537693" y="1300250"/>
                </a:lnTo>
                <a:close/>
                <a:moveTo>
                  <a:pt x="1641343" y="1387850"/>
                </a:moveTo>
                <a:cubicBezTo>
                  <a:pt x="1640933" y="1387349"/>
                  <a:pt x="1639288" y="1387713"/>
                  <a:pt x="1635527" y="1389895"/>
                </a:cubicBezTo>
                <a:cubicBezTo>
                  <a:pt x="1632705" y="1398622"/>
                  <a:pt x="1642578" y="1389350"/>
                  <a:pt x="1641343" y="1387850"/>
                </a:cubicBezTo>
                <a:close/>
                <a:moveTo>
                  <a:pt x="1393722" y="1365533"/>
                </a:moveTo>
                <a:cubicBezTo>
                  <a:pt x="1398219" y="1366623"/>
                  <a:pt x="1399511" y="1369533"/>
                  <a:pt x="1392928" y="1375350"/>
                </a:cubicBezTo>
                <a:cubicBezTo>
                  <a:pt x="1337921" y="1375350"/>
                  <a:pt x="1380236" y="1362260"/>
                  <a:pt x="1393722" y="1365533"/>
                </a:cubicBezTo>
                <a:close/>
                <a:moveTo>
                  <a:pt x="517218" y="1286263"/>
                </a:moveTo>
                <a:cubicBezTo>
                  <a:pt x="512459" y="1287173"/>
                  <a:pt x="503878" y="1291718"/>
                  <a:pt x="490244" y="1302627"/>
                </a:cubicBezTo>
                <a:cubicBezTo>
                  <a:pt x="511400" y="1313535"/>
                  <a:pt x="531500" y="1283536"/>
                  <a:pt x="517218" y="1286263"/>
                </a:cubicBezTo>
                <a:close/>
                <a:moveTo>
                  <a:pt x="368631" y="1272163"/>
                </a:moveTo>
                <a:lnTo>
                  <a:pt x="368005" y="1273537"/>
                </a:lnTo>
                <a:cubicBezTo>
                  <a:pt x="414551" y="1280081"/>
                  <a:pt x="336271" y="1275173"/>
                  <a:pt x="365626" y="1272309"/>
                </a:cubicBezTo>
                <a:close/>
                <a:moveTo>
                  <a:pt x="529972" y="1273901"/>
                </a:moveTo>
                <a:cubicBezTo>
                  <a:pt x="527386" y="1274264"/>
                  <a:pt x="525034" y="1274991"/>
                  <a:pt x="522213" y="1273537"/>
                </a:cubicBezTo>
                <a:cubicBezTo>
                  <a:pt x="519392" y="1280810"/>
                  <a:pt x="522214" y="1283718"/>
                  <a:pt x="526445" y="1283718"/>
                </a:cubicBezTo>
                <a:lnTo>
                  <a:pt x="533195" y="1279851"/>
                </a:lnTo>
                <a:lnTo>
                  <a:pt x="532008" y="1274467"/>
                </a:lnTo>
                <a:close/>
                <a:moveTo>
                  <a:pt x="10967033" y="2176042"/>
                </a:moveTo>
                <a:cubicBezTo>
                  <a:pt x="10965152" y="2177495"/>
                  <a:pt x="10963271" y="2181131"/>
                  <a:pt x="10959510" y="2184041"/>
                </a:cubicBezTo>
                <a:cubicBezTo>
                  <a:pt x="10963271" y="2192767"/>
                  <a:pt x="10974554" y="2186950"/>
                  <a:pt x="10974554" y="2181131"/>
                </a:cubicBezTo>
                <a:cubicBezTo>
                  <a:pt x="10970793" y="2175314"/>
                  <a:pt x="10968913" y="2174587"/>
                  <a:pt x="10967033" y="2176042"/>
                </a:cubicBezTo>
                <a:close/>
                <a:moveTo>
                  <a:pt x="576750" y="1241538"/>
                </a:moveTo>
                <a:cubicBezTo>
                  <a:pt x="522213" y="1232811"/>
                  <a:pt x="505288" y="1270627"/>
                  <a:pt x="467676" y="1261901"/>
                </a:cubicBezTo>
                <a:cubicBezTo>
                  <a:pt x="475198" y="1276446"/>
                  <a:pt x="572990" y="1253173"/>
                  <a:pt x="576750" y="1241538"/>
                </a:cubicBezTo>
                <a:close/>
                <a:moveTo>
                  <a:pt x="592501" y="1238266"/>
                </a:moveTo>
                <a:cubicBezTo>
                  <a:pt x="590032" y="1238448"/>
                  <a:pt x="587505" y="1240356"/>
                  <a:pt x="586770" y="1243856"/>
                </a:cubicBezTo>
                <a:lnTo>
                  <a:pt x="589844" y="1253116"/>
                </a:lnTo>
                <a:lnTo>
                  <a:pt x="594420" y="1252107"/>
                </a:lnTo>
                <a:lnTo>
                  <a:pt x="597878" y="1243038"/>
                </a:lnTo>
                <a:cubicBezTo>
                  <a:pt x="597378" y="1239629"/>
                  <a:pt x="594969" y="1238084"/>
                  <a:pt x="592501" y="1238266"/>
                </a:cubicBezTo>
                <a:close/>
                <a:moveTo>
                  <a:pt x="10947579" y="2157496"/>
                </a:moveTo>
                <a:cubicBezTo>
                  <a:pt x="10944465" y="2156042"/>
                  <a:pt x="10941644" y="2156406"/>
                  <a:pt x="10940704" y="2160769"/>
                </a:cubicBezTo>
                <a:cubicBezTo>
                  <a:pt x="10968912" y="2182587"/>
                  <a:pt x="10956924" y="2161860"/>
                  <a:pt x="10947579" y="2157496"/>
                </a:cubicBezTo>
                <a:close/>
                <a:moveTo>
                  <a:pt x="687089" y="1203040"/>
                </a:moveTo>
                <a:cubicBezTo>
                  <a:pt x="678949" y="1202721"/>
                  <a:pt x="666432" y="1202449"/>
                  <a:pt x="654560" y="1202630"/>
                </a:cubicBezTo>
                <a:cubicBezTo>
                  <a:pt x="630819" y="1202994"/>
                  <a:pt x="609662" y="1205176"/>
                  <a:pt x="631288" y="1212448"/>
                </a:cubicBezTo>
                <a:cubicBezTo>
                  <a:pt x="629409" y="1215357"/>
                  <a:pt x="695229" y="1200812"/>
                  <a:pt x="693347" y="1203721"/>
                </a:cubicBezTo>
                <a:cubicBezTo>
                  <a:pt x="698990" y="1203721"/>
                  <a:pt x="695229" y="1203358"/>
                  <a:pt x="687089" y="1203040"/>
                </a:cubicBezTo>
                <a:close/>
                <a:moveTo>
                  <a:pt x="1618571" y="1276900"/>
                </a:moveTo>
                <a:cubicBezTo>
                  <a:pt x="1619540" y="1275536"/>
                  <a:pt x="1623771" y="1275718"/>
                  <a:pt x="1633644" y="1279354"/>
                </a:cubicBezTo>
                <a:cubicBezTo>
                  <a:pt x="1642109" y="1298990"/>
                  <a:pt x="1615663" y="1280990"/>
                  <a:pt x="1618571" y="1276900"/>
                </a:cubicBezTo>
                <a:close/>
                <a:moveTo>
                  <a:pt x="1802899" y="1285173"/>
                </a:moveTo>
                <a:cubicBezTo>
                  <a:pt x="1812301" y="1290991"/>
                  <a:pt x="1770927" y="1290991"/>
                  <a:pt x="1802899" y="1285173"/>
                </a:cubicBezTo>
                <a:close/>
                <a:moveTo>
                  <a:pt x="700870" y="1180450"/>
                </a:moveTo>
                <a:cubicBezTo>
                  <a:pt x="695228" y="1186267"/>
                  <a:pt x="702751" y="1189177"/>
                  <a:pt x="708392" y="1194995"/>
                </a:cubicBezTo>
                <a:cubicBezTo>
                  <a:pt x="715915" y="1186267"/>
                  <a:pt x="704631" y="1177541"/>
                  <a:pt x="700870" y="1180450"/>
                </a:cubicBezTo>
                <a:close/>
                <a:moveTo>
                  <a:pt x="1811509" y="1271992"/>
                </a:moveTo>
                <a:cubicBezTo>
                  <a:pt x="1811597" y="1272810"/>
                  <a:pt x="1811832" y="1274992"/>
                  <a:pt x="1812301" y="1279354"/>
                </a:cubicBezTo>
                <a:cubicBezTo>
                  <a:pt x="1812301" y="1279354"/>
                  <a:pt x="1811244" y="1269537"/>
                  <a:pt x="1811509" y="1271992"/>
                </a:cubicBezTo>
                <a:close/>
                <a:moveTo>
                  <a:pt x="11351848" y="2112045"/>
                </a:moveTo>
                <a:cubicBezTo>
                  <a:pt x="11347852" y="2114225"/>
                  <a:pt x="11344091" y="2118589"/>
                  <a:pt x="11343151" y="2122953"/>
                </a:cubicBezTo>
                <a:cubicBezTo>
                  <a:pt x="11348792" y="2122953"/>
                  <a:pt x="11360077" y="2122953"/>
                  <a:pt x="11361957" y="2114226"/>
                </a:cubicBezTo>
                <a:cubicBezTo>
                  <a:pt x="11360077" y="2109863"/>
                  <a:pt x="11355845" y="2109863"/>
                  <a:pt x="11351848" y="2112045"/>
                </a:cubicBezTo>
                <a:close/>
                <a:moveTo>
                  <a:pt x="623765" y="1154269"/>
                </a:moveTo>
                <a:lnTo>
                  <a:pt x="623917" y="1154934"/>
                </a:lnTo>
                <a:lnTo>
                  <a:pt x="620474" y="1160088"/>
                </a:lnTo>
                <a:lnTo>
                  <a:pt x="617117" y="1165391"/>
                </a:lnTo>
                <a:lnTo>
                  <a:pt x="616243" y="1163723"/>
                </a:lnTo>
                <a:cubicBezTo>
                  <a:pt x="615774" y="1159360"/>
                  <a:pt x="618124" y="1154269"/>
                  <a:pt x="623765" y="1154269"/>
                </a:cubicBezTo>
                <a:close/>
                <a:moveTo>
                  <a:pt x="1789647" y="1237629"/>
                </a:moveTo>
                <a:cubicBezTo>
                  <a:pt x="1793613" y="1232993"/>
                  <a:pt x="1792556" y="1255355"/>
                  <a:pt x="1784091" y="1253174"/>
                </a:cubicBezTo>
                <a:cubicBezTo>
                  <a:pt x="1786444" y="1243720"/>
                  <a:pt x="1788324" y="1239175"/>
                  <a:pt x="1789647" y="1237629"/>
                </a:cubicBezTo>
                <a:close/>
                <a:moveTo>
                  <a:pt x="1983082" y="1222948"/>
                </a:moveTo>
                <a:cubicBezTo>
                  <a:pt x="1976383" y="1226084"/>
                  <a:pt x="1983436" y="1251720"/>
                  <a:pt x="1994720" y="1229902"/>
                </a:cubicBezTo>
                <a:cubicBezTo>
                  <a:pt x="1989078" y="1223358"/>
                  <a:pt x="1985317" y="1221903"/>
                  <a:pt x="1983082" y="1222948"/>
                </a:cubicBezTo>
                <a:close/>
                <a:moveTo>
                  <a:pt x="614480" y="1063410"/>
                </a:moveTo>
                <a:cubicBezTo>
                  <a:pt x="618946" y="1064273"/>
                  <a:pt x="622355" y="1067001"/>
                  <a:pt x="621885" y="1072818"/>
                </a:cubicBezTo>
                <a:cubicBezTo>
                  <a:pt x="607312" y="1073546"/>
                  <a:pt x="600141" y="1072455"/>
                  <a:pt x="597555" y="1070773"/>
                </a:cubicBezTo>
                <a:lnTo>
                  <a:pt x="600456" y="1065664"/>
                </a:lnTo>
                <a:lnTo>
                  <a:pt x="601658" y="1065063"/>
                </a:lnTo>
                <a:close/>
                <a:moveTo>
                  <a:pt x="2004936" y="1185256"/>
                </a:moveTo>
                <a:lnTo>
                  <a:pt x="2003939" y="1185899"/>
                </a:lnTo>
                <a:lnTo>
                  <a:pt x="2000361" y="1186267"/>
                </a:lnTo>
                <a:close/>
                <a:moveTo>
                  <a:pt x="619876" y="1055949"/>
                </a:moveTo>
                <a:lnTo>
                  <a:pt x="601658" y="1065063"/>
                </a:lnTo>
                <a:lnTo>
                  <a:pt x="600730" y="1065183"/>
                </a:lnTo>
                <a:lnTo>
                  <a:pt x="600456" y="1065664"/>
                </a:lnTo>
                <a:lnTo>
                  <a:pt x="586155" y="1072818"/>
                </a:lnTo>
                <a:cubicBezTo>
                  <a:pt x="589914" y="1093182"/>
                  <a:pt x="578633" y="1101908"/>
                  <a:pt x="556064" y="1093182"/>
                </a:cubicBezTo>
                <a:cubicBezTo>
                  <a:pt x="574871" y="1075000"/>
                  <a:pt x="591208" y="1064455"/>
                  <a:pt x="606311" y="1058410"/>
                </a:cubicBezTo>
                <a:close/>
                <a:moveTo>
                  <a:pt x="719889" y="1052848"/>
                </a:moveTo>
                <a:lnTo>
                  <a:pt x="745194" y="1057172"/>
                </a:lnTo>
                <a:lnTo>
                  <a:pt x="770715" y="1063343"/>
                </a:lnTo>
                <a:lnTo>
                  <a:pt x="752881" y="1067365"/>
                </a:lnTo>
                <a:cubicBezTo>
                  <a:pt x="730725" y="1069910"/>
                  <a:pt x="711684" y="1069183"/>
                  <a:pt x="698990" y="1064092"/>
                </a:cubicBezTo>
                <a:close/>
                <a:moveTo>
                  <a:pt x="686207" y="1047093"/>
                </a:moveTo>
                <a:lnTo>
                  <a:pt x="699916" y="1049435"/>
                </a:lnTo>
                <a:lnTo>
                  <a:pt x="691996" y="1051047"/>
                </a:lnTo>
                <a:cubicBezTo>
                  <a:pt x="676894" y="1051638"/>
                  <a:pt x="663024" y="1050456"/>
                  <a:pt x="649154" y="1050638"/>
                </a:cubicBezTo>
                <a:lnTo>
                  <a:pt x="619876" y="1055949"/>
                </a:lnTo>
                <a:lnTo>
                  <a:pt x="632380" y="1049695"/>
                </a:lnTo>
                <a:cubicBezTo>
                  <a:pt x="649190" y="1045843"/>
                  <a:pt x="667270" y="1045411"/>
                  <a:pt x="686207" y="1047093"/>
                </a:cubicBezTo>
                <a:close/>
                <a:moveTo>
                  <a:pt x="742243" y="1040820"/>
                </a:moveTo>
                <a:lnTo>
                  <a:pt x="719889" y="1052848"/>
                </a:lnTo>
                <a:lnTo>
                  <a:pt x="699916" y="1049435"/>
                </a:lnTo>
                <a:close/>
                <a:moveTo>
                  <a:pt x="10978785" y="1948052"/>
                </a:moveTo>
                <a:cubicBezTo>
                  <a:pt x="10975965" y="1946961"/>
                  <a:pt x="10972674" y="1946961"/>
                  <a:pt x="10968912" y="1948415"/>
                </a:cubicBezTo>
                <a:cubicBezTo>
                  <a:pt x="10972674" y="1960051"/>
                  <a:pt x="10980197" y="1957142"/>
                  <a:pt x="10985838" y="1954234"/>
                </a:cubicBezTo>
                <a:cubicBezTo>
                  <a:pt x="10983957" y="1951324"/>
                  <a:pt x="10981607" y="1949143"/>
                  <a:pt x="10978785" y="1948052"/>
                </a:cubicBezTo>
                <a:close/>
                <a:moveTo>
                  <a:pt x="781326" y="1035503"/>
                </a:moveTo>
                <a:cubicBezTo>
                  <a:pt x="783499" y="1036276"/>
                  <a:pt x="785028" y="1037912"/>
                  <a:pt x="785497" y="1040820"/>
                </a:cubicBezTo>
                <a:cubicBezTo>
                  <a:pt x="776093" y="1043728"/>
                  <a:pt x="764809" y="1046638"/>
                  <a:pt x="755407" y="1040820"/>
                </a:cubicBezTo>
                <a:cubicBezTo>
                  <a:pt x="760109" y="1039366"/>
                  <a:pt x="767161" y="1036457"/>
                  <a:pt x="773273" y="1035367"/>
                </a:cubicBezTo>
                <a:cubicBezTo>
                  <a:pt x="776329" y="1034821"/>
                  <a:pt x="779150" y="1034730"/>
                  <a:pt x="781326" y="1035503"/>
                </a:cubicBezTo>
                <a:close/>
                <a:moveTo>
                  <a:pt x="814881" y="1033911"/>
                </a:moveTo>
                <a:cubicBezTo>
                  <a:pt x="819817" y="1035729"/>
                  <a:pt x="824049" y="1039366"/>
                  <a:pt x="823109" y="1043728"/>
                </a:cubicBezTo>
                <a:cubicBezTo>
                  <a:pt x="815587" y="1040820"/>
                  <a:pt x="800543" y="1043728"/>
                  <a:pt x="802422" y="1035002"/>
                </a:cubicBezTo>
                <a:cubicBezTo>
                  <a:pt x="804303" y="1032094"/>
                  <a:pt x="809944" y="1032094"/>
                  <a:pt x="814881" y="1033911"/>
                </a:cubicBezTo>
                <a:close/>
                <a:moveTo>
                  <a:pt x="1489633" y="1088954"/>
                </a:moveTo>
                <a:cubicBezTo>
                  <a:pt x="1486253" y="1089545"/>
                  <a:pt x="1482728" y="1091727"/>
                  <a:pt x="1479436" y="1096090"/>
                </a:cubicBezTo>
                <a:lnTo>
                  <a:pt x="1490465" y="1099318"/>
                </a:lnTo>
                <a:lnTo>
                  <a:pt x="1502848" y="1096449"/>
                </a:lnTo>
                <a:lnTo>
                  <a:pt x="1502558" y="1095039"/>
                </a:lnTo>
                <a:cubicBezTo>
                  <a:pt x="1499440" y="1090761"/>
                  <a:pt x="1494702" y="1088068"/>
                  <a:pt x="1489633" y="1088954"/>
                </a:cubicBezTo>
                <a:close/>
                <a:moveTo>
                  <a:pt x="1078561" y="1042241"/>
                </a:moveTo>
                <a:lnTo>
                  <a:pt x="1086391" y="1043728"/>
                </a:lnTo>
                <a:cubicBezTo>
                  <a:pt x="1060064" y="1061183"/>
                  <a:pt x="1065235" y="1055365"/>
                  <a:pt x="1078165" y="1042639"/>
                </a:cubicBezTo>
                <a:close/>
                <a:moveTo>
                  <a:pt x="1473089" y="1065183"/>
                </a:moveTo>
                <a:lnTo>
                  <a:pt x="1472679" y="1065638"/>
                </a:lnTo>
                <a:lnTo>
                  <a:pt x="1473964" y="1071466"/>
                </a:lnTo>
                <a:lnTo>
                  <a:pt x="1476879" y="1066410"/>
                </a:lnTo>
                <a:cubicBezTo>
                  <a:pt x="1477144" y="1064001"/>
                  <a:pt x="1475322" y="1063910"/>
                  <a:pt x="1473089" y="1065183"/>
                </a:cubicBezTo>
                <a:close/>
                <a:moveTo>
                  <a:pt x="11019928" y="1915127"/>
                </a:moveTo>
                <a:cubicBezTo>
                  <a:pt x="11016347" y="1915792"/>
                  <a:pt x="11013591" y="1924894"/>
                  <a:pt x="11011961" y="1932462"/>
                </a:cubicBezTo>
                <a:lnTo>
                  <a:pt x="11011194" y="1937096"/>
                </a:lnTo>
                <a:lnTo>
                  <a:pt x="11008874" y="1936779"/>
                </a:lnTo>
                <a:cubicBezTo>
                  <a:pt x="10991009" y="1936052"/>
                  <a:pt x="10977375" y="1938234"/>
                  <a:pt x="11010286" y="1942598"/>
                </a:cubicBezTo>
                <a:lnTo>
                  <a:pt x="11011194" y="1937096"/>
                </a:lnTo>
                <a:lnTo>
                  <a:pt x="11030841" y="1939773"/>
                </a:lnTo>
                <a:lnTo>
                  <a:pt x="11032852" y="1948415"/>
                </a:lnTo>
                <a:cubicBezTo>
                  <a:pt x="11040845" y="1944779"/>
                  <a:pt x="11039317" y="1942052"/>
                  <a:pt x="11033558" y="1940143"/>
                </a:cubicBezTo>
                <a:lnTo>
                  <a:pt x="11030841" y="1939773"/>
                </a:lnTo>
                <a:lnTo>
                  <a:pt x="11028103" y="1928001"/>
                </a:lnTo>
                <a:cubicBezTo>
                  <a:pt x="11026587" y="1922996"/>
                  <a:pt x="11025139" y="1919666"/>
                  <a:pt x="11023773" y="1917644"/>
                </a:cubicBezTo>
                <a:cubicBezTo>
                  <a:pt x="11022407" y="1915621"/>
                  <a:pt x="11021121" y="1914905"/>
                  <a:pt x="11019928" y="1915127"/>
                </a:cubicBezTo>
                <a:close/>
                <a:moveTo>
                  <a:pt x="983752" y="1015367"/>
                </a:moveTo>
                <a:cubicBezTo>
                  <a:pt x="977317" y="1017003"/>
                  <a:pt x="971676" y="1028457"/>
                  <a:pt x="966034" y="1035002"/>
                </a:cubicBezTo>
                <a:cubicBezTo>
                  <a:pt x="975438" y="1035002"/>
                  <a:pt x="982959" y="1026275"/>
                  <a:pt x="990483" y="1017548"/>
                </a:cubicBezTo>
                <a:cubicBezTo>
                  <a:pt x="988131" y="1015366"/>
                  <a:pt x="985899" y="1014821"/>
                  <a:pt x="983752" y="1015367"/>
                </a:cubicBezTo>
                <a:close/>
                <a:moveTo>
                  <a:pt x="11208924" y="1925871"/>
                </a:moveTo>
                <a:lnTo>
                  <a:pt x="11226453" y="1928320"/>
                </a:lnTo>
                <a:lnTo>
                  <a:pt x="11218092" y="1928325"/>
                </a:lnTo>
                <a:lnTo>
                  <a:pt x="11208091" y="1928982"/>
                </a:lnTo>
                <a:close/>
                <a:moveTo>
                  <a:pt x="11236795" y="1928314"/>
                </a:moveTo>
                <a:cubicBezTo>
                  <a:pt x="11241569" y="1928688"/>
                  <a:pt x="11244655" y="1929506"/>
                  <a:pt x="11245360" y="1930961"/>
                </a:cubicBezTo>
                <a:lnTo>
                  <a:pt x="11226453" y="1928320"/>
                </a:lnTo>
                <a:close/>
                <a:moveTo>
                  <a:pt x="1041258" y="1011731"/>
                </a:moveTo>
                <a:lnTo>
                  <a:pt x="1042423" y="1015979"/>
                </a:lnTo>
                <a:lnTo>
                  <a:pt x="1038622" y="1017937"/>
                </a:lnTo>
                <a:close/>
                <a:moveTo>
                  <a:pt x="1421568" y="1044939"/>
                </a:moveTo>
                <a:lnTo>
                  <a:pt x="1421958" y="1045130"/>
                </a:lnTo>
                <a:lnTo>
                  <a:pt x="1420893" y="1045232"/>
                </a:lnTo>
                <a:close/>
                <a:moveTo>
                  <a:pt x="1477086" y="1039002"/>
                </a:moveTo>
                <a:lnTo>
                  <a:pt x="1479068" y="1041618"/>
                </a:lnTo>
                <a:lnTo>
                  <a:pt x="1471993" y="1041228"/>
                </a:lnTo>
                <a:close/>
                <a:moveTo>
                  <a:pt x="1152212" y="988459"/>
                </a:moveTo>
                <a:cubicBezTo>
                  <a:pt x="1101436" y="988459"/>
                  <a:pt x="1139048" y="1003004"/>
                  <a:pt x="1152212" y="988459"/>
                </a:cubicBezTo>
                <a:close/>
                <a:moveTo>
                  <a:pt x="1007643" y="973914"/>
                </a:moveTo>
                <a:cubicBezTo>
                  <a:pt x="1003646" y="974641"/>
                  <a:pt x="998945" y="984095"/>
                  <a:pt x="1005527" y="1000095"/>
                </a:cubicBezTo>
                <a:cubicBezTo>
                  <a:pt x="1014930" y="981187"/>
                  <a:pt x="1011639" y="973187"/>
                  <a:pt x="1007643" y="973914"/>
                </a:cubicBezTo>
                <a:close/>
                <a:moveTo>
                  <a:pt x="1050102" y="976141"/>
                </a:moveTo>
                <a:cubicBezTo>
                  <a:pt x="1047840" y="977005"/>
                  <a:pt x="1045959" y="979004"/>
                  <a:pt x="1045019" y="982641"/>
                </a:cubicBezTo>
                <a:cubicBezTo>
                  <a:pt x="1052541" y="988459"/>
                  <a:pt x="1060064" y="988459"/>
                  <a:pt x="1065705" y="985550"/>
                </a:cubicBezTo>
                <a:cubicBezTo>
                  <a:pt x="1067116" y="981186"/>
                  <a:pt x="1056890" y="973550"/>
                  <a:pt x="1050102" y="976141"/>
                </a:cubicBezTo>
                <a:close/>
                <a:moveTo>
                  <a:pt x="1229121" y="991527"/>
                </a:moveTo>
                <a:lnTo>
                  <a:pt x="1219914" y="999004"/>
                </a:lnTo>
                <a:lnTo>
                  <a:pt x="1210522" y="991374"/>
                </a:lnTo>
                <a:lnTo>
                  <a:pt x="1210747" y="991368"/>
                </a:lnTo>
                <a:close/>
                <a:moveTo>
                  <a:pt x="1028094" y="968096"/>
                </a:moveTo>
                <a:cubicBezTo>
                  <a:pt x="1003645" y="1008821"/>
                  <a:pt x="1073228" y="982641"/>
                  <a:pt x="1028094" y="968096"/>
                </a:cubicBezTo>
                <a:close/>
                <a:moveTo>
                  <a:pt x="1187181" y="972005"/>
                </a:moveTo>
                <a:cubicBezTo>
                  <a:pt x="1180657" y="969005"/>
                  <a:pt x="1167259" y="984823"/>
                  <a:pt x="1189824" y="982641"/>
                </a:cubicBezTo>
                <a:cubicBezTo>
                  <a:pt x="1190765" y="976096"/>
                  <a:pt x="1189354" y="973004"/>
                  <a:pt x="1187181" y="972005"/>
                </a:cubicBezTo>
                <a:close/>
                <a:moveTo>
                  <a:pt x="1291376" y="973914"/>
                </a:moveTo>
                <a:cubicBezTo>
                  <a:pt x="1283855" y="971005"/>
                  <a:pt x="1280094" y="985550"/>
                  <a:pt x="1280093" y="988459"/>
                </a:cubicBezTo>
                <a:cubicBezTo>
                  <a:pt x="1291376" y="994276"/>
                  <a:pt x="1291376" y="979731"/>
                  <a:pt x="1291376" y="973914"/>
                </a:cubicBezTo>
                <a:close/>
                <a:moveTo>
                  <a:pt x="1724619" y="1012185"/>
                </a:moveTo>
                <a:cubicBezTo>
                  <a:pt x="1718977" y="1013003"/>
                  <a:pt x="1706988" y="1021184"/>
                  <a:pt x="1701346" y="1014640"/>
                </a:cubicBezTo>
                <a:cubicBezTo>
                  <a:pt x="1697585" y="1032093"/>
                  <a:pt x="1720151" y="1017548"/>
                  <a:pt x="1727675" y="1014640"/>
                </a:cubicBezTo>
                <a:cubicBezTo>
                  <a:pt x="1727674" y="1012458"/>
                  <a:pt x="1726499" y="1011913"/>
                  <a:pt x="1724619" y="1012185"/>
                </a:cubicBezTo>
                <a:close/>
                <a:moveTo>
                  <a:pt x="1798492" y="1001594"/>
                </a:moveTo>
                <a:cubicBezTo>
                  <a:pt x="1796082" y="1002277"/>
                  <a:pt x="1793495" y="1006639"/>
                  <a:pt x="1791615" y="1017548"/>
                </a:cubicBezTo>
                <a:cubicBezTo>
                  <a:pt x="1811362" y="1030638"/>
                  <a:pt x="1805719" y="999550"/>
                  <a:pt x="1798492" y="1001594"/>
                </a:cubicBezTo>
                <a:close/>
                <a:moveTo>
                  <a:pt x="1775776" y="994822"/>
                </a:moveTo>
                <a:cubicBezTo>
                  <a:pt x="1773984" y="995004"/>
                  <a:pt x="1771867" y="996458"/>
                  <a:pt x="1769047" y="1000095"/>
                </a:cubicBezTo>
                <a:cubicBezTo>
                  <a:pt x="1770929" y="1008821"/>
                  <a:pt x="1785972" y="1011731"/>
                  <a:pt x="1793496" y="1003004"/>
                </a:cubicBezTo>
                <a:cubicBezTo>
                  <a:pt x="1783622" y="1005185"/>
                  <a:pt x="1781156" y="994276"/>
                  <a:pt x="1775776" y="994822"/>
                </a:cubicBezTo>
                <a:close/>
                <a:moveTo>
                  <a:pt x="1725794" y="982641"/>
                </a:moveTo>
                <a:cubicBezTo>
                  <a:pt x="1716390" y="988459"/>
                  <a:pt x="1720151" y="994276"/>
                  <a:pt x="1720151" y="1000095"/>
                </a:cubicBezTo>
                <a:cubicBezTo>
                  <a:pt x="1729555" y="1005912"/>
                  <a:pt x="1738958" y="985550"/>
                  <a:pt x="1725794" y="982641"/>
                </a:cubicBezTo>
                <a:close/>
                <a:moveTo>
                  <a:pt x="1282914" y="934280"/>
                </a:moveTo>
                <a:cubicBezTo>
                  <a:pt x="1274452" y="931007"/>
                  <a:pt x="1255647" y="933189"/>
                  <a:pt x="1251884" y="950643"/>
                </a:cubicBezTo>
                <a:cubicBezTo>
                  <a:pt x="1289496" y="946279"/>
                  <a:pt x="1291377" y="937552"/>
                  <a:pt x="1282914" y="934280"/>
                </a:cubicBezTo>
                <a:close/>
                <a:moveTo>
                  <a:pt x="1332750" y="933188"/>
                </a:moveTo>
                <a:cubicBezTo>
                  <a:pt x="1325227" y="936098"/>
                  <a:pt x="1321467" y="953551"/>
                  <a:pt x="1332751" y="959369"/>
                </a:cubicBezTo>
                <a:cubicBezTo>
                  <a:pt x="1340272" y="950643"/>
                  <a:pt x="1340272" y="941915"/>
                  <a:pt x="1332750" y="933188"/>
                </a:cubicBezTo>
                <a:close/>
                <a:moveTo>
                  <a:pt x="1714012" y="966231"/>
                </a:moveTo>
                <a:lnTo>
                  <a:pt x="1712277" y="966414"/>
                </a:lnTo>
                <a:cubicBezTo>
                  <a:pt x="1707811" y="968869"/>
                  <a:pt x="1709456" y="973323"/>
                  <a:pt x="1714393" y="972141"/>
                </a:cubicBezTo>
                <a:lnTo>
                  <a:pt x="1715891" y="971047"/>
                </a:lnTo>
                <a:close/>
                <a:moveTo>
                  <a:pt x="1216153" y="921553"/>
                </a:moveTo>
                <a:cubicBezTo>
                  <a:pt x="1210512" y="918644"/>
                  <a:pt x="1204400" y="918644"/>
                  <a:pt x="1198286" y="920098"/>
                </a:cubicBezTo>
                <a:cubicBezTo>
                  <a:pt x="1192175" y="921553"/>
                  <a:pt x="1186064" y="924462"/>
                  <a:pt x="1180423" y="927370"/>
                </a:cubicBezTo>
                <a:cubicBezTo>
                  <a:pt x="1193586" y="924462"/>
                  <a:pt x="1204870" y="927370"/>
                  <a:pt x="1216153" y="921553"/>
                </a:cubicBezTo>
                <a:close/>
                <a:moveTo>
                  <a:pt x="1767166" y="968096"/>
                </a:moveTo>
                <a:cubicBezTo>
                  <a:pt x="1823585" y="1020457"/>
                  <a:pt x="1769047" y="968096"/>
                  <a:pt x="1767166" y="968096"/>
                </a:cubicBezTo>
                <a:close/>
                <a:moveTo>
                  <a:pt x="1823585" y="953551"/>
                </a:moveTo>
                <a:cubicBezTo>
                  <a:pt x="1816062" y="950643"/>
                  <a:pt x="1808540" y="956460"/>
                  <a:pt x="1802898" y="956460"/>
                </a:cubicBezTo>
                <a:cubicBezTo>
                  <a:pt x="1801018" y="968096"/>
                  <a:pt x="1817943" y="962278"/>
                  <a:pt x="1823585" y="953551"/>
                </a:cubicBezTo>
                <a:close/>
                <a:moveTo>
                  <a:pt x="2028246" y="966960"/>
                </a:moveTo>
                <a:cubicBezTo>
                  <a:pt x="2022694" y="965188"/>
                  <a:pt x="2037502" y="976096"/>
                  <a:pt x="2041733" y="973914"/>
                </a:cubicBezTo>
                <a:cubicBezTo>
                  <a:pt x="2034211" y="969550"/>
                  <a:pt x="2030098" y="967551"/>
                  <a:pt x="2028246" y="966960"/>
                </a:cubicBezTo>
                <a:close/>
                <a:moveTo>
                  <a:pt x="1885644" y="941915"/>
                </a:moveTo>
                <a:cubicBezTo>
                  <a:pt x="1881883" y="939007"/>
                  <a:pt x="1878592" y="939734"/>
                  <a:pt x="1875301" y="941189"/>
                </a:cubicBezTo>
                <a:cubicBezTo>
                  <a:pt x="1872010" y="942642"/>
                  <a:pt x="1868719" y="944824"/>
                  <a:pt x="1864958" y="944824"/>
                </a:cubicBezTo>
                <a:cubicBezTo>
                  <a:pt x="1863078" y="956460"/>
                  <a:pt x="1880003" y="944824"/>
                  <a:pt x="1885644" y="941915"/>
                </a:cubicBezTo>
                <a:close/>
                <a:moveTo>
                  <a:pt x="1994543" y="951234"/>
                </a:moveTo>
                <a:cubicBezTo>
                  <a:pt x="1992251" y="952461"/>
                  <a:pt x="1988608" y="955734"/>
                  <a:pt x="1983435" y="962278"/>
                </a:cubicBezTo>
                <a:cubicBezTo>
                  <a:pt x="1996130" y="962278"/>
                  <a:pt x="2001417" y="947552"/>
                  <a:pt x="1994543" y="951234"/>
                </a:cubicBezTo>
                <a:close/>
                <a:moveTo>
                  <a:pt x="1939521" y="943536"/>
                </a:moveTo>
                <a:lnTo>
                  <a:pt x="1939241" y="944006"/>
                </a:lnTo>
                <a:lnTo>
                  <a:pt x="1939224" y="944750"/>
                </a:lnTo>
                <a:lnTo>
                  <a:pt x="1938301" y="944824"/>
                </a:lnTo>
                <a:close/>
                <a:moveTo>
                  <a:pt x="1972057" y="935160"/>
                </a:moveTo>
                <a:cubicBezTo>
                  <a:pt x="1967335" y="932859"/>
                  <a:pt x="1957115" y="931553"/>
                  <a:pt x="1949144" y="933371"/>
                </a:cubicBezTo>
                <a:lnTo>
                  <a:pt x="1939521" y="943536"/>
                </a:lnTo>
                <a:lnTo>
                  <a:pt x="1943942" y="936098"/>
                </a:lnTo>
                <a:cubicBezTo>
                  <a:pt x="1942061" y="924462"/>
                  <a:pt x="1838629" y="968096"/>
                  <a:pt x="1810421" y="1000095"/>
                </a:cubicBezTo>
                <a:cubicBezTo>
                  <a:pt x="1810421" y="1000095"/>
                  <a:pt x="1958987" y="950643"/>
                  <a:pt x="1930779" y="971005"/>
                </a:cubicBezTo>
                <a:cubicBezTo>
                  <a:pt x="1938302" y="988459"/>
                  <a:pt x="1938772" y="978277"/>
                  <a:pt x="1938771" y="964460"/>
                </a:cubicBezTo>
                <a:lnTo>
                  <a:pt x="1939224" y="944750"/>
                </a:lnTo>
                <a:lnTo>
                  <a:pt x="1961981" y="942915"/>
                </a:lnTo>
                <a:cubicBezTo>
                  <a:pt x="1976003" y="940756"/>
                  <a:pt x="1976779" y="937461"/>
                  <a:pt x="1972057" y="935160"/>
                </a:cubicBezTo>
                <a:close/>
                <a:moveTo>
                  <a:pt x="2002654" y="923007"/>
                </a:moveTo>
                <a:cubicBezTo>
                  <a:pt x="1998011" y="922644"/>
                  <a:pt x="1990017" y="925917"/>
                  <a:pt x="1977794" y="936098"/>
                </a:cubicBezTo>
                <a:cubicBezTo>
                  <a:pt x="2000361" y="957915"/>
                  <a:pt x="2016581" y="924098"/>
                  <a:pt x="2002654" y="923007"/>
                </a:cubicBezTo>
                <a:close/>
                <a:moveTo>
                  <a:pt x="2106497" y="924734"/>
                </a:moveTo>
                <a:cubicBezTo>
                  <a:pt x="2080758" y="928825"/>
                  <a:pt x="2041265" y="948461"/>
                  <a:pt x="2022927" y="941915"/>
                </a:cubicBezTo>
                <a:cubicBezTo>
                  <a:pt x="2017286" y="933189"/>
                  <a:pt x="2130122" y="976823"/>
                  <a:pt x="2126362" y="927370"/>
                </a:cubicBezTo>
                <a:cubicBezTo>
                  <a:pt x="2122130" y="923734"/>
                  <a:pt x="2115079" y="923370"/>
                  <a:pt x="2106497" y="924734"/>
                </a:cubicBezTo>
                <a:close/>
                <a:moveTo>
                  <a:pt x="2111315" y="915734"/>
                </a:moveTo>
                <a:cubicBezTo>
                  <a:pt x="2051137" y="912825"/>
                  <a:pt x="2094391" y="933189"/>
                  <a:pt x="2111315" y="915734"/>
                </a:cubicBezTo>
                <a:close/>
                <a:moveTo>
                  <a:pt x="9707034" y="1546979"/>
                </a:moveTo>
                <a:cubicBezTo>
                  <a:pt x="9703272" y="1549888"/>
                  <a:pt x="9699511" y="1549888"/>
                  <a:pt x="9697631" y="1552796"/>
                </a:cubicBezTo>
                <a:cubicBezTo>
                  <a:pt x="9669422" y="1552796"/>
                  <a:pt x="9708914" y="1564432"/>
                  <a:pt x="9707034" y="1546979"/>
                </a:cubicBezTo>
                <a:close/>
                <a:moveTo>
                  <a:pt x="9891332" y="1543706"/>
                </a:moveTo>
                <a:cubicBezTo>
                  <a:pt x="9874877" y="1546252"/>
                  <a:pt x="9841496" y="1558615"/>
                  <a:pt x="9840555" y="1573160"/>
                </a:cubicBezTo>
                <a:cubicBezTo>
                  <a:pt x="9907317" y="1548434"/>
                  <a:pt x="9907787" y="1541162"/>
                  <a:pt x="9891332" y="1543706"/>
                </a:cubicBezTo>
                <a:close/>
                <a:moveTo>
                  <a:pt x="2079788" y="847375"/>
                </a:moveTo>
                <a:cubicBezTo>
                  <a:pt x="2071590" y="846829"/>
                  <a:pt x="2056778" y="856101"/>
                  <a:pt x="2056778" y="860464"/>
                </a:cubicBezTo>
                <a:cubicBezTo>
                  <a:pt x="2066181" y="857556"/>
                  <a:pt x="2075584" y="857556"/>
                  <a:pt x="2084989" y="851737"/>
                </a:cubicBezTo>
                <a:cubicBezTo>
                  <a:pt x="2084518" y="848828"/>
                  <a:pt x="2082521" y="847556"/>
                  <a:pt x="2079788" y="847375"/>
                </a:cubicBezTo>
                <a:close/>
                <a:moveTo>
                  <a:pt x="10310705" y="1578977"/>
                </a:moveTo>
                <a:lnTo>
                  <a:pt x="10311747" y="1582447"/>
                </a:lnTo>
                <a:lnTo>
                  <a:pt x="10309499" y="1582386"/>
                </a:lnTo>
                <a:lnTo>
                  <a:pt x="10308314" y="1581373"/>
                </a:lnTo>
                <a:close/>
                <a:moveTo>
                  <a:pt x="10352460" y="1580841"/>
                </a:moveTo>
                <a:cubicBezTo>
                  <a:pt x="10359012" y="1580977"/>
                  <a:pt x="10364772" y="1582614"/>
                  <a:pt x="10369004" y="1587704"/>
                </a:cubicBezTo>
                <a:cubicBezTo>
                  <a:pt x="10339384" y="1600795"/>
                  <a:pt x="10324574" y="1610612"/>
                  <a:pt x="10316641" y="1598748"/>
                </a:cubicBezTo>
                <a:lnTo>
                  <a:pt x="10311747" y="1582447"/>
                </a:lnTo>
                <a:lnTo>
                  <a:pt x="10331155" y="1582977"/>
                </a:lnTo>
                <a:cubicBezTo>
                  <a:pt x="10338561" y="1582069"/>
                  <a:pt x="10345907" y="1580705"/>
                  <a:pt x="10352460" y="1580841"/>
                </a:cubicBezTo>
                <a:close/>
                <a:moveTo>
                  <a:pt x="9739004" y="1517889"/>
                </a:moveTo>
                <a:cubicBezTo>
                  <a:pt x="9729601" y="1517889"/>
                  <a:pt x="9714557" y="1517889"/>
                  <a:pt x="9712676" y="1535343"/>
                </a:cubicBezTo>
                <a:cubicBezTo>
                  <a:pt x="9723959" y="1532434"/>
                  <a:pt x="9739004" y="1532434"/>
                  <a:pt x="9739004" y="1517889"/>
                </a:cubicBezTo>
                <a:close/>
                <a:moveTo>
                  <a:pt x="10364950" y="1566712"/>
                </a:moveTo>
                <a:lnTo>
                  <a:pt x="10365007" y="1566979"/>
                </a:lnTo>
                <a:cubicBezTo>
                  <a:pt x="10364889" y="1574069"/>
                  <a:pt x="10361892" y="1577797"/>
                  <a:pt x="10353163" y="1572478"/>
                </a:cubicBezTo>
                <a:lnTo>
                  <a:pt x="10347212" y="1567290"/>
                </a:lnTo>
                <a:lnTo>
                  <a:pt x="10350902" y="1567341"/>
                </a:lnTo>
                <a:close/>
                <a:moveTo>
                  <a:pt x="10344059" y="1561263"/>
                </a:moveTo>
                <a:lnTo>
                  <a:pt x="10341053" y="1561917"/>
                </a:lnTo>
                <a:lnTo>
                  <a:pt x="10340744" y="1561650"/>
                </a:lnTo>
                <a:lnTo>
                  <a:pt x="10342587" y="1561433"/>
                </a:lnTo>
                <a:cubicBezTo>
                  <a:pt x="10345040" y="1561024"/>
                  <a:pt x="10345885" y="1560865"/>
                  <a:pt x="10344059" y="1561263"/>
                </a:cubicBezTo>
                <a:close/>
                <a:moveTo>
                  <a:pt x="10339830" y="1560851"/>
                </a:moveTo>
                <a:lnTo>
                  <a:pt x="10340744" y="1561650"/>
                </a:lnTo>
                <a:lnTo>
                  <a:pt x="10335884" y="1562221"/>
                </a:lnTo>
                <a:close/>
                <a:moveTo>
                  <a:pt x="1830789" y="800135"/>
                </a:moveTo>
                <a:lnTo>
                  <a:pt x="1829197" y="800695"/>
                </a:lnTo>
                <a:cubicBezTo>
                  <a:pt x="1822056" y="803376"/>
                  <a:pt x="1817943" y="805195"/>
                  <a:pt x="1819823" y="805194"/>
                </a:cubicBezTo>
                <a:cubicBezTo>
                  <a:pt x="1818883" y="803013"/>
                  <a:pt x="1821469" y="801558"/>
                  <a:pt x="1825847" y="800604"/>
                </a:cubicBezTo>
                <a:close/>
                <a:moveTo>
                  <a:pt x="10366182" y="1551706"/>
                </a:moveTo>
                <a:cubicBezTo>
                  <a:pt x="10378406" y="1550615"/>
                  <a:pt x="10390630" y="1552798"/>
                  <a:pt x="10402854" y="1558615"/>
                </a:cubicBezTo>
                <a:cubicBezTo>
                  <a:pt x="10403324" y="1562251"/>
                  <a:pt x="10397095" y="1564433"/>
                  <a:pt x="10387369" y="1565705"/>
                </a:cubicBezTo>
                <a:lnTo>
                  <a:pt x="10364950" y="1566712"/>
                </a:lnTo>
                <a:lnTo>
                  <a:pt x="10362076" y="1553132"/>
                </a:lnTo>
                <a:close/>
                <a:moveTo>
                  <a:pt x="10120765" y="1529525"/>
                </a:moveTo>
                <a:cubicBezTo>
                  <a:pt x="10117003" y="1530979"/>
                  <a:pt x="10113242" y="1529525"/>
                  <a:pt x="10110186" y="1529162"/>
                </a:cubicBezTo>
                <a:cubicBezTo>
                  <a:pt x="10107130" y="1528799"/>
                  <a:pt x="10104780" y="1529526"/>
                  <a:pt x="10103836" y="1535343"/>
                </a:cubicBezTo>
                <a:cubicBezTo>
                  <a:pt x="10109482" y="1535343"/>
                  <a:pt x="10120765" y="1541161"/>
                  <a:pt x="10120765" y="1529525"/>
                </a:cubicBezTo>
                <a:close/>
                <a:moveTo>
                  <a:pt x="1911239" y="787423"/>
                </a:moveTo>
                <a:lnTo>
                  <a:pt x="1916126" y="790680"/>
                </a:lnTo>
                <a:lnTo>
                  <a:pt x="1908346" y="795422"/>
                </a:lnTo>
                <a:lnTo>
                  <a:pt x="1907143" y="796441"/>
                </a:lnTo>
                <a:lnTo>
                  <a:pt x="1898807" y="793559"/>
                </a:lnTo>
                <a:cubicBezTo>
                  <a:pt x="1902099" y="787740"/>
                  <a:pt x="1906801" y="786468"/>
                  <a:pt x="1911239" y="787423"/>
                </a:cubicBezTo>
                <a:close/>
                <a:moveTo>
                  <a:pt x="10353959" y="1529525"/>
                </a:moveTo>
                <a:cubicBezTo>
                  <a:pt x="10353959" y="1527343"/>
                  <a:pt x="10356777" y="1533161"/>
                  <a:pt x="10359571" y="1541297"/>
                </a:cubicBezTo>
                <a:lnTo>
                  <a:pt x="10362076" y="1553132"/>
                </a:lnTo>
                <a:lnTo>
                  <a:pt x="10339830" y="1560851"/>
                </a:lnTo>
                <a:lnTo>
                  <a:pt x="10335420" y="1557007"/>
                </a:lnTo>
                <a:lnTo>
                  <a:pt x="10324689" y="1544459"/>
                </a:lnTo>
                <a:close/>
                <a:moveTo>
                  <a:pt x="2004122" y="779014"/>
                </a:moveTo>
                <a:lnTo>
                  <a:pt x="2011200" y="782454"/>
                </a:lnTo>
                <a:lnTo>
                  <a:pt x="2012860" y="781806"/>
                </a:lnTo>
                <a:close/>
                <a:moveTo>
                  <a:pt x="1975120" y="773741"/>
                </a:moveTo>
                <a:cubicBezTo>
                  <a:pt x="1964629" y="776468"/>
                  <a:pt x="1974503" y="803740"/>
                  <a:pt x="1992838" y="781922"/>
                </a:cubicBezTo>
                <a:cubicBezTo>
                  <a:pt x="1984376" y="774650"/>
                  <a:pt x="1978617" y="772832"/>
                  <a:pt x="1975120" y="773741"/>
                </a:cubicBezTo>
                <a:close/>
                <a:moveTo>
                  <a:pt x="1961258" y="770534"/>
                </a:moveTo>
                <a:lnTo>
                  <a:pt x="1943286" y="775954"/>
                </a:lnTo>
                <a:lnTo>
                  <a:pt x="1944854" y="771105"/>
                </a:lnTo>
                <a:close/>
                <a:moveTo>
                  <a:pt x="2077465" y="741198"/>
                </a:moveTo>
                <a:cubicBezTo>
                  <a:pt x="2076995" y="747743"/>
                  <a:pt x="2081344" y="751197"/>
                  <a:pt x="2086986" y="752652"/>
                </a:cubicBezTo>
                <a:lnTo>
                  <a:pt x="2087655" y="752632"/>
                </a:lnTo>
                <a:lnTo>
                  <a:pt x="2105475" y="745680"/>
                </a:lnTo>
                <a:close/>
                <a:moveTo>
                  <a:pt x="10231955" y="1454483"/>
                </a:moveTo>
                <a:cubicBezTo>
                  <a:pt x="10230427" y="1455710"/>
                  <a:pt x="10229369" y="1458983"/>
                  <a:pt x="10229839" y="1465528"/>
                </a:cubicBezTo>
                <a:cubicBezTo>
                  <a:pt x="10245354" y="1465528"/>
                  <a:pt x="10236539" y="1450802"/>
                  <a:pt x="10231955" y="1454483"/>
                </a:cubicBezTo>
                <a:close/>
                <a:moveTo>
                  <a:pt x="10222317" y="1427712"/>
                </a:moveTo>
                <a:lnTo>
                  <a:pt x="10222870" y="1428200"/>
                </a:lnTo>
                <a:lnTo>
                  <a:pt x="10222719" y="1428244"/>
                </a:lnTo>
                <a:close/>
                <a:moveTo>
                  <a:pt x="10237191" y="1424063"/>
                </a:moveTo>
                <a:lnTo>
                  <a:pt x="10232189" y="1436439"/>
                </a:lnTo>
                <a:lnTo>
                  <a:pt x="10222870" y="1428200"/>
                </a:lnTo>
                <a:lnTo>
                  <a:pt x="10237032" y="1424098"/>
                </a:lnTo>
                <a:close/>
                <a:moveTo>
                  <a:pt x="10141065" y="1415258"/>
                </a:moveTo>
                <a:lnTo>
                  <a:pt x="10145786" y="1416556"/>
                </a:lnTo>
                <a:lnTo>
                  <a:pt x="10146079" y="1417951"/>
                </a:lnTo>
                <a:lnTo>
                  <a:pt x="10143432" y="1423104"/>
                </a:lnTo>
                <a:lnTo>
                  <a:pt x="10135765" y="1425927"/>
                </a:lnTo>
                <a:cubicBezTo>
                  <a:pt x="10122939" y="1429303"/>
                  <a:pt x="10126642" y="1423167"/>
                  <a:pt x="10132988" y="1418258"/>
                </a:cubicBezTo>
                <a:lnTo>
                  <a:pt x="10139793" y="1415447"/>
                </a:lnTo>
                <a:close/>
                <a:moveTo>
                  <a:pt x="10239242" y="1418985"/>
                </a:moveTo>
                <a:lnTo>
                  <a:pt x="10242857" y="1422798"/>
                </a:lnTo>
                <a:lnTo>
                  <a:pt x="10237191" y="1424063"/>
                </a:lnTo>
                <a:close/>
                <a:moveTo>
                  <a:pt x="10259929" y="1418985"/>
                </a:moveTo>
                <a:cubicBezTo>
                  <a:pt x="10256169" y="1426258"/>
                  <a:pt x="10252877" y="1429893"/>
                  <a:pt x="10249586" y="1429894"/>
                </a:cubicBezTo>
                <a:lnTo>
                  <a:pt x="10242857" y="1422798"/>
                </a:lnTo>
                <a:close/>
                <a:moveTo>
                  <a:pt x="10188936" y="1403759"/>
                </a:moveTo>
                <a:cubicBezTo>
                  <a:pt x="10184705" y="1402803"/>
                  <a:pt x="10201630" y="1421893"/>
                  <a:pt x="10201630" y="1413167"/>
                </a:cubicBezTo>
                <a:cubicBezTo>
                  <a:pt x="10194107" y="1406622"/>
                  <a:pt x="10190347" y="1404076"/>
                  <a:pt x="10188936" y="1403759"/>
                </a:cubicBezTo>
                <a:close/>
                <a:moveTo>
                  <a:pt x="10205391" y="1392804"/>
                </a:moveTo>
                <a:cubicBezTo>
                  <a:pt x="10201630" y="1398622"/>
                  <a:pt x="10201628" y="1416076"/>
                  <a:pt x="10209152" y="1416076"/>
                </a:cubicBezTo>
                <a:cubicBezTo>
                  <a:pt x="10207272" y="1404440"/>
                  <a:pt x="10214795" y="1395712"/>
                  <a:pt x="10205391" y="1392804"/>
                </a:cubicBezTo>
                <a:close/>
                <a:moveTo>
                  <a:pt x="10577749" y="1389895"/>
                </a:moveTo>
                <a:cubicBezTo>
                  <a:pt x="10549540" y="1395712"/>
                  <a:pt x="10525093" y="1401531"/>
                  <a:pt x="10500644" y="1407349"/>
                </a:cubicBezTo>
                <a:cubicBezTo>
                  <a:pt x="10497823" y="1407349"/>
                  <a:pt x="10430122" y="1429166"/>
                  <a:pt x="10362186" y="1442620"/>
                </a:cubicBezTo>
                <a:lnTo>
                  <a:pt x="10331135" y="1445968"/>
                </a:lnTo>
                <a:lnTo>
                  <a:pt x="10357745" y="1434910"/>
                </a:lnTo>
                <a:lnTo>
                  <a:pt x="10479508" y="1402943"/>
                </a:lnTo>
                <a:lnTo>
                  <a:pt x="10497324" y="1401167"/>
                </a:lnTo>
                <a:cubicBezTo>
                  <a:pt x="10522271" y="1398440"/>
                  <a:pt x="10549070" y="1394986"/>
                  <a:pt x="10577749" y="1389895"/>
                </a:cubicBezTo>
                <a:close/>
                <a:moveTo>
                  <a:pt x="10651092" y="1381169"/>
                </a:moveTo>
                <a:cubicBezTo>
                  <a:pt x="10636048" y="1407349"/>
                  <a:pt x="10600316" y="1389895"/>
                  <a:pt x="10575869" y="1398621"/>
                </a:cubicBezTo>
                <a:cubicBezTo>
                  <a:pt x="10590914" y="1378260"/>
                  <a:pt x="10632286" y="1384077"/>
                  <a:pt x="10651092" y="1381169"/>
                </a:cubicBezTo>
                <a:close/>
                <a:moveTo>
                  <a:pt x="10745592" y="1379714"/>
                </a:moveTo>
                <a:cubicBezTo>
                  <a:pt x="10748883" y="1378987"/>
                  <a:pt x="10752644" y="1379714"/>
                  <a:pt x="10754525" y="1381169"/>
                </a:cubicBezTo>
                <a:cubicBezTo>
                  <a:pt x="10756405" y="1395712"/>
                  <a:pt x="10743241" y="1384077"/>
                  <a:pt x="10739481" y="1386986"/>
                </a:cubicBezTo>
                <a:cubicBezTo>
                  <a:pt x="10739481" y="1382623"/>
                  <a:pt x="10742302" y="1380441"/>
                  <a:pt x="10745592" y="1379714"/>
                </a:cubicBezTo>
                <a:close/>
                <a:moveTo>
                  <a:pt x="10743828" y="1357771"/>
                </a:moveTo>
                <a:lnTo>
                  <a:pt x="10743714" y="1357820"/>
                </a:lnTo>
                <a:cubicBezTo>
                  <a:pt x="10736498" y="1362306"/>
                  <a:pt x="10731841" y="1367169"/>
                  <a:pt x="10730078" y="1372441"/>
                </a:cubicBezTo>
                <a:cubicBezTo>
                  <a:pt x="10730547" y="1378259"/>
                  <a:pt x="10726198" y="1376259"/>
                  <a:pt x="10720674" y="1371032"/>
                </a:cubicBezTo>
                <a:lnTo>
                  <a:pt x="10712794" y="1361085"/>
                </a:lnTo>
                <a:lnTo>
                  <a:pt x="10726129" y="1359085"/>
                </a:lnTo>
                <a:lnTo>
                  <a:pt x="10729456" y="1358838"/>
                </a:lnTo>
                <a:lnTo>
                  <a:pt x="10737599" y="1360805"/>
                </a:lnTo>
                <a:lnTo>
                  <a:pt x="10734503" y="1358463"/>
                </a:lnTo>
                <a:close/>
                <a:moveTo>
                  <a:pt x="10713377" y="1342698"/>
                </a:moveTo>
                <a:lnTo>
                  <a:pt x="10714136" y="1343051"/>
                </a:lnTo>
                <a:lnTo>
                  <a:pt x="10734503" y="1358463"/>
                </a:lnTo>
                <a:lnTo>
                  <a:pt x="10729456" y="1358838"/>
                </a:lnTo>
                <a:lnTo>
                  <a:pt x="10706647" y="1353324"/>
                </a:lnTo>
                <a:lnTo>
                  <a:pt x="10704219" y="1350260"/>
                </a:lnTo>
                <a:lnTo>
                  <a:pt x="10701370" y="1343888"/>
                </a:lnTo>
                <a:close/>
                <a:moveTo>
                  <a:pt x="2881537" y="641928"/>
                </a:moveTo>
                <a:cubicBezTo>
                  <a:pt x="2872018" y="644655"/>
                  <a:pt x="2880480" y="660474"/>
                  <a:pt x="2897403" y="645202"/>
                </a:cubicBezTo>
                <a:cubicBezTo>
                  <a:pt x="2889883" y="641565"/>
                  <a:pt x="2884713" y="641020"/>
                  <a:pt x="2881537" y="641928"/>
                </a:cubicBezTo>
                <a:close/>
                <a:moveTo>
                  <a:pt x="2801330" y="631458"/>
                </a:moveTo>
                <a:lnTo>
                  <a:pt x="2803376" y="633566"/>
                </a:lnTo>
                <a:lnTo>
                  <a:pt x="2801366" y="634561"/>
                </a:lnTo>
                <a:lnTo>
                  <a:pt x="2801127" y="631572"/>
                </a:lnTo>
                <a:close/>
                <a:moveTo>
                  <a:pt x="11039633" y="1341595"/>
                </a:moveTo>
                <a:lnTo>
                  <a:pt x="10913670" y="1345171"/>
                </a:lnTo>
                <a:lnTo>
                  <a:pt x="10743828" y="1357771"/>
                </a:lnTo>
                <a:lnTo>
                  <a:pt x="10772700" y="1345465"/>
                </a:lnTo>
                <a:lnTo>
                  <a:pt x="10816609" y="1336928"/>
                </a:lnTo>
                <a:lnTo>
                  <a:pt x="10862571" y="1336489"/>
                </a:lnTo>
                <a:close/>
                <a:moveTo>
                  <a:pt x="2951679" y="603931"/>
                </a:moveTo>
                <a:lnTo>
                  <a:pt x="2945439" y="609465"/>
                </a:lnTo>
                <a:lnTo>
                  <a:pt x="2934076" y="610294"/>
                </a:lnTo>
                <a:cubicBezTo>
                  <a:pt x="2930785" y="613931"/>
                  <a:pt x="2936896" y="621930"/>
                  <a:pt x="2938778" y="624839"/>
                </a:cubicBezTo>
                <a:cubicBezTo>
                  <a:pt x="2940894" y="617931"/>
                  <a:pt x="2943039" y="613021"/>
                  <a:pt x="2945195" y="609681"/>
                </a:cubicBezTo>
                <a:lnTo>
                  <a:pt x="2945439" y="609465"/>
                </a:lnTo>
                <a:lnTo>
                  <a:pt x="2947769" y="609294"/>
                </a:lnTo>
                <a:lnTo>
                  <a:pt x="2970247" y="616765"/>
                </a:lnTo>
                <a:lnTo>
                  <a:pt x="2976068" y="623202"/>
                </a:lnTo>
                <a:cubicBezTo>
                  <a:pt x="2979682" y="626294"/>
                  <a:pt x="2982972" y="627021"/>
                  <a:pt x="2985791" y="621930"/>
                </a:cubicBezTo>
                <a:lnTo>
                  <a:pt x="2970247" y="616765"/>
                </a:lnTo>
                <a:lnTo>
                  <a:pt x="2964403" y="610294"/>
                </a:lnTo>
                <a:cubicBezTo>
                  <a:pt x="2960289" y="605931"/>
                  <a:pt x="2955998" y="602659"/>
                  <a:pt x="2951679" y="603931"/>
                </a:cubicBezTo>
                <a:close/>
                <a:moveTo>
                  <a:pt x="11198517" y="1337087"/>
                </a:moveTo>
                <a:lnTo>
                  <a:pt x="11161839" y="1340835"/>
                </a:lnTo>
                <a:cubicBezTo>
                  <a:pt x="11129336" y="1342465"/>
                  <a:pt x="11096147" y="1342716"/>
                  <a:pt x="11062707" y="1342261"/>
                </a:cubicBezTo>
                <a:lnTo>
                  <a:pt x="11039633" y="1341595"/>
                </a:lnTo>
                <a:close/>
                <a:moveTo>
                  <a:pt x="2951944" y="598659"/>
                </a:moveTo>
                <a:cubicBezTo>
                  <a:pt x="2940658" y="592840"/>
                  <a:pt x="2929375" y="604476"/>
                  <a:pt x="2916211" y="610294"/>
                </a:cubicBezTo>
                <a:cubicBezTo>
                  <a:pt x="2929374" y="610294"/>
                  <a:pt x="2940659" y="607385"/>
                  <a:pt x="2951944" y="598659"/>
                </a:cubicBezTo>
                <a:close/>
                <a:moveTo>
                  <a:pt x="3040330" y="604476"/>
                </a:moveTo>
                <a:cubicBezTo>
                  <a:pt x="3032807" y="613202"/>
                  <a:pt x="3049730" y="613202"/>
                  <a:pt x="3057254" y="610294"/>
                </a:cubicBezTo>
                <a:cubicBezTo>
                  <a:pt x="3051612" y="598659"/>
                  <a:pt x="3045973" y="613202"/>
                  <a:pt x="3040330" y="604476"/>
                </a:cubicBezTo>
                <a:close/>
                <a:moveTo>
                  <a:pt x="2993316" y="584114"/>
                </a:moveTo>
                <a:cubicBezTo>
                  <a:pt x="2951943" y="613202"/>
                  <a:pt x="3017763" y="610294"/>
                  <a:pt x="2993316" y="584114"/>
                </a:cubicBezTo>
                <a:close/>
                <a:moveTo>
                  <a:pt x="3110618" y="585205"/>
                </a:moveTo>
                <a:lnTo>
                  <a:pt x="3112884" y="589680"/>
                </a:lnTo>
                <a:lnTo>
                  <a:pt x="3107341" y="593704"/>
                </a:lnTo>
                <a:lnTo>
                  <a:pt x="3098104" y="595488"/>
                </a:lnTo>
                <a:lnTo>
                  <a:pt x="3097196" y="595407"/>
                </a:lnTo>
                <a:close/>
                <a:moveTo>
                  <a:pt x="3190218" y="580886"/>
                </a:moveTo>
                <a:lnTo>
                  <a:pt x="3201037" y="585140"/>
                </a:lnTo>
                <a:lnTo>
                  <a:pt x="3188895" y="587022"/>
                </a:lnTo>
                <a:lnTo>
                  <a:pt x="3189721" y="581855"/>
                </a:lnTo>
                <a:close/>
                <a:moveTo>
                  <a:pt x="3019642" y="555024"/>
                </a:moveTo>
                <a:cubicBezTo>
                  <a:pt x="2991435" y="587022"/>
                  <a:pt x="3034688" y="563750"/>
                  <a:pt x="3019642" y="555024"/>
                </a:cubicBezTo>
                <a:close/>
                <a:moveTo>
                  <a:pt x="3305448" y="571637"/>
                </a:moveTo>
                <a:lnTo>
                  <a:pt x="3303496" y="575205"/>
                </a:lnTo>
                <a:lnTo>
                  <a:pt x="3304932" y="577426"/>
                </a:lnTo>
                <a:close/>
                <a:moveTo>
                  <a:pt x="11660972" y="1305535"/>
                </a:moveTo>
                <a:cubicBezTo>
                  <a:pt x="11539204" y="1323716"/>
                  <a:pt x="11415085" y="1330624"/>
                  <a:pt x="11290054" y="1334488"/>
                </a:cubicBezTo>
                <a:lnTo>
                  <a:pt x="11198517" y="1337087"/>
                </a:lnTo>
                <a:lnTo>
                  <a:pt x="11256849" y="1331125"/>
                </a:lnTo>
                <a:cubicBezTo>
                  <a:pt x="11287541" y="1326057"/>
                  <a:pt x="11317109" y="1318932"/>
                  <a:pt x="11345116" y="1309075"/>
                </a:cubicBezTo>
                <a:lnTo>
                  <a:pt x="11352159" y="1305643"/>
                </a:lnTo>
                <a:lnTo>
                  <a:pt x="11463157" y="1305353"/>
                </a:lnTo>
                <a:cubicBezTo>
                  <a:pt x="11554483" y="1305535"/>
                  <a:pt x="11627591" y="1306262"/>
                  <a:pt x="11660972" y="1305535"/>
                </a:cubicBezTo>
                <a:close/>
                <a:moveTo>
                  <a:pt x="3267440" y="555070"/>
                </a:moveTo>
                <a:cubicBezTo>
                  <a:pt x="3261889" y="561751"/>
                  <a:pt x="3298911" y="588478"/>
                  <a:pt x="3290447" y="557933"/>
                </a:cubicBezTo>
                <a:cubicBezTo>
                  <a:pt x="3275874" y="552842"/>
                  <a:pt x="3269291" y="552842"/>
                  <a:pt x="3267440" y="555070"/>
                </a:cubicBezTo>
                <a:close/>
                <a:moveTo>
                  <a:pt x="3307981" y="543212"/>
                </a:moveTo>
                <a:lnTo>
                  <a:pt x="3300498" y="544922"/>
                </a:lnTo>
                <a:cubicBezTo>
                  <a:pt x="3299439" y="545587"/>
                  <a:pt x="3300101" y="546021"/>
                  <a:pt x="3303673" y="545881"/>
                </a:cubicBezTo>
                <a:lnTo>
                  <a:pt x="3307787" y="545383"/>
                </a:lnTo>
                <a:close/>
                <a:moveTo>
                  <a:pt x="3460497" y="525571"/>
                </a:moveTo>
                <a:lnTo>
                  <a:pt x="3460269" y="531400"/>
                </a:lnTo>
                <a:lnTo>
                  <a:pt x="3473663" y="532593"/>
                </a:lnTo>
                <a:lnTo>
                  <a:pt x="3476626" y="528843"/>
                </a:lnTo>
                <a:cubicBezTo>
                  <a:pt x="3468636" y="523752"/>
                  <a:pt x="3463462" y="523571"/>
                  <a:pt x="3460497" y="525571"/>
                </a:cubicBezTo>
                <a:close/>
                <a:moveTo>
                  <a:pt x="3621955" y="537735"/>
                </a:moveTo>
                <a:cubicBezTo>
                  <a:pt x="3620605" y="538103"/>
                  <a:pt x="3620133" y="541481"/>
                  <a:pt x="3620183" y="545586"/>
                </a:cubicBezTo>
                <a:lnTo>
                  <a:pt x="3620190" y="545651"/>
                </a:lnTo>
                <a:lnTo>
                  <a:pt x="3625049" y="546083"/>
                </a:lnTo>
                <a:lnTo>
                  <a:pt x="3625196" y="540479"/>
                </a:lnTo>
                <a:cubicBezTo>
                  <a:pt x="3623784" y="538297"/>
                  <a:pt x="3622727" y="537524"/>
                  <a:pt x="3621955" y="537735"/>
                </a:cubicBezTo>
                <a:close/>
                <a:moveTo>
                  <a:pt x="3566898" y="517207"/>
                </a:moveTo>
                <a:cubicBezTo>
                  <a:pt x="3555612" y="511389"/>
                  <a:pt x="3546209" y="520117"/>
                  <a:pt x="3536808" y="531752"/>
                </a:cubicBezTo>
                <a:cubicBezTo>
                  <a:pt x="3548088" y="534660"/>
                  <a:pt x="3563134" y="534661"/>
                  <a:pt x="3566898" y="517207"/>
                </a:cubicBezTo>
                <a:close/>
                <a:moveTo>
                  <a:pt x="3763449" y="488618"/>
                </a:moveTo>
                <a:cubicBezTo>
                  <a:pt x="3761185" y="488300"/>
                  <a:pt x="3758716" y="489572"/>
                  <a:pt x="3756837" y="493936"/>
                </a:cubicBezTo>
                <a:cubicBezTo>
                  <a:pt x="3775172" y="504844"/>
                  <a:pt x="3770235" y="489572"/>
                  <a:pt x="3763449" y="488618"/>
                </a:cubicBezTo>
                <a:close/>
                <a:moveTo>
                  <a:pt x="11721150" y="1157179"/>
                </a:moveTo>
                <a:cubicBezTo>
                  <a:pt x="11709867" y="1160088"/>
                  <a:pt x="11709867" y="1162996"/>
                  <a:pt x="11698584" y="1160088"/>
                </a:cubicBezTo>
                <a:cubicBezTo>
                  <a:pt x="11696702" y="1174632"/>
                  <a:pt x="11719270" y="1165905"/>
                  <a:pt x="11721150" y="1157179"/>
                </a:cubicBezTo>
                <a:close/>
                <a:moveTo>
                  <a:pt x="4079230" y="458366"/>
                </a:moveTo>
                <a:lnTo>
                  <a:pt x="4080172" y="458950"/>
                </a:lnTo>
                <a:lnTo>
                  <a:pt x="4077429" y="459091"/>
                </a:lnTo>
                <a:close/>
                <a:moveTo>
                  <a:pt x="11847637" y="1046194"/>
                </a:moveTo>
                <a:cubicBezTo>
                  <a:pt x="11845322" y="1045235"/>
                  <a:pt x="11842441" y="1044979"/>
                  <a:pt x="11839774" y="1046002"/>
                </a:cubicBezTo>
                <a:cubicBezTo>
                  <a:pt x="11836219" y="1047365"/>
                  <a:pt x="11833046" y="1051001"/>
                  <a:pt x="11832105" y="1058273"/>
                </a:cubicBezTo>
                <a:cubicBezTo>
                  <a:pt x="11856435" y="1058273"/>
                  <a:pt x="11854584" y="1049070"/>
                  <a:pt x="11847637" y="1046194"/>
                </a:cubicBezTo>
                <a:close/>
                <a:moveTo>
                  <a:pt x="4604983" y="386304"/>
                </a:moveTo>
                <a:cubicBezTo>
                  <a:pt x="4601223" y="397940"/>
                  <a:pt x="4618146" y="395031"/>
                  <a:pt x="4621910" y="400849"/>
                </a:cubicBezTo>
                <a:cubicBezTo>
                  <a:pt x="4629430" y="386304"/>
                  <a:pt x="4612505" y="395031"/>
                  <a:pt x="4604983" y="386304"/>
                </a:cubicBezTo>
                <a:close/>
                <a:moveTo>
                  <a:pt x="6636025" y="563750"/>
                </a:moveTo>
                <a:cubicBezTo>
                  <a:pt x="6611576" y="578295"/>
                  <a:pt x="6630382" y="572478"/>
                  <a:pt x="6636025" y="563750"/>
                </a:cubicBezTo>
                <a:close/>
                <a:moveTo>
                  <a:pt x="6602172" y="552115"/>
                </a:moveTo>
                <a:cubicBezTo>
                  <a:pt x="6483696" y="601567"/>
                  <a:pt x="6617218" y="566660"/>
                  <a:pt x="6602172" y="552115"/>
                </a:cubicBezTo>
                <a:close/>
                <a:moveTo>
                  <a:pt x="6660472" y="552115"/>
                </a:moveTo>
                <a:cubicBezTo>
                  <a:pt x="6594651" y="589931"/>
                  <a:pt x="6696203" y="543388"/>
                  <a:pt x="6660472" y="552115"/>
                </a:cubicBezTo>
                <a:close/>
                <a:moveTo>
                  <a:pt x="6690561" y="546297"/>
                </a:moveTo>
                <a:cubicBezTo>
                  <a:pt x="6664233" y="569569"/>
                  <a:pt x="6709368" y="555024"/>
                  <a:pt x="6690561" y="546297"/>
                </a:cubicBezTo>
                <a:close/>
                <a:moveTo>
                  <a:pt x="4734743" y="368850"/>
                </a:moveTo>
                <a:cubicBezTo>
                  <a:pt x="4714058" y="424121"/>
                  <a:pt x="4762952" y="383395"/>
                  <a:pt x="4734743" y="368850"/>
                </a:cubicBezTo>
                <a:close/>
                <a:moveTo>
                  <a:pt x="4791161" y="365941"/>
                </a:moveTo>
                <a:cubicBezTo>
                  <a:pt x="4789280" y="386304"/>
                  <a:pt x="4802445" y="365941"/>
                  <a:pt x="4811849" y="374669"/>
                </a:cubicBezTo>
                <a:cubicBezTo>
                  <a:pt x="4813729" y="363033"/>
                  <a:pt x="4796803" y="371759"/>
                  <a:pt x="4791161" y="365941"/>
                </a:cubicBezTo>
                <a:close/>
                <a:moveTo>
                  <a:pt x="6737576" y="523025"/>
                </a:moveTo>
                <a:cubicBezTo>
                  <a:pt x="6707486" y="514298"/>
                  <a:pt x="6677397" y="560841"/>
                  <a:pt x="6737576" y="523025"/>
                </a:cubicBezTo>
                <a:close/>
                <a:moveTo>
                  <a:pt x="6912470" y="525934"/>
                </a:moveTo>
                <a:lnTo>
                  <a:pt x="6905674" y="536447"/>
                </a:lnTo>
                <a:lnTo>
                  <a:pt x="6901187" y="543388"/>
                </a:lnTo>
                <a:cubicBezTo>
                  <a:pt x="6899307" y="546297"/>
                  <a:pt x="6898367" y="547752"/>
                  <a:pt x="6899777" y="545570"/>
                </a:cubicBezTo>
                <a:lnTo>
                  <a:pt x="6905674" y="536447"/>
                </a:lnTo>
                <a:lnTo>
                  <a:pt x="6908240" y="532480"/>
                </a:lnTo>
                <a:cubicBezTo>
                  <a:pt x="6910590" y="528843"/>
                  <a:pt x="6912470" y="525934"/>
                  <a:pt x="6912470" y="525934"/>
                </a:cubicBezTo>
                <a:close/>
                <a:moveTo>
                  <a:pt x="5045652" y="336798"/>
                </a:moveTo>
                <a:lnTo>
                  <a:pt x="5043340" y="339066"/>
                </a:lnTo>
                <a:lnTo>
                  <a:pt x="5042722" y="337216"/>
                </a:lnTo>
                <a:close/>
                <a:moveTo>
                  <a:pt x="11932719" y="947156"/>
                </a:moveTo>
                <a:lnTo>
                  <a:pt x="11935242" y="951838"/>
                </a:lnTo>
                <a:lnTo>
                  <a:pt x="11933655" y="951324"/>
                </a:lnTo>
                <a:lnTo>
                  <a:pt x="11931993" y="947159"/>
                </a:lnTo>
                <a:close/>
                <a:moveTo>
                  <a:pt x="5092321" y="335398"/>
                </a:moveTo>
                <a:cubicBezTo>
                  <a:pt x="5087120" y="333216"/>
                  <a:pt x="5073723" y="344124"/>
                  <a:pt x="5075131" y="348488"/>
                </a:cubicBezTo>
                <a:cubicBezTo>
                  <a:pt x="5084535" y="354305"/>
                  <a:pt x="5082654" y="339760"/>
                  <a:pt x="5093937" y="342669"/>
                </a:cubicBezTo>
                <a:cubicBezTo>
                  <a:pt x="5094877" y="338307"/>
                  <a:pt x="5094054" y="336125"/>
                  <a:pt x="5092321" y="335398"/>
                </a:cubicBezTo>
                <a:close/>
                <a:moveTo>
                  <a:pt x="11945589" y="933371"/>
                </a:moveTo>
                <a:cubicBezTo>
                  <a:pt x="11938359" y="930643"/>
                  <a:pt x="11932718" y="949188"/>
                  <a:pt x="11952464" y="944824"/>
                </a:cubicBezTo>
                <a:cubicBezTo>
                  <a:pt x="11950584" y="937552"/>
                  <a:pt x="11947998" y="934280"/>
                  <a:pt x="11945589" y="933371"/>
                </a:cubicBezTo>
                <a:close/>
                <a:moveTo>
                  <a:pt x="7284830" y="508480"/>
                </a:moveTo>
                <a:cubicBezTo>
                  <a:pt x="7230291" y="505572"/>
                  <a:pt x="7284829" y="540479"/>
                  <a:pt x="7284830" y="508480"/>
                </a:cubicBezTo>
                <a:close/>
                <a:moveTo>
                  <a:pt x="7311422" y="509936"/>
                </a:moveTo>
                <a:cubicBezTo>
                  <a:pt x="7306221" y="507754"/>
                  <a:pt x="7292821" y="518662"/>
                  <a:pt x="7294232" y="523025"/>
                </a:cubicBezTo>
                <a:cubicBezTo>
                  <a:pt x="7303635" y="528843"/>
                  <a:pt x="7301754" y="514298"/>
                  <a:pt x="7313038" y="517207"/>
                </a:cubicBezTo>
                <a:cubicBezTo>
                  <a:pt x="7313978" y="512844"/>
                  <a:pt x="7313156" y="510662"/>
                  <a:pt x="7311422" y="509936"/>
                </a:cubicBezTo>
                <a:close/>
                <a:moveTo>
                  <a:pt x="11345031" y="854647"/>
                </a:moveTo>
                <a:cubicBezTo>
                  <a:pt x="11340800" y="865555"/>
                  <a:pt x="11329163" y="856829"/>
                  <a:pt x="11333923" y="854237"/>
                </a:cubicBezTo>
                <a:cubicBezTo>
                  <a:pt x="11335510" y="853374"/>
                  <a:pt x="11338918" y="853192"/>
                  <a:pt x="11345031" y="854647"/>
                </a:cubicBezTo>
                <a:close/>
                <a:moveTo>
                  <a:pt x="11416494" y="854647"/>
                </a:moveTo>
                <a:cubicBezTo>
                  <a:pt x="11425898" y="860464"/>
                  <a:pt x="11395807" y="872101"/>
                  <a:pt x="11397688" y="857556"/>
                </a:cubicBezTo>
                <a:cubicBezTo>
                  <a:pt x="11401449" y="857556"/>
                  <a:pt x="11412733" y="860464"/>
                  <a:pt x="11416494" y="854647"/>
                </a:cubicBezTo>
                <a:close/>
                <a:moveTo>
                  <a:pt x="5350404" y="295036"/>
                </a:moveTo>
                <a:cubicBezTo>
                  <a:pt x="5354871" y="294672"/>
                  <a:pt x="5359102" y="296127"/>
                  <a:pt x="5362861" y="299036"/>
                </a:cubicBezTo>
                <a:cubicBezTo>
                  <a:pt x="5353458" y="307762"/>
                  <a:pt x="5345938" y="299036"/>
                  <a:pt x="5336534" y="301944"/>
                </a:cubicBezTo>
                <a:cubicBezTo>
                  <a:pt x="5341236" y="297581"/>
                  <a:pt x="5345936" y="295399"/>
                  <a:pt x="5350404" y="295036"/>
                </a:cubicBezTo>
                <a:close/>
                <a:moveTo>
                  <a:pt x="11815180" y="863009"/>
                </a:moveTo>
                <a:cubicBezTo>
                  <a:pt x="11823643" y="861192"/>
                  <a:pt x="11833046" y="863374"/>
                  <a:pt x="11843388" y="869191"/>
                </a:cubicBezTo>
                <a:lnTo>
                  <a:pt x="11801884" y="873508"/>
                </a:lnTo>
                <a:close/>
                <a:moveTo>
                  <a:pt x="7569504" y="469574"/>
                </a:moveTo>
                <a:cubicBezTo>
                  <a:pt x="7573970" y="469210"/>
                  <a:pt x="7578202" y="470665"/>
                  <a:pt x="7581963" y="473573"/>
                </a:cubicBezTo>
                <a:cubicBezTo>
                  <a:pt x="7572560" y="482299"/>
                  <a:pt x="7565037" y="473573"/>
                  <a:pt x="7555634" y="476482"/>
                </a:cubicBezTo>
                <a:cubicBezTo>
                  <a:pt x="7560336" y="472119"/>
                  <a:pt x="7565038" y="469937"/>
                  <a:pt x="7569504" y="469574"/>
                </a:cubicBezTo>
                <a:close/>
                <a:moveTo>
                  <a:pt x="6849472" y="348851"/>
                </a:moveTo>
                <a:cubicBezTo>
                  <a:pt x="6847591" y="350670"/>
                  <a:pt x="6845710" y="354306"/>
                  <a:pt x="6841008" y="357214"/>
                </a:cubicBezTo>
                <a:cubicBezTo>
                  <a:pt x="6848531" y="365941"/>
                  <a:pt x="6857933" y="357214"/>
                  <a:pt x="6857934" y="351397"/>
                </a:cubicBezTo>
                <a:cubicBezTo>
                  <a:pt x="6853233" y="347033"/>
                  <a:pt x="6851353" y="347033"/>
                  <a:pt x="6849472" y="348851"/>
                </a:cubicBezTo>
                <a:close/>
                <a:moveTo>
                  <a:pt x="10895161" y="705801"/>
                </a:moveTo>
                <a:cubicBezTo>
                  <a:pt x="10895518" y="703495"/>
                  <a:pt x="10892998" y="703608"/>
                  <a:pt x="10888782" y="705290"/>
                </a:cubicBezTo>
                <a:cubicBezTo>
                  <a:pt x="10863482" y="715380"/>
                  <a:pt x="10777092" y="781923"/>
                  <a:pt x="10884285" y="720834"/>
                </a:cubicBezTo>
                <a:cubicBezTo>
                  <a:pt x="10891573" y="712834"/>
                  <a:pt x="10894805" y="708107"/>
                  <a:pt x="10895161" y="705801"/>
                </a:cubicBezTo>
                <a:close/>
                <a:moveTo>
                  <a:pt x="10942291" y="704653"/>
                </a:moveTo>
                <a:cubicBezTo>
                  <a:pt x="10913552" y="708471"/>
                  <a:pt x="10863129" y="723743"/>
                  <a:pt x="10957629" y="706289"/>
                </a:cubicBezTo>
                <a:cubicBezTo>
                  <a:pt x="10959040" y="703380"/>
                  <a:pt x="10951869" y="703380"/>
                  <a:pt x="10942291" y="704653"/>
                </a:cubicBezTo>
                <a:close/>
                <a:moveTo>
                  <a:pt x="6833487" y="322307"/>
                </a:moveTo>
                <a:cubicBezTo>
                  <a:pt x="6793994" y="377578"/>
                  <a:pt x="6865457" y="333943"/>
                  <a:pt x="6833487" y="322307"/>
                </a:cubicBezTo>
                <a:close/>
                <a:moveTo>
                  <a:pt x="5777065" y="227766"/>
                </a:moveTo>
                <a:cubicBezTo>
                  <a:pt x="5771425" y="228493"/>
                  <a:pt x="5764370" y="232130"/>
                  <a:pt x="5759667" y="237947"/>
                </a:cubicBezTo>
                <a:cubicBezTo>
                  <a:pt x="5769071" y="243765"/>
                  <a:pt x="5776593" y="229220"/>
                  <a:pt x="5785995" y="235038"/>
                </a:cubicBezTo>
                <a:cubicBezTo>
                  <a:pt x="5786937" y="229220"/>
                  <a:pt x="5782704" y="227038"/>
                  <a:pt x="5777065" y="227766"/>
                </a:cubicBezTo>
                <a:close/>
                <a:moveTo>
                  <a:pt x="5806917" y="220494"/>
                </a:moveTo>
                <a:cubicBezTo>
                  <a:pt x="5801042" y="220494"/>
                  <a:pt x="5795400" y="223403"/>
                  <a:pt x="5789759" y="229220"/>
                </a:cubicBezTo>
                <a:cubicBezTo>
                  <a:pt x="5801040" y="235038"/>
                  <a:pt x="5814205" y="229220"/>
                  <a:pt x="5825490" y="229220"/>
                </a:cubicBezTo>
                <a:cubicBezTo>
                  <a:pt x="5818906" y="223403"/>
                  <a:pt x="5812795" y="220494"/>
                  <a:pt x="5806917" y="220494"/>
                </a:cubicBezTo>
                <a:close/>
                <a:moveTo>
                  <a:pt x="5771186" y="214675"/>
                </a:moveTo>
                <a:cubicBezTo>
                  <a:pt x="5779473" y="213040"/>
                  <a:pt x="5781545" y="215493"/>
                  <a:pt x="5759054" y="225413"/>
                </a:cubicBezTo>
                <a:lnTo>
                  <a:pt x="5749989" y="229037"/>
                </a:lnTo>
                <a:lnTo>
                  <a:pt x="5751763" y="222403"/>
                </a:lnTo>
                <a:cubicBezTo>
                  <a:pt x="5757376" y="218676"/>
                  <a:pt x="5765663" y="215766"/>
                  <a:pt x="5771186" y="214675"/>
                </a:cubicBezTo>
                <a:close/>
                <a:moveTo>
                  <a:pt x="9085262" y="506890"/>
                </a:moveTo>
                <a:cubicBezTo>
                  <a:pt x="9088083" y="508208"/>
                  <a:pt x="9091139" y="511571"/>
                  <a:pt x="9093020" y="514662"/>
                </a:cubicBezTo>
                <a:lnTo>
                  <a:pt x="9093390" y="517884"/>
                </a:lnTo>
                <a:lnTo>
                  <a:pt x="9091106" y="517571"/>
                </a:lnTo>
                <a:lnTo>
                  <a:pt x="9083601" y="508068"/>
                </a:lnTo>
                <a:close/>
                <a:moveTo>
                  <a:pt x="5840533" y="217585"/>
                </a:moveTo>
                <a:cubicBezTo>
                  <a:pt x="5834892" y="216130"/>
                  <a:pt x="5831130" y="216494"/>
                  <a:pt x="5828897" y="217585"/>
                </a:cubicBezTo>
                <a:cubicBezTo>
                  <a:pt x="5822197" y="220856"/>
                  <a:pt x="5829250" y="230675"/>
                  <a:pt x="5840533" y="217585"/>
                </a:cubicBezTo>
                <a:close/>
                <a:moveTo>
                  <a:pt x="9046828" y="503117"/>
                </a:moveTo>
                <a:cubicBezTo>
                  <a:pt x="9042596" y="505572"/>
                  <a:pt x="9052117" y="518662"/>
                  <a:pt x="9056349" y="505572"/>
                </a:cubicBezTo>
                <a:cubicBezTo>
                  <a:pt x="9051176" y="502662"/>
                  <a:pt x="9048239" y="502299"/>
                  <a:pt x="9046828" y="503117"/>
                </a:cubicBezTo>
                <a:close/>
                <a:moveTo>
                  <a:pt x="7996164" y="402304"/>
                </a:moveTo>
                <a:cubicBezTo>
                  <a:pt x="7990522" y="403031"/>
                  <a:pt x="7983470" y="406668"/>
                  <a:pt x="7978768" y="412485"/>
                </a:cubicBezTo>
                <a:cubicBezTo>
                  <a:pt x="7988172" y="418302"/>
                  <a:pt x="7995693" y="403757"/>
                  <a:pt x="8005096" y="409576"/>
                </a:cubicBezTo>
                <a:cubicBezTo>
                  <a:pt x="8006037" y="403758"/>
                  <a:pt x="8001806" y="401576"/>
                  <a:pt x="7996164" y="402304"/>
                </a:cubicBezTo>
                <a:close/>
                <a:moveTo>
                  <a:pt x="8026019" y="395031"/>
                </a:moveTo>
                <a:cubicBezTo>
                  <a:pt x="8020142" y="395031"/>
                  <a:pt x="8014499" y="397940"/>
                  <a:pt x="8008858" y="403757"/>
                </a:cubicBezTo>
                <a:cubicBezTo>
                  <a:pt x="8020141" y="409576"/>
                  <a:pt x="8033305" y="403757"/>
                  <a:pt x="8044589" y="403757"/>
                </a:cubicBezTo>
                <a:cubicBezTo>
                  <a:pt x="8038007" y="397940"/>
                  <a:pt x="8031895" y="395031"/>
                  <a:pt x="8026019" y="395031"/>
                </a:cubicBezTo>
                <a:close/>
                <a:moveTo>
                  <a:pt x="7986526" y="389213"/>
                </a:moveTo>
                <a:cubicBezTo>
                  <a:pt x="7994812" y="387576"/>
                  <a:pt x="7996883" y="390031"/>
                  <a:pt x="7974394" y="399951"/>
                </a:cubicBezTo>
                <a:lnTo>
                  <a:pt x="7965329" y="403575"/>
                </a:lnTo>
                <a:lnTo>
                  <a:pt x="7967103" y="396940"/>
                </a:lnTo>
                <a:cubicBezTo>
                  <a:pt x="7972715" y="393212"/>
                  <a:pt x="7981002" y="390303"/>
                  <a:pt x="7986526" y="389213"/>
                </a:cubicBezTo>
                <a:close/>
                <a:moveTo>
                  <a:pt x="8059634" y="392121"/>
                </a:moveTo>
                <a:cubicBezTo>
                  <a:pt x="8037067" y="386304"/>
                  <a:pt x="8044589" y="409576"/>
                  <a:pt x="8059634" y="392121"/>
                </a:cubicBezTo>
                <a:close/>
                <a:moveTo>
                  <a:pt x="11200227" y="671382"/>
                </a:moveTo>
                <a:cubicBezTo>
                  <a:pt x="11170136" y="717925"/>
                  <a:pt x="11203987" y="674291"/>
                  <a:pt x="11200227" y="671382"/>
                </a:cubicBezTo>
                <a:close/>
                <a:moveTo>
                  <a:pt x="11009972" y="649672"/>
                </a:moveTo>
                <a:cubicBezTo>
                  <a:pt x="11006054" y="652394"/>
                  <a:pt x="10996005" y="667836"/>
                  <a:pt x="10976435" y="706289"/>
                </a:cubicBezTo>
                <a:cubicBezTo>
                  <a:pt x="10988189" y="717199"/>
                  <a:pt x="11012431" y="661064"/>
                  <a:pt x="11011971" y="650809"/>
                </a:cubicBezTo>
                <a:cubicBezTo>
                  <a:pt x="11011902" y="649271"/>
                  <a:pt x="11011278" y="648765"/>
                  <a:pt x="11009972" y="649672"/>
                </a:cubicBezTo>
                <a:close/>
                <a:moveTo>
                  <a:pt x="9353482" y="479391"/>
                </a:moveTo>
                <a:cubicBezTo>
                  <a:pt x="9298945" y="476482"/>
                  <a:pt x="9353482" y="511389"/>
                  <a:pt x="9353482" y="479391"/>
                </a:cubicBezTo>
                <a:close/>
                <a:moveTo>
                  <a:pt x="9380075" y="480846"/>
                </a:moveTo>
                <a:cubicBezTo>
                  <a:pt x="9374874" y="478664"/>
                  <a:pt x="9361475" y="489572"/>
                  <a:pt x="9362886" y="493936"/>
                </a:cubicBezTo>
                <a:cubicBezTo>
                  <a:pt x="9372288" y="499753"/>
                  <a:pt x="9370407" y="485208"/>
                  <a:pt x="9381691" y="488118"/>
                </a:cubicBezTo>
                <a:cubicBezTo>
                  <a:pt x="9382632" y="483754"/>
                  <a:pt x="9381809" y="481573"/>
                  <a:pt x="9380075" y="480846"/>
                </a:cubicBezTo>
                <a:close/>
                <a:moveTo>
                  <a:pt x="6273069" y="153588"/>
                </a:moveTo>
                <a:lnTo>
                  <a:pt x="6272672" y="154036"/>
                </a:lnTo>
                <a:lnTo>
                  <a:pt x="6271620" y="153887"/>
                </a:lnTo>
                <a:close/>
                <a:moveTo>
                  <a:pt x="9638156" y="440484"/>
                </a:moveTo>
                <a:cubicBezTo>
                  <a:pt x="9642624" y="440120"/>
                  <a:pt x="9646855" y="441575"/>
                  <a:pt x="9650616" y="444483"/>
                </a:cubicBezTo>
                <a:cubicBezTo>
                  <a:pt x="9641213" y="453210"/>
                  <a:pt x="9633690" y="444483"/>
                  <a:pt x="9624288" y="447392"/>
                </a:cubicBezTo>
                <a:cubicBezTo>
                  <a:pt x="9628988" y="443029"/>
                  <a:pt x="9633690" y="440847"/>
                  <a:pt x="9638156" y="440484"/>
                </a:cubicBezTo>
                <a:close/>
                <a:moveTo>
                  <a:pt x="8492170" y="328124"/>
                </a:moveTo>
                <a:lnTo>
                  <a:pt x="8492045" y="328266"/>
                </a:lnTo>
                <a:lnTo>
                  <a:pt x="8491664" y="328229"/>
                </a:lnTo>
                <a:close/>
                <a:moveTo>
                  <a:pt x="6720651" y="113589"/>
                </a:moveTo>
                <a:cubicBezTo>
                  <a:pt x="6716419" y="112862"/>
                  <a:pt x="6711248" y="114317"/>
                  <a:pt x="6709368" y="118679"/>
                </a:cubicBezTo>
                <a:cubicBezTo>
                  <a:pt x="6715009" y="130315"/>
                  <a:pt x="6720650" y="115771"/>
                  <a:pt x="6726293" y="121589"/>
                </a:cubicBezTo>
                <a:cubicBezTo>
                  <a:pt x="6728173" y="117226"/>
                  <a:pt x="6724882" y="114317"/>
                  <a:pt x="6720651" y="113589"/>
                </a:cubicBezTo>
                <a:close/>
                <a:moveTo>
                  <a:pt x="6783356" y="118862"/>
                </a:moveTo>
                <a:cubicBezTo>
                  <a:pt x="6774365" y="119407"/>
                  <a:pt x="6764844" y="128134"/>
                  <a:pt x="6756381" y="130315"/>
                </a:cubicBezTo>
                <a:cubicBezTo>
                  <a:pt x="6767666" y="136133"/>
                  <a:pt x="6780829" y="130315"/>
                  <a:pt x="6792112" y="121589"/>
                </a:cubicBezTo>
                <a:cubicBezTo>
                  <a:pt x="6789292" y="119407"/>
                  <a:pt x="6786353" y="118680"/>
                  <a:pt x="6783356" y="118862"/>
                </a:cubicBezTo>
                <a:close/>
                <a:moveTo>
                  <a:pt x="6829725" y="120134"/>
                </a:moveTo>
                <a:cubicBezTo>
                  <a:pt x="6826434" y="120134"/>
                  <a:pt x="6823142" y="121589"/>
                  <a:pt x="6820322" y="124498"/>
                </a:cubicBezTo>
                <a:cubicBezTo>
                  <a:pt x="6825963" y="133224"/>
                  <a:pt x="6833486" y="130315"/>
                  <a:pt x="6839127" y="124498"/>
                </a:cubicBezTo>
                <a:cubicBezTo>
                  <a:pt x="6836307" y="121588"/>
                  <a:pt x="6833016" y="120134"/>
                  <a:pt x="6829725" y="120134"/>
                </a:cubicBezTo>
                <a:close/>
                <a:moveTo>
                  <a:pt x="7252124" y="152587"/>
                </a:moveTo>
                <a:cubicBezTo>
                  <a:pt x="7245336" y="154496"/>
                  <a:pt x="7238284" y="163769"/>
                  <a:pt x="7239694" y="168133"/>
                </a:cubicBezTo>
                <a:cubicBezTo>
                  <a:pt x="7245337" y="168133"/>
                  <a:pt x="7258501" y="162314"/>
                  <a:pt x="7258501" y="153588"/>
                </a:cubicBezTo>
                <a:cubicBezTo>
                  <a:pt x="7256620" y="152133"/>
                  <a:pt x="7254387" y="151951"/>
                  <a:pt x="7252124" y="152587"/>
                </a:cubicBezTo>
                <a:close/>
                <a:moveTo>
                  <a:pt x="11137226" y="494300"/>
                </a:moveTo>
                <a:cubicBezTo>
                  <a:pt x="11135344" y="496117"/>
                  <a:pt x="11133464" y="499753"/>
                  <a:pt x="11128763" y="502662"/>
                </a:cubicBezTo>
                <a:cubicBezTo>
                  <a:pt x="11136285" y="511389"/>
                  <a:pt x="11145689" y="502662"/>
                  <a:pt x="11145689" y="496844"/>
                </a:cubicBezTo>
                <a:cubicBezTo>
                  <a:pt x="11140987" y="492481"/>
                  <a:pt x="11139106" y="492481"/>
                  <a:pt x="11137226" y="494300"/>
                </a:cubicBezTo>
                <a:close/>
                <a:moveTo>
                  <a:pt x="6447054" y="74636"/>
                </a:moveTo>
                <a:cubicBezTo>
                  <a:pt x="6444438" y="73227"/>
                  <a:pt x="6441852" y="72864"/>
                  <a:pt x="6440442" y="75046"/>
                </a:cubicBezTo>
                <a:cubicBezTo>
                  <a:pt x="6463010" y="92500"/>
                  <a:pt x="6454899" y="78863"/>
                  <a:pt x="6447054" y="74636"/>
                </a:cubicBezTo>
                <a:close/>
                <a:moveTo>
                  <a:pt x="8939752" y="288127"/>
                </a:moveTo>
                <a:cubicBezTo>
                  <a:pt x="8935520" y="287400"/>
                  <a:pt x="8930348" y="288855"/>
                  <a:pt x="8928468" y="293217"/>
                </a:cubicBezTo>
                <a:cubicBezTo>
                  <a:pt x="8934109" y="304853"/>
                  <a:pt x="8939752" y="290308"/>
                  <a:pt x="8945393" y="296127"/>
                </a:cubicBezTo>
                <a:cubicBezTo>
                  <a:pt x="8947273" y="291763"/>
                  <a:pt x="8943982" y="288853"/>
                  <a:pt x="8939752" y="288127"/>
                </a:cubicBezTo>
                <a:close/>
                <a:moveTo>
                  <a:pt x="9002457" y="293399"/>
                </a:moveTo>
                <a:cubicBezTo>
                  <a:pt x="8999460" y="293581"/>
                  <a:pt x="8996403" y="294672"/>
                  <a:pt x="8993348" y="296127"/>
                </a:cubicBezTo>
                <a:cubicBezTo>
                  <a:pt x="8987237" y="299035"/>
                  <a:pt x="8981122" y="303398"/>
                  <a:pt x="8975483" y="304853"/>
                </a:cubicBezTo>
                <a:cubicBezTo>
                  <a:pt x="8986767" y="310671"/>
                  <a:pt x="8999930" y="304853"/>
                  <a:pt x="9011214" y="296127"/>
                </a:cubicBezTo>
                <a:cubicBezTo>
                  <a:pt x="9008393" y="293945"/>
                  <a:pt x="9005454" y="293217"/>
                  <a:pt x="9002457" y="293399"/>
                </a:cubicBezTo>
                <a:close/>
                <a:moveTo>
                  <a:pt x="9048826" y="294672"/>
                </a:moveTo>
                <a:cubicBezTo>
                  <a:pt x="9045535" y="294672"/>
                  <a:pt x="9042243" y="296126"/>
                  <a:pt x="9039423" y="299036"/>
                </a:cubicBezTo>
                <a:cubicBezTo>
                  <a:pt x="9045065" y="307762"/>
                  <a:pt x="9052588" y="304853"/>
                  <a:pt x="9058229" y="299036"/>
                </a:cubicBezTo>
                <a:cubicBezTo>
                  <a:pt x="9055408" y="296127"/>
                  <a:pt x="9052117" y="294672"/>
                  <a:pt x="9048826" y="294672"/>
                </a:cubicBezTo>
                <a:close/>
                <a:moveTo>
                  <a:pt x="9471225" y="327125"/>
                </a:moveTo>
                <a:cubicBezTo>
                  <a:pt x="9464438" y="329034"/>
                  <a:pt x="9457385" y="338306"/>
                  <a:pt x="9458795" y="342669"/>
                </a:cubicBezTo>
                <a:cubicBezTo>
                  <a:pt x="9464437" y="342669"/>
                  <a:pt x="9477601" y="336852"/>
                  <a:pt x="9477601" y="328125"/>
                </a:cubicBezTo>
                <a:cubicBezTo>
                  <a:pt x="9475721" y="326670"/>
                  <a:pt x="9473487" y="326488"/>
                  <a:pt x="9471225" y="327125"/>
                </a:cubicBezTo>
                <a:close/>
                <a:moveTo>
                  <a:pt x="8666155" y="249174"/>
                </a:moveTo>
                <a:cubicBezTo>
                  <a:pt x="8663540" y="247764"/>
                  <a:pt x="8660954" y="247401"/>
                  <a:pt x="8659543" y="249582"/>
                </a:cubicBezTo>
                <a:cubicBezTo>
                  <a:pt x="8682110" y="267037"/>
                  <a:pt x="8674000" y="253401"/>
                  <a:pt x="8666155" y="249174"/>
                </a:cubicBezTo>
                <a:close/>
                <a:moveTo>
                  <a:pt x="11121241" y="467755"/>
                </a:moveTo>
                <a:cubicBezTo>
                  <a:pt x="11081748" y="523025"/>
                  <a:pt x="11153210" y="479391"/>
                  <a:pt x="11121241" y="467755"/>
                </a:cubicBezTo>
                <a:close/>
                <a:moveTo>
                  <a:pt x="10064817" y="373214"/>
                </a:moveTo>
                <a:cubicBezTo>
                  <a:pt x="10059174" y="373941"/>
                  <a:pt x="10052121" y="377578"/>
                  <a:pt x="10047421" y="383395"/>
                </a:cubicBezTo>
                <a:cubicBezTo>
                  <a:pt x="10056824" y="389213"/>
                  <a:pt x="10064347" y="374668"/>
                  <a:pt x="10073750" y="380486"/>
                </a:cubicBezTo>
                <a:cubicBezTo>
                  <a:pt x="10074689" y="374668"/>
                  <a:pt x="10070458" y="372487"/>
                  <a:pt x="10064817" y="373214"/>
                </a:cubicBezTo>
                <a:close/>
                <a:moveTo>
                  <a:pt x="6856053" y="86681"/>
                </a:moveTo>
                <a:cubicBezTo>
                  <a:pt x="6799635" y="153588"/>
                  <a:pt x="6865457" y="89591"/>
                  <a:pt x="6893665" y="118679"/>
                </a:cubicBezTo>
                <a:cubicBezTo>
                  <a:pt x="6919993" y="89591"/>
                  <a:pt x="6861696" y="98317"/>
                  <a:pt x="6856053" y="86681"/>
                </a:cubicBezTo>
                <a:close/>
                <a:moveTo>
                  <a:pt x="10094671" y="365942"/>
                </a:moveTo>
                <a:cubicBezTo>
                  <a:pt x="10088794" y="365942"/>
                  <a:pt x="10083153" y="368851"/>
                  <a:pt x="10077512" y="374668"/>
                </a:cubicBezTo>
                <a:cubicBezTo>
                  <a:pt x="10088794" y="380486"/>
                  <a:pt x="10101959" y="374669"/>
                  <a:pt x="10113242" y="374668"/>
                </a:cubicBezTo>
                <a:cubicBezTo>
                  <a:pt x="10106659" y="368851"/>
                  <a:pt x="10100548" y="365942"/>
                  <a:pt x="10094671" y="365942"/>
                </a:cubicBezTo>
                <a:close/>
                <a:moveTo>
                  <a:pt x="10051417" y="360124"/>
                </a:moveTo>
                <a:cubicBezTo>
                  <a:pt x="10059703" y="358488"/>
                  <a:pt x="10061776" y="360941"/>
                  <a:pt x="10039286" y="370861"/>
                </a:cubicBezTo>
                <a:lnTo>
                  <a:pt x="10030219" y="374485"/>
                </a:lnTo>
                <a:lnTo>
                  <a:pt x="10031994" y="367851"/>
                </a:lnTo>
                <a:cubicBezTo>
                  <a:pt x="10037607" y="364124"/>
                  <a:pt x="10045893" y="361215"/>
                  <a:pt x="10051417" y="360124"/>
                </a:cubicBezTo>
                <a:close/>
                <a:moveTo>
                  <a:pt x="10128288" y="363033"/>
                </a:moveTo>
                <a:cubicBezTo>
                  <a:pt x="10122645" y="361578"/>
                  <a:pt x="10118884" y="361942"/>
                  <a:pt x="10116651" y="363033"/>
                </a:cubicBezTo>
                <a:cubicBezTo>
                  <a:pt x="10109951" y="366304"/>
                  <a:pt x="10117003" y="376123"/>
                  <a:pt x="10128288" y="363033"/>
                </a:cubicBezTo>
                <a:close/>
                <a:moveTo>
                  <a:pt x="9075154" y="261218"/>
                </a:moveTo>
                <a:cubicBezTo>
                  <a:pt x="9018736" y="328124"/>
                  <a:pt x="9084557" y="264127"/>
                  <a:pt x="9112766" y="293217"/>
                </a:cubicBezTo>
                <a:cubicBezTo>
                  <a:pt x="9139094" y="264127"/>
                  <a:pt x="9080796" y="272855"/>
                  <a:pt x="9075154" y="261218"/>
                </a:cubicBezTo>
                <a:close/>
                <a:moveTo>
                  <a:pt x="10560824" y="299036"/>
                </a:moveTo>
                <a:lnTo>
                  <a:pt x="10560404" y="299510"/>
                </a:lnTo>
                <a:lnTo>
                  <a:pt x="10559124" y="299386"/>
                </a:lnTo>
                <a:close/>
                <a:moveTo>
                  <a:pt x="11008405" y="259038"/>
                </a:moveTo>
                <a:cubicBezTo>
                  <a:pt x="11004173" y="258310"/>
                  <a:pt x="10999002" y="259765"/>
                  <a:pt x="10997121" y="264127"/>
                </a:cubicBezTo>
                <a:cubicBezTo>
                  <a:pt x="11002762" y="275763"/>
                  <a:pt x="11008405" y="261218"/>
                  <a:pt x="11014047" y="267037"/>
                </a:cubicBezTo>
                <a:cubicBezTo>
                  <a:pt x="11015927" y="262674"/>
                  <a:pt x="11012636" y="259765"/>
                  <a:pt x="11008405" y="259038"/>
                </a:cubicBezTo>
                <a:close/>
                <a:moveTo>
                  <a:pt x="11071112" y="264310"/>
                </a:moveTo>
                <a:cubicBezTo>
                  <a:pt x="11062121" y="264855"/>
                  <a:pt x="11052599" y="273582"/>
                  <a:pt x="11044136" y="275763"/>
                </a:cubicBezTo>
                <a:cubicBezTo>
                  <a:pt x="11055420" y="281582"/>
                  <a:pt x="11068585" y="275763"/>
                  <a:pt x="11079868" y="267037"/>
                </a:cubicBezTo>
                <a:cubicBezTo>
                  <a:pt x="11077048" y="264855"/>
                  <a:pt x="11074109" y="264128"/>
                  <a:pt x="11071112" y="264310"/>
                </a:cubicBezTo>
                <a:close/>
                <a:moveTo>
                  <a:pt x="11117480" y="265582"/>
                </a:moveTo>
                <a:cubicBezTo>
                  <a:pt x="11114188" y="265582"/>
                  <a:pt x="11110897" y="267037"/>
                  <a:pt x="11108076" y="269946"/>
                </a:cubicBezTo>
                <a:cubicBezTo>
                  <a:pt x="11113718" y="278672"/>
                  <a:pt x="11121241" y="275763"/>
                  <a:pt x="11126883" y="269946"/>
                </a:cubicBezTo>
                <a:cubicBezTo>
                  <a:pt x="11124062" y="267037"/>
                  <a:pt x="11120771" y="265582"/>
                  <a:pt x="11117480" y="265582"/>
                </a:cubicBezTo>
                <a:close/>
                <a:moveTo>
                  <a:pt x="11539878" y="298036"/>
                </a:moveTo>
                <a:cubicBezTo>
                  <a:pt x="11533090" y="299944"/>
                  <a:pt x="11526038" y="309217"/>
                  <a:pt x="11527449" y="313580"/>
                </a:cubicBezTo>
                <a:cubicBezTo>
                  <a:pt x="11533090" y="313579"/>
                  <a:pt x="11546255" y="307762"/>
                  <a:pt x="11546255" y="299036"/>
                </a:cubicBezTo>
                <a:cubicBezTo>
                  <a:pt x="11544375" y="297581"/>
                  <a:pt x="11542141" y="297399"/>
                  <a:pt x="11539878" y="298036"/>
                </a:cubicBezTo>
                <a:close/>
                <a:moveTo>
                  <a:pt x="11143808" y="232130"/>
                </a:moveTo>
                <a:cubicBezTo>
                  <a:pt x="11087391" y="299036"/>
                  <a:pt x="11153211" y="235038"/>
                  <a:pt x="11181421" y="264128"/>
                </a:cubicBezTo>
                <a:cubicBezTo>
                  <a:pt x="11207747" y="235038"/>
                  <a:pt x="11149449" y="243765"/>
                  <a:pt x="11143808" y="232130"/>
                </a:cubicBezTo>
                <a:close/>
                <a:moveTo>
                  <a:pt x="11465295" y="170990"/>
                </a:moveTo>
                <a:cubicBezTo>
                  <a:pt x="11478995" y="170677"/>
                  <a:pt x="11425662" y="208858"/>
                  <a:pt x="11412733" y="237947"/>
                </a:cubicBezTo>
                <a:cubicBezTo>
                  <a:pt x="11487957" y="313580"/>
                  <a:pt x="11619599" y="188495"/>
                  <a:pt x="11704225" y="252492"/>
                </a:cubicBezTo>
                <a:cubicBezTo>
                  <a:pt x="11696702" y="345579"/>
                  <a:pt x="11472913" y="342669"/>
                  <a:pt x="11416494" y="377578"/>
                </a:cubicBezTo>
                <a:cubicBezTo>
                  <a:pt x="11378883" y="365941"/>
                  <a:pt x="11247241" y="450301"/>
                  <a:pt x="11141928" y="470663"/>
                </a:cubicBezTo>
                <a:cubicBezTo>
                  <a:pt x="11140047" y="464846"/>
                  <a:pt x="11232196" y="520117"/>
                  <a:pt x="11220912" y="496844"/>
                </a:cubicBezTo>
                <a:cubicBezTo>
                  <a:pt x="11271689" y="485208"/>
                  <a:pt x="11358195" y="485208"/>
                  <a:pt x="11416494" y="534660"/>
                </a:cubicBezTo>
                <a:cubicBezTo>
                  <a:pt x="11339389" y="572478"/>
                  <a:pt x="11119360" y="575386"/>
                  <a:pt x="11183300" y="607385"/>
                </a:cubicBezTo>
                <a:cubicBezTo>
                  <a:pt x="11062942" y="671382"/>
                  <a:pt x="11117479" y="639383"/>
                  <a:pt x="11113718" y="624839"/>
                </a:cubicBezTo>
                <a:cubicBezTo>
                  <a:pt x="11113718" y="624839"/>
                  <a:pt x="11023450" y="659746"/>
                  <a:pt x="11023450" y="677200"/>
                </a:cubicBezTo>
                <a:cubicBezTo>
                  <a:pt x="11038494" y="685927"/>
                  <a:pt x="11044136" y="642292"/>
                  <a:pt x="11059181" y="659746"/>
                </a:cubicBezTo>
                <a:cubicBezTo>
                  <a:pt x="11055420" y="665564"/>
                  <a:pt x="11032852" y="700472"/>
                  <a:pt x="11044136" y="712108"/>
                </a:cubicBezTo>
                <a:cubicBezTo>
                  <a:pt x="11109956" y="630656"/>
                  <a:pt x="11247241" y="630657"/>
                  <a:pt x="11329987" y="616112"/>
                </a:cubicBezTo>
                <a:cubicBezTo>
                  <a:pt x="11260404" y="691744"/>
                  <a:pt x="11367599" y="630657"/>
                  <a:pt x="11412733" y="645201"/>
                </a:cubicBezTo>
                <a:cubicBezTo>
                  <a:pt x="11388286" y="648111"/>
                  <a:pt x="11386404" y="656837"/>
                  <a:pt x="11407092" y="668473"/>
                </a:cubicBezTo>
                <a:cubicBezTo>
                  <a:pt x="11384524" y="691744"/>
                  <a:pt x="11068585" y="857556"/>
                  <a:pt x="11066703" y="845920"/>
                </a:cubicBezTo>
                <a:cubicBezTo>
                  <a:pt x="11181890" y="968097"/>
                  <a:pt x="11579284" y="900962"/>
                  <a:pt x="11773839" y="876425"/>
                </a:cubicBezTo>
                <a:lnTo>
                  <a:pt x="11801884" y="873508"/>
                </a:lnTo>
                <a:lnTo>
                  <a:pt x="11792613" y="880827"/>
                </a:lnTo>
                <a:cubicBezTo>
                  <a:pt x="11800135" y="907008"/>
                  <a:pt x="12059657" y="921553"/>
                  <a:pt x="11975030" y="939006"/>
                </a:cubicBezTo>
                <a:cubicBezTo>
                  <a:pt x="11989134" y="946279"/>
                  <a:pt x="11975501" y="947006"/>
                  <a:pt x="11956695" y="947006"/>
                </a:cubicBezTo>
                <a:lnTo>
                  <a:pt x="11932719" y="947156"/>
                </a:lnTo>
                <a:lnTo>
                  <a:pt x="11929896" y="941915"/>
                </a:lnTo>
                <a:lnTo>
                  <a:pt x="11931993" y="947159"/>
                </a:lnTo>
                <a:lnTo>
                  <a:pt x="11927429" y="947187"/>
                </a:lnTo>
                <a:cubicBezTo>
                  <a:pt x="11918261" y="947552"/>
                  <a:pt x="11910621" y="948461"/>
                  <a:pt x="11907330" y="950643"/>
                </a:cubicBezTo>
                <a:cubicBezTo>
                  <a:pt x="11923315" y="955006"/>
                  <a:pt x="11933188" y="956460"/>
                  <a:pt x="11936948" y="955005"/>
                </a:cubicBezTo>
                <a:lnTo>
                  <a:pt x="11935242" y="951838"/>
                </a:lnTo>
                <a:lnTo>
                  <a:pt x="11941649" y="953916"/>
                </a:lnTo>
                <a:cubicBezTo>
                  <a:pt x="11948231" y="955005"/>
                  <a:pt x="11957164" y="956460"/>
                  <a:pt x="11967507" y="968096"/>
                </a:cubicBezTo>
                <a:cubicBezTo>
                  <a:pt x="11939300" y="971005"/>
                  <a:pt x="11943061" y="973914"/>
                  <a:pt x="11975030" y="982641"/>
                </a:cubicBezTo>
                <a:cubicBezTo>
                  <a:pt x="11954344" y="1049547"/>
                  <a:pt x="11781329" y="1072818"/>
                  <a:pt x="11723028" y="1116453"/>
                </a:cubicBezTo>
                <a:cubicBezTo>
                  <a:pt x="11756882" y="1130998"/>
                  <a:pt x="11739955" y="1107725"/>
                  <a:pt x="11775688" y="1148451"/>
                </a:cubicBezTo>
                <a:cubicBezTo>
                  <a:pt x="11700463" y="1189176"/>
                  <a:pt x="11531211" y="1180450"/>
                  <a:pt x="11525568" y="1232811"/>
                </a:cubicBezTo>
                <a:cubicBezTo>
                  <a:pt x="11472913" y="1212448"/>
                  <a:pt x="11422136" y="1276446"/>
                  <a:pt x="11371360" y="1256083"/>
                </a:cubicBezTo>
                <a:cubicBezTo>
                  <a:pt x="11388286" y="1273537"/>
                  <a:pt x="11405210" y="1279354"/>
                  <a:pt x="11424016" y="1270627"/>
                </a:cubicBezTo>
                <a:lnTo>
                  <a:pt x="11352159" y="1305643"/>
                </a:lnTo>
                <a:lnTo>
                  <a:pt x="11315192" y="1305740"/>
                </a:lnTo>
                <a:cubicBezTo>
                  <a:pt x="11158941" y="1307035"/>
                  <a:pt x="10985897" y="1311808"/>
                  <a:pt x="10868654" y="1326807"/>
                </a:cubicBezTo>
                <a:lnTo>
                  <a:pt x="10816609" y="1336928"/>
                </a:lnTo>
                <a:lnTo>
                  <a:pt x="10766811" y="1337403"/>
                </a:lnTo>
                <a:lnTo>
                  <a:pt x="10713377" y="1342698"/>
                </a:lnTo>
                <a:lnTo>
                  <a:pt x="10702574" y="1337670"/>
                </a:lnTo>
                <a:cubicBezTo>
                  <a:pt x="10700398" y="1337556"/>
                  <a:pt x="10699752" y="1338931"/>
                  <a:pt x="10700179" y="1341221"/>
                </a:cubicBezTo>
                <a:lnTo>
                  <a:pt x="10701370" y="1343888"/>
                </a:lnTo>
                <a:lnTo>
                  <a:pt x="10677420" y="1346260"/>
                </a:lnTo>
                <a:lnTo>
                  <a:pt x="10706647" y="1353324"/>
                </a:lnTo>
                <a:lnTo>
                  <a:pt x="10712794" y="1361085"/>
                </a:lnTo>
                <a:lnTo>
                  <a:pt x="10540460" y="1386941"/>
                </a:lnTo>
                <a:lnTo>
                  <a:pt x="10479508" y="1402943"/>
                </a:lnTo>
                <a:lnTo>
                  <a:pt x="10428007" y="1408076"/>
                </a:lnTo>
                <a:cubicBezTo>
                  <a:pt x="10385458" y="1412439"/>
                  <a:pt x="10350197" y="1417530"/>
                  <a:pt x="10321988" y="1430621"/>
                </a:cubicBezTo>
                <a:cubicBezTo>
                  <a:pt x="10280615" y="1357896"/>
                  <a:pt x="10190347" y="1448074"/>
                  <a:pt x="10190347" y="1413167"/>
                </a:cubicBezTo>
                <a:cubicBezTo>
                  <a:pt x="10171541" y="1401531"/>
                  <a:pt x="10156497" y="1416076"/>
                  <a:pt x="10139570" y="1430621"/>
                </a:cubicBezTo>
                <a:lnTo>
                  <a:pt x="10143432" y="1423104"/>
                </a:lnTo>
                <a:lnTo>
                  <a:pt x="10154615" y="1418985"/>
                </a:lnTo>
                <a:lnTo>
                  <a:pt x="10145786" y="1416556"/>
                </a:lnTo>
                <a:lnTo>
                  <a:pt x="10145095" y="1413257"/>
                </a:lnTo>
                <a:lnTo>
                  <a:pt x="10139793" y="1415447"/>
                </a:lnTo>
                <a:lnTo>
                  <a:pt x="10111097" y="1419712"/>
                </a:lnTo>
                <a:cubicBezTo>
                  <a:pt x="10038371" y="1434983"/>
                  <a:pt x="9899795" y="1482982"/>
                  <a:pt x="9891332" y="1465528"/>
                </a:cubicBezTo>
                <a:cubicBezTo>
                  <a:pt x="9853720" y="1471346"/>
                  <a:pt x="9769093" y="1512072"/>
                  <a:pt x="9742765" y="1514980"/>
                </a:cubicBezTo>
                <a:cubicBezTo>
                  <a:pt x="9754049" y="1520798"/>
                  <a:pt x="9754049" y="1529525"/>
                  <a:pt x="9740885" y="1538252"/>
                </a:cubicBezTo>
                <a:cubicBezTo>
                  <a:pt x="9757810" y="1552796"/>
                  <a:pt x="9774735" y="1549888"/>
                  <a:pt x="9791661" y="1532434"/>
                </a:cubicBezTo>
                <a:cubicBezTo>
                  <a:pt x="9760630" y="1567341"/>
                  <a:pt x="10037430" y="1482800"/>
                  <a:pt x="10179357" y="1440802"/>
                </a:cubicBezTo>
                <a:lnTo>
                  <a:pt x="10222719" y="1428244"/>
                </a:lnTo>
                <a:lnTo>
                  <a:pt x="10236204" y="1446046"/>
                </a:lnTo>
                <a:cubicBezTo>
                  <a:pt x="10244186" y="1450063"/>
                  <a:pt x="10255183" y="1452142"/>
                  <a:pt x="10268186" y="1452757"/>
                </a:cubicBezTo>
                <a:lnTo>
                  <a:pt x="10331135" y="1445968"/>
                </a:lnTo>
                <a:lnTo>
                  <a:pt x="10179063" y="1509163"/>
                </a:lnTo>
                <a:cubicBezTo>
                  <a:pt x="10197868" y="1506253"/>
                  <a:pt x="10353959" y="1485890"/>
                  <a:pt x="10380286" y="1500435"/>
                </a:cubicBezTo>
                <a:cubicBezTo>
                  <a:pt x="10355839" y="1517889"/>
                  <a:pt x="10331392" y="1523708"/>
                  <a:pt x="10306944" y="1523708"/>
                </a:cubicBezTo>
                <a:lnTo>
                  <a:pt x="10324689" y="1544459"/>
                </a:lnTo>
                <a:lnTo>
                  <a:pt x="10317813" y="1547968"/>
                </a:lnTo>
                <a:cubicBezTo>
                  <a:pt x="10293824" y="1562251"/>
                  <a:pt x="10303123" y="1564978"/>
                  <a:pt x="10317051" y="1564433"/>
                </a:cubicBezTo>
                <a:lnTo>
                  <a:pt x="10335884" y="1562221"/>
                </a:lnTo>
                <a:lnTo>
                  <a:pt x="10329510" y="1564432"/>
                </a:lnTo>
                <a:lnTo>
                  <a:pt x="10341053" y="1561917"/>
                </a:lnTo>
                <a:lnTo>
                  <a:pt x="10347212" y="1567290"/>
                </a:lnTo>
                <a:lnTo>
                  <a:pt x="10312673" y="1566796"/>
                </a:lnTo>
                <a:cubicBezTo>
                  <a:pt x="10301772" y="1566614"/>
                  <a:pt x="10293779" y="1566614"/>
                  <a:pt x="10291899" y="1567341"/>
                </a:cubicBezTo>
                <a:lnTo>
                  <a:pt x="10308314" y="1581373"/>
                </a:lnTo>
                <a:lnTo>
                  <a:pt x="10303946" y="1585750"/>
                </a:lnTo>
                <a:cubicBezTo>
                  <a:pt x="10289666" y="1597886"/>
                  <a:pt x="10258988" y="1621884"/>
                  <a:pt x="10267450" y="1619702"/>
                </a:cubicBezTo>
                <a:cubicBezTo>
                  <a:pt x="10416019" y="1593522"/>
                  <a:pt x="10801540" y="1640066"/>
                  <a:pt x="10927540" y="1523708"/>
                </a:cubicBezTo>
                <a:cubicBezTo>
                  <a:pt x="10929420" y="1535343"/>
                  <a:pt x="10914376" y="1546979"/>
                  <a:pt x="10914376" y="1561524"/>
                </a:cubicBezTo>
                <a:cubicBezTo>
                  <a:pt x="11012167" y="1610976"/>
                  <a:pt x="10968912" y="1535343"/>
                  <a:pt x="11044136" y="1549888"/>
                </a:cubicBezTo>
                <a:cubicBezTo>
                  <a:pt x="10997121" y="1561524"/>
                  <a:pt x="11017808" y="1570250"/>
                  <a:pt x="11000881" y="1602249"/>
                </a:cubicBezTo>
                <a:cubicBezTo>
                  <a:pt x="11025331" y="1605158"/>
                  <a:pt x="11314942" y="1544070"/>
                  <a:pt x="11318703" y="1590614"/>
                </a:cubicBezTo>
                <a:cubicBezTo>
                  <a:pt x="11277330" y="1596431"/>
                  <a:pt x="11269807" y="1610976"/>
                  <a:pt x="11294256" y="1634248"/>
                </a:cubicBezTo>
                <a:cubicBezTo>
                  <a:pt x="11307419" y="1602249"/>
                  <a:pt x="11337509" y="1654611"/>
                  <a:pt x="11365718" y="1651702"/>
                </a:cubicBezTo>
                <a:cubicBezTo>
                  <a:pt x="11353964" y="1664064"/>
                  <a:pt x="11342093" y="1668428"/>
                  <a:pt x="11331779" y="1668929"/>
                </a:cubicBezTo>
                <a:lnTo>
                  <a:pt x="11307517" y="1663054"/>
                </a:lnTo>
                <a:lnTo>
                  <a:pt x="11301983" y="1658656"/>
                </a:lnTo>
                <a:cubicBezTo>
                  <a:pt x="11299368" y="1657065"/>
                  <a:pt x="11301660" y="1659883"/>
                  <a:pt x="11307185" y="1662974"/>
                </a:cubicBezTo>
                <a:lnTo>
                  <a:pt x="11307517" y="1663054"/>
                </a:lnTo>
                <a:lnTo>
                  <a:pt x="11309795" y="1664866"/>
                </a:lnTo>
                <a:cubicBezTo>
                  <a:pt x="11313766" y="1668382"/>
                  <a:pt x="11319173" y="1673520"/>
                  <a:pt x="11326225" y="1680792"/>
                </a:cubicBezTo>
                <a:cubicBezTo>
                  <a:pt x="11318703" y="1738970"/>
                  <a:pt x="10824108" y="1788422"/>
                  <a:pt x="10824108" y="1788422"/>
                </a:cubicBezTo>
                <a:cubicBezTo>
                  <a:pt x="10846674" y="1832057"/>
                  <a:pt x="11010286" y="1776786"/>
                  <a:pt x="11046017" y="1785514"/>
                </a:cubicBezTo>
                <a:cubicBezTo>
                  <a:pt x="11040375" y="1802967"/>
                  <a:pt x="10950106" y="1820421"/>
                  <a:pt x="10942583" y="1823330"/>
                </a:cubicBezTo>
                <a:cubicBezTo>
                  <a:pt x="10948226" y="1840783"/>
                  <a:pt x="11042256" y="1864055"/>
                  <a:pt x="11049779" y="1875692"/>
                </a:cubicBezTo>
                <a:lnTo>
                  <a:pt x="11043060" y="1883042"/>
                </a:lnTo>
                <a:lnTo>
                  <a:pt x="11040933" y="1882919"/>
                </a:lnTo>
                <a:cubicBezTo>
                  <a:pt x="11035321" y="1882600"/>
                  <a:pt x="11030972" y="1882236"/>
                  <a:pt x="11029091" y="1881509"/>
                </a:cubicBezTo>
                <a:cubicBezTo>
                  <a:pt x="11031913" y="1890237"/>
                  <a:pt x="11036144" y="1889509"/>
                  <a:pt x="11040140" y="1886237"/>
                </a:cubicBezTo>
                <a:lnTo>
                  <a:pt x="11043060" y="1883042"/>
                </a:lnTo>
                <a:lnTo>
                  <a:pt x="11060355" y="1884054"/>
                </a:lnTo>
                <a:cubicBezTo>
                  <a:pt x="11074226" y="1885146"/>
                  <a:pt x="11088331" y="1887327"/>
                  <a:pt x="11093032" y="1893145"/>
                </a:cubicBezTo>
                <a:cubicBezTo>
                  <a:pt x="11093032" y="1896054"/>
                  <a:pt x="11057301" y="1936779"/>
                  <a:pt x="11062942" y="1942598"/>
                </a:cubicBezTo>
                <a:cubicBezTo>
                  <a:pt x="11083630" y="1942598"/>
                  <a:pt x="11104315" y="1933870"/>
                  <a:pt x="11125002" y="1919325"/>
                </a:cubicBezTo>
                <a:cubicBezTo>
                  <a:pt x="11103375" y="1933870"/>
                  <a:pt x="11132054" y="1933870"/>
                  <a:pt x="11166845" y="1931688"/>
                </a:cubicBezTo>
                <a:lnTo>
                  <a:pt x="11208091" y="1928982"/>
                </a:lnTo>
                <a:lnTo>
                  <a:pt x="11202106" y="1951324"/>
                </a:lnTo>
                <a:cubicBezTo>
                  <a:pt x="11412732" y="1922234"/>
                  <a:pt x="11286733" y="1951324"/>
                  <a:pt x="11262286" y="1989141"/>
                </a:cubicBezTo>
                <a:cubicBezTo>
                  <a:pt x="11316823" y="2082228"/>
                  <a:pt x="11455986" y="2003686"/>
                  <a:pt x="11523688" y="2096772"/>
                </a:cubicBezTo>
                <a:cubicBezTo>
                  <a:pt x="11499240" y="2198586"/>
                  <a:pt x="11074226" y="2140406"/>
                  <a:pt x="10985838" y="2134589"/>
                </a:cubicBezTo>
                <a:cubicBezTo>
                  <a:pt x="10983958" y="2131680"/>
                  <a:pt x="11057301" y="2195676"/>
                  <a:pt x="11053539" y="2181132"/>
                </a:cubicBezTo>
                <a:cubicBezTo>
                  <a:pt x="11096794" y="2184041"/>
                  <a:pt x="11181421" y="2216039"/>
                  <a:pt x="11222792" y="2280037"/>
                </a:cubicBezTo>
                <a:cubicBezTo>
                  <a:pt x="11149449" y="2291673"/>
                  <a:pt x="10953868" y="2233493"/>
                  <a:pt x="11006524" y="2280037"/>
                </a:cubicBezTo>
                <a:cubicBezTo>
                  <a:pt x="10891808" y="2312035"/>
                  <a:pt x="10944465" y="2294582"/>
                  <a:pt x="10942584" y="2280037"/>
                </a:cubicBezTo>
                <a:cubicBezTo>
                  <a:pt x="10941643" y="2280037"/>
                  <a:pt x="10920487" y="2282946"/>
                  <a:pt x="10899330" y="2288036"/>
                </a:cubicBezTo>
                <a:lnTo>
                  <a:pt x="10881528" y="2293632"/>
                </a:lnTo>
                <a:lnTo>
                  <a:pt x="10881465" y="2293582"/>
                </a:lnTo>
                <a:lnTo>
                  <a:pt x="10881321" y="2293698"/>
                </a:lnTo>
                <a:lnTo>
                  <a:pt x="10870123" y="2297218"/>
                </a:lnTo>
                <a:cubicBezTo>
                  <a:pt x="10862071" y="2300763"/>
                  <a:pt x="10856547" y="2304763"/>
                  <a:pt x="10856077" y="2309126"/>
                </a:cubicBezTo>
                <a:cubicBezTo>
                  <a:pt x="10861718" y="2314944"/>
                  <a:pt x="10867361" y="2306945"/>
                  <a:pt x="10873002" y="2300399"/>
                </a:cubicBezTo>
                <a:lnTo>
                  <a:pt x="10881321" y="2293698"/>
                </a:lnTo>
                <a:lnTo>
                  <a:pt x="10881528" y="2293632"/>
                </a:lnTo>
                <a:lnTo>
                  <a:pt x="10889928" y="2300399"/>
                </a:lnTo>
                <a:cubicBezTo>
                  <a:pt x="10888047" y="2306217"/>
                  <a:pt x="10861719" y="2332398"/>
                  <a:pt x="10871122" y="2346942"/>
                </a:cubicBezTo>
                <a:cubicBezTo>
                  <a:pt x="10884286" y="2335306"/>
                  <a:pt x="10899330" y="2328762"/>
                  <a:pt x="10912494" y="2323670"/>
                </a:cubicBezTo>
                <a:lnTo>
                  <a:pt x="10919200" y="2320429"/>
                </a:lnTo>
                <a:lnTo>
                  <a:pt x="10920017" y="2329489"/>
                </a:lnTo>
                <a:cubicBezTo>
                  <a:pt x="10978315" y="2320762"/>
                  <a:pt x="11064823" y="2317853"/>
                  <a:pt x="11138166" y="2329489"/>
                </a:cubicBezTo>
                <a:cubicBezTo>
                  <a:pt x="11066703" y="2381850"/>
                  <a:pt x="11166375" y="2352760"/>
                  <a:pt x="11205868" y="2384760"/>
                </a:cubicBezTo>
                <a:cubicBezTo>
                  <a:pt x="11185181" y="2378941"/>
                  <a:pt x="11181421" y="2387667"/>
                  <a:pt x="11198345" y="2405121"/>
                </a:cubicBezTo>
                <a:cubicBezTo>
                  <a:pt x="11010286" y="2533115"/>
                  <a:pt x="10683062" y="2492390"/>
                  <a:pt x="10532616" y="2512754"/>
                </a:cubicBezTo>
                <a:cubicBezTo>
                  <a:pt x="10355839" y="2538934"/>
                  <a:pt x="9942109" y="2701835"/>
                  <a:pt x="9793540" y="2620385"/>
                </a:cubicBezTo>
                <a:cubicBezTo>
                  <a:pt x="9825512" y="2608748"/>
                  <a:pt x="9833034" y="2614567"/>
                  <a:pt x="9868765" y="2600022"/>
                </a:cubicBezTo>
                <a:cubicBezTo>
                  <a:pt x="9849959" y="2588386"/>
                  <a:pt x="9855601" y="2582569"/>
                  <a:pt x="9883811" y="2579659"/>
                </a:cubicBezTo>
                <a:cubicBezTo>
                  <a:pt x="9699511" y="2626203"/>
                  <a:pt x="9588557" y="2629112"/>
                  <a:pt x="9464437" y="2637838"/>
                </a:cubicBezTo>
                <a:cubicBezTo>
                  <a:pt x="8926587" y="2681473"/>
                  <a:pt x="8377454" y="2771650"/>
                  <a:pt x="7830201" y="2888009"/>
                </a:cubicBezTo>
                <a:cubicBezTo>
                  <a:pt x="7298464" y="3001458"/>
                  <a:pt x="6706429" y="3124726"/>
                  <a:pt x="6152475" y="3246766"/>
                </a:cubicBezTo>
                <a:lnTo>
                  <a:pt x="5636287" y="3363156"/>
                </a:lnTo>
                <a:lnTo>
                  <a:pt x="5639310" y="3359260"/>
                </a:lnTo>
                <a:cubicBezTo>
                  <a:pt x="5635548" y="3357806"/>
                  <a:pt x="5631316" y="3356351"/>
                  <a:pt x="5627320" y="3357078"/>
                </a:cubicBezTo>
                <a:lnTo>
                  <a:pt x="5617269" y="3367444"/>
                </a:lnTo>
                <a:lnTo>
                  <a:pt x="5614860" y="3367987"/>
                </a:lnTo>
                <a:cubicBezTo>
                  <a:pt x="5609219" y="3309808"/>
                  <a:pt x="5122145" y="3493073"/>
                  <a:pt x="5041280" y="3431984"/>
                </a:cubicBezTo>
                <a:cubicBezTo>
                  <a:pt x="5075131" y="3399986"/>
                  <a:pt x="5218056" y="3373806"/>
                  <a:pt x="5214296" y="3370896"/>
                </a:cubicBezTo>
                <a:cubicBezTo>
                  <a:pt x="5243444" y="3334535"/>
                  <a:pt x="5403296" y="3283628"/>
                  <a:pt x="5562440" y="3245084"/>
                </a:cubicBezTo>
                <a:lnTo>
                  <a:pt x="5639651" y="3227840"/>
                </a:lnTo>
                <a:lnTo>
                  <a:pt x="5659585" y="3229448"/>
                </a:lnTo>
                <a:cubicBezTo>
                  <a:pt x="5692201" y="3227813"/>
                  <a:pt x="5730285" y="3218903"/>
                  <a:pt x="5769070" y="3207268"/>
                </a:cubicBezTo>
                <a:lnTo>
                  <a:pt x="5794271" y="3198726"/>
                </a:lnTo>
                <a:lnTo>
                  <a:pt x="5863890" y="3190575"/>
                </a:lnTo>
                <a:cubicBezTo>
                  <a:pt x="5884932" y="3189359"/>
                  <a:pt x="5899772" y="3190177"/>
                  <a:pt x="5906354" y="3193450"/>
                </a:cubicBezTo>
                <a:cubicBezTo>
                  <a:pt x="5898831" y="3207995"/>
                  <a:pt x="5889428" y="3216721"/>
                  <a:pt x="5878145" y="3219631"/>
                </a:cubicBezTo>
                <a:cubicBezTo>
                  <a:pt x="5883787" y="3219631"/>
                  <a:pt x="5994741" y="3167269"/>
                  <a:pt x="5994742" y="3170177"/>
                </a:cubicBezTo>
                <a:cubicBezTo>
                  <a:pt x="6100054" y="3205086"/>
                  <a:pt x="6500621" y="2972368"/>
                  <a:pt x="6555157" y="3068364"/>
                </a:cubicBezTo>
                <a:cubicBezTo>
                  <a:pt x="6763904" y="3088728"/>
                  <a:pt x="7119336" y="2928734"/>
                  <a:pt x="7339366" y="2879282"/>
                </a:cubicBezTo>
                <a:cubicBezTo>
                  <a:pt x="7378389" y="2870556"/>
                  <a:pt x="7439155" y="2848738"/>
                  <a:pt x="7510325" y="2822421"/>
                </a:cubicBezTo>
                <a:lnTo>
                  <a:pt x="7559547" y="2804245"/>
                </a:lnTo>
                <a:lnTo>
                  <a:pt x="7587752" y="2798287"/>
                </a:lnTo>
                <a:cubicBezTo>
                  <a:pt x="7767084" y="2761833"/>
                  <a:pt x="7946327" y="2727290"/>
                  <a:pt x="8125454" y="2696018"/>
                </a:cubicBezTo>
                <a:cubicBezTo>
                  <a:pt x="8046705" y="2636021"/>
                  <a:pt x="7820299" y="2708972"/>
                  <a:pt x="7623461" y="2780644"/>
                </a:cubicBezTo>
                <a:lnTo>
                  <a:pt x="7559547" y="2804245"/>
                </a:lnTo>
                <a:lnTo>
                  <a:pt x="7049520" y="2912009"/>
                </a:lnTo>
                <a:cubicBezTo>
                  <a:pt x="6690562" y="2989823"/>
                  <a:pt x="6331368" y="3069820"/>
                  <a:pt x="5972174" y="3141089"/>
                </a:cubicBezTo>
                <a:cubicBezTo>
                  <a:pt x="5949607" y="3145453"/>
                  <a:pt x="5918225" y="3156179"/>
                  <a:pt x="5882787" y="3168724"/>
                </a:cubicBezTo>
                <a:lnTo>
                  <a:pt x="5844206" y="3181800"/>
                </a:lnTo>
                <a:lnTo>
                  <a:pt x="5823842" y="3178541"/>
                </a:lnTo>
                <a:cubicBezTo>
                  <a:pt x="5817026" y="3178905"/>
                  <a:pt x="5811385" y="3181814"/>
                  <a:pt x="5810443" y="3190541"/>
                </a:cubicBezTo>
                <a:cubicBezTo>
                  <a:pt x="5816085" y="3187632"/>
                  <a:pt x="5821727" y="3187632"/>
                  <a:pt x="5827370" y="3187268"/>
                </a:cubicBezTo>
                <a:lnTo>
                  <a:pt x="5841666" y="3182662"/>
                </a:lnTo>
                <a:lnTo>
                  <a:pt x="5794271" y="3198726"/>
                </a:lnTo>
                <a:lnTo>
                  <a:pt x="5784204" y="3199904"/>
                </a:lnTo>
                <a:cubicBezTo>
                  <a:pt x="5752809" y="3204768"/>
                  <a:pt x="5717259" y="3211246"/>
                  <a:pt x="5679615" y="3218915"/>
                </a:cubicBezTo>
                <a:lnTo>
                  <a:pt x="5639651" y="3227840"/>
                </a:lnTo>
                <a:lnTo>
                  <a:pt x="5615353" y="3225881"/>
                </a:lnTo>
                <a:lnTo>
                  <a:pt x="5604759" y="3220044"/>
                </a:lnTo>
                <a:lnTo>
                  <a:pt x="5609220" y="3213812"/>
                </a:lnTo>
                <a:cubicBezTo>
                  <a:pt x="5605458" y="3212358"/>
                  <a:pt x="5600757" y="3213085"/>
                  <a:pt x="5596997" y="3215267"/>
                </a:cubicBezTo>
                <a:lnTo>
                  <a:pt x="5596759" y="3215635"/>
                </a:lnTo>
                <a:lnTo>
                  <a:pt x="5582893" y="3207995"/>
                </a:lnTo>
                <a:cubicBezTo>
                  <a:pt x="5550921" y="3245811"/>
                  <a:pt x="5274474" y="3315626"/>
                  <a:pt x="5250026" y="3283628"/>
                </a:cubicBezTo>
                <a:cubicBezTo>
                  <a:pt x="5274473" y="3257447"/>
                  <a:pt x="5336534" y="3242902"/>
                  <a:pt x="5285758" y="3234175"/>
                </a:cubicBezTo>
                <a:cubicBezTo>
                  <a:pt x="5289520" y="3266174"/>
                  <a:pt x="5180443" y="3309809"/>
                  <a:pt x="5161639" y="3286536"/>
                </a:cubicBezTo>
                <a:cubicBezTo>
                  <a:pt x="5219466" y="3295263"/>
                  <a:pt x="5123909" y="3276174"/>
                  <a:pt x="5087589" y="3284491"/>
                </a:cubicBezTo>
                <a:lnTo>
                  <a:pt x="5076085" y="3290789"/>
                </a:lnTo>
                <a:lnTo>
                  <a:pt x="5074660" y="3276356"/>
                </a:lnTo>
                <a:lnTo>
                  <a:pt x="5074661" y="3275031"/>
                </a:lnTo>
                <a:lnTo>
                  <a:pt x="5080538" y="3275265"/>
                </a:lnTo>
                <a:cubicBezTo>
                  <a:pt x="5083125" y="3273447"/>
                  <a:pt x="5085476" y="3270538"/>
                  <a:pt x="5088295" y="3269083"/>
                </a:cubicBezTo>
                <a:cubicBezTo>
                  <a:pt x="5087354" y="3269083"/>
                  <a:pt x="5085004" y="3266901"/>
                  <a:pt x="5081948" y="3266537"/>
                </a:cubicBezTo>
                <a:lnTo>
                  <a:pt x="5074661" y="3272298"/>
                </a:lnTo>
                <a:lnTo>
                  <a:pt x="5074661" y="3254901"/>
                </a:lnTo>
                <a:cubicBezTo>
                  <a:pt x="5075250" y="3249447"/>
                  <a:pt x="5076542" y="3246538"/>
                  <a:pt x="5078894" y="3248719"/>
                </a:cubicBezTo>
                <a:cubicBezTo>
                  <a:pt x="5065728" y="3269083"/>
                  <a:pt x="5060087" y="3269083"/>
                  <a:pt x="5056325" y="3245812"/>
                </a:cubicBezTo>
                <a:cubicBezTo>
                  <a:pt x="5011192" y="3245812"/>
                  <a:pt x="5071369" y="3271992"/>
                  <a:pt x="5061968" y="3266173"/>
                </a:cubicBezTo>
                <a:cubicBezTo>
                  <a:pt x="5050684" y="3280719"/>
                  <a:pt x="5043161" y="3254538"/>
                  <a:pt x="5033758" y="3274900"/>
                </a:cubicBezTo>
                <a:cubicBezTo>
                  <a:pt x="5056324" y="3289445"/>
                  <a:pt x="5045042" y="3292354"/>
                  <a:pt x="4998027" y="3286536"/>
                </a:cubicBezTo>
                <a:cubicBezTo>
                  <a:pt x="5125906" y="3207995"/>
                  <a:pt x="4909641" y="3301081"/>
                  <a:pt x="4909641" y="3301081"/>
                </a:cubicBezTo>
                <a:cubicBezTo>
                  <a:pt x="4964178" y="3274900"/>
                  <a:pt x="4856981" y="3283628"/>
                  <a:pt x="4811848" y="3309808"/>
                </a:cubicBezTo>
                <a:cubicBezTo>
                  <a:pt x="4812788" y="3263265"/>
                  <a:pt x="4802444" y="3264720"/>
                  <a:pt x="4787167" y="3279264"/>
                </a:cubicBezTo>
                <a:lnTo>
                  <a:pt x="4776555" y="3290467"/>
                </a:lnTo>
                <a:lnTo>
                  <a:pt x="4775177" y="3288400"/>
                </a:lnTo>
                <a:cubicBezTo>
                  <a:pt x="4774001" y="3287355"/>
                  <a:pt x="4774236" y="3288900"/>
                  <a:pt x="4775177" y="3291263"/>
                </a:cubicBezTo>
                <a:lnTo>
                  <a:pt x="4775405" y="3291682"/>
                </a:lnTo>
                <a:lnTo>
                  <a:pt x="4761337" y="3306536"/>
                </a:lnTo>
                <a:lnTo>
                  <a:pt x="4744337" y="3318910"/>
                </a:lnTo>
                <a:lnTo>
                  <a:pt x="4739211" y="3301808"/>
                </a:lnTo>
                <a:lnTo>
                  <a:pt x="4732601" y="3290090"/>
                </a:lnTo>
                <a:lnTo>
                  <a:pt x="4749407" y="3277764"/>
                </a:lnTo>
                <a:cubicBezTo>
                  <a:pt x="4759896" y="3269446"/>
                  <a:pt x="4726751" y="3290172"/>
                  <a:pt x="4725341" y="3274900"/>
                </a:cubicBezTo>
                <a:cubicBezTo>
                  <a:pt x="4794923" y="3228357"/>
                  <a:pt x="4789281" y="3286536"/>
                  <a:pt x="4830654" y="3266174"/>
                </a:cubicBezTo>
                <a:cubicBezTo>
                  <a:pt x="4821250" y="3205086"/>
                  <a:pt x="5084534" y="3181815"/>
                  <a:pt x="5077013" y="3152725"/>
                </a:cubicBezTo>
                <a:cubicBezTo>
                  <a:pt x="5065728" y="3161451"/>
                  <a:pt x="5061966" y="3158542"/>
                  <a:pt x="5065728" y="3143997"/>
                </a:cubicBezTo>
                <a:cubicBezTo>
                  <a:pt x="5093937" y="3143997"/>
                  <a:pt x="5095818" y="3155634"/>
                  <a:pt x="5071371" y="3173087"/>
                </a:cubicBezTo>
                <a:cubicBezTo>
                  <a:pt x="5187968" y="3196358"/>
                  <a:pt x="5353460" y="3097454"/>
                  <a:pt x="5385429" y="3065455"/>
                </a:cubicBezTo>
                <a:cubicBezTo>
                  <a:pt x="5193608" y="2966551"/>
                  <a:pt x="4994266" y="3100363"/>
                  <a:pt x="4789280" y="3141089"/>
                </a:cubicBezTo>
                <a:cubicBezTo>
                  <a:pt x="4577714" y="3181814"/>
                  <a:pt x="4364738" y="3223994"/>
                  <a:pt x="4155520" y="3267264"/>
                </a:cubicBezTo>
                <a:lnTo>
                  <a:pt x="3779068" y="3349012"/>
                </a:lnTo>
                <a:lnTo>
                  <a:pt x="3777376" y="3347851"/>
                </a:lnTo>
                <a:lnTo>
                  <a:pt x="3775142" y="3349865"/>
                </a:lnTo>
                <a:lnTo>
                  <a:pt x="3565138" y="3395468"/>
                </a:lnTo>
                <a:lnTo>
                  <a:pt x="3570656" y="3388350"/>
                </a:lnTo>
                <a:cubicBezTo>
                  <a:pt x="3563133" y="3385441"/>
                  <a:pt x="3553732" y="3382532"/>
                  <a:pt x="3548088" y="3397077"/>
                </a:cubicBezTo>
                <a:lnTo>
                  <a:pt x="3553719" y="3397948"/>
                </a:lnTo>
                <a:lnTo>
                  <a:pt x="3544328" y="3399986"/>
                </a:lnTo>
                <a:cubicBezTo>
                  <a:pt x="3538688" y="3341806"/>
                  <a:pt x="3051614" y="3525071"/>
                  <a:pt x="2970749" y="3463983"/>
                </a:cubicBezTo>
                <a:cubicBezTo>
                  <a:pt x="3004600" y="3431984"/>
                  <a:pt x="3147523" y="3405803"/>
                  <a:pt x="3143762" y="3402895"/>
                </a:cubicBezTo>
                <a:cubicBezTo>
                  <a:pt x="3172911" y="3366534"/>
                  <a:pt x="3332764" y="3315627"/>
                  <a:pt x="3491908" y="3277082"/>
                </a:cubicBezTo>
                <a:lnTo>
                  <a:pt x="3569118" y="3259839"/>
                </a:lnTo>
                <a:lnTo>
                  <a:pt x="3589052" y="3261447"/>
                </a:lnTo>
                <a:cubicBezTo>
                  <a:pt x="3621670" y="3259810"/>
                  <a:pt x="3659751" y="3250903"/>
                  <a:pt x="3698539" y="3239267"/>
                </a:cubicBezTo>
                <a:lnTo>
                  <a:pt x="3723742" y="3230724"/>
                </a:lnTo>
                <a:lnTo>
                  <a:pt x="3793358" y="3222573"/>
                </a:lnTo>
                <a:cubicBezTo>
                  <a:pt x="3814401" y="3221357"/>
                  <a:pt x="3829238" y="3222175"/>
                  <a:pt x="3835821" y="3225448"/>
                </a:cubicBezTo>
                <a:cubicBezTo>
                  <a:pt x="3828299" y="3239993"/>
                  <a:pt x="3818896" y="3248720"/>
                  <a:pt x="3807613" y="3251629"/>
                </a:cubicBezTo>
                <a:cubicBezTo>
                  <a:pt x="3813256" y="3251629"/>
                  <a:pt x="3924208" y="3199267"/>
                  <a:pt x="3924209" y="3202177"/>
                </a:cubicBezTo>
                <a:cubicBezTo>
                  <a:pt x="4029522" y="3237084"/>
                  <a:pt x="4430086" y="3004367"/>
                  <a:pt x="4484624" y="3100363"/>
                </a:cubicBezTo>
                <a:cubicBezTo>
                  <a:pt x="4922805" y="3143997"/>
                  <a:pt x="5590413" y="2853102"/>
                  <a:pt x="5985338" y="2751287"/>
                </a:cubicBezTo>
                <a:cubicBezTo>
                  <a:pt x="5979696" y="2745470"/>
                  <a:pt x="5947726" y="2757106"/>
                  <a:pt x="5966532" y="2745470"/>
                </a:cubicBezTo>
                <a:cubicBezTo>
                  <a:pt x="5281997" y="2870555"/>
                  <a:pt x="4589937" y="3036366"/>
                  <a:pt x="3901643" y="3173087"/>
                </a:cubicBezTo>
                <a:cubicBezTo>
                  <a:pt x="3879075" y="3177451"/>
                  <a:pt x="3847692" y="3188178"/>
                  <a:pt x="3812256" y="3200722"/>
                </a:cubicBezTo>
                <a:lnTo>
                  <a:pt x="3723742" y="3230724"/>
                </a:lnTo>
                <a:lnTo>
                  <a:pt x="3713671" y="3231902"/>
                </a:lnTo>
                <a:cubicBezTo>
                  <a:pt x="3682273" y="3236766"/>
                  <a:pt x="3646728" y="3243244"/>
                  <a:pt x="3609083" y="3250913"/>
                </a:cubicBezTo>
                <a:lnTo>
                  <a:pt x="3569118" y="3259839"/>
                </a:lnTo>
                <a:lnTo>
                  <a:pt x="3544821" y="3257879"/>
                </a:lnTo>
                <a:lnTo>
                  <a:pt x="3534085" y="3251963"/>
                </a:lnTo>
                <a:lnTo>
                  <a:pt x="3540567" y="3242902"/>
                </a:lnTo>
                <a:cubicBezTo>
                  <a:pt x="3536807" y="3241448"/>
                  <a:pt x="3532106" y="3242175"/>
                  <a:pt x="3528344" y="3244357"/>
                </a:cubicBezTo>
                <a:lnTo>
                  <a:pt x="3526226" y="3247633"/>
                </a:lnTo>
                <a:lnTo>
                  <a:pt x="3512359" y="3239993"/>
                </a:lnTo>
                <a:cubicBezTo>
                  <a:pt x="3480390" y="3277809"/>
                  <a:pt x="3203941" y="3347625"/>
                  <a:pt x="3179494" y="3315626"/>
                </a:cubicBezTo>
                <a:cubicBezTo>
                  <a:pt x="3203940" y="3289445"/>
                  <a:pt x="3266000" y="3274900"/>
                  <a:pt x="3215227" y="3266174"/>
                </a:cubicBezTo>
                <a:cubicBezTo>
                  <a:pt x="3218986" y="3298173"/>
                  <a:pt x="3109912" y="3341806"/>
                  <a:pt x="3091107" y="3318535"/>
                </a:cubicBezTo>
                <a:cubicBezTo>
                  <a:pt x="3148935" y="3327263"/>
                  <a:pt x="3053378" y="3308172"/>
                  <a:pt x="3017058" y="3316490"/>
                </a:cubicBezTo>
                <a:lnTo>
                  <a:pt x="3005554" y="3322787"/>
                </a:lnTo>
                <a:lnTo>
                  <a:pt x="3004129" y="3308354"/>
                </a:lnTo>
                <a:lnTo>
                  <a:pt x="3004129" y="3304046"/>
                </a:lnTo>
                <a:lnTo>
                  <a:pt x="3011887" y="3304354"/>
                </a:lnTo>
                <a:cubicBezTo>
                  <a:pt x="3014473" y="3302535"/>
                  <a:pt x="3016822" y="3299627"/>
                  <a:pt x="3019643" y="3298173"/>
                </a:cubicBezTo>
                <a:cubicBezTo>
                  <a:pt x="3018702" y="3298173"/>
                  <a:pt x="3016354" y="3295991"/>
                  <a:pt x="3013296" y="3295627"/>
                </a:cubicBezTo>
                <a:lnTo>
                  <a:pt x="3004129" y="3302876"/>
                </a:lnTo>
                <a:lnTo>
                  <a:pt x="3004129" y="3286901"/>
                </a:lnTo>
                <a:cubicBezTo>
                  <a:pt x="3004715" y="3281446"/>
                  <a:pt x="3006010" y="3278538"/>
                  <a:pt x="3008360" y="3280719"/>
                </a:cubicBezTo>
                <a:cubicBezTo>
                  <a:pt x="2995196" y="3301081"/>
                  <a:pt x="2989554" y="3301081"/>
                  <a:pt x="2985794" y="3277809"/>
                </a:cubicBezTo>
                <a:cubicBezTo>
                  <a:pt x="2940659" y="3277809"/>
                  <a:pt x="3000838" y="3303990"/>
                  <a:pt x="2991435" y="3298173"/>
                </a:cubicBezTo>
                <a:cubicBezTo>
                  <a:pt x="2980151" y="3312718"/>
                  <a:pt x="2972628" y="3286536"/>
                  <a:pt x="2963223" y="3306899"/>
                </a:cubicBezTo>
                <a:cubicBezTo>
                  <a:pt x="2985793" y="3321444"/>
                  <a:pt x="2974510" y="3324353"/>
                  <a:pt x="2927494" y="3318535"/>
                </a:cubicBezTo>
                <a:cubicBezTo>
                  <a:pt x="3055374" y="3239993"/>
                  <a:pt x="2839107" y="3333080"/>
                  <a:pt x="2839107" y="3333080"/>
                </a:cubicBezTo>
                <a:cubicBezTo>
                  <a:pt x="2893645" y="3306899"/>
                  <a:pt x="2786449" y="3315626"/>
                  <a:pt x="2741316" y="3341806"/>
                </a:cubicBezTo>
                <a:cubicBezTo>
                  <a:pt x="2742258" y="3295264"/>
                  <a:pt x="2731911" y="3296718"/>
                  <a:pt x="2716635" y="3311263"/>
                </a:cubicBezTo>
                <a:lnTo>
                  <a:pt x="2708266" y="3320098"/>
                </a:lnTo>
                <a:lnTo>
                  <a:pt x="2706525" y="3317490"/>
                </a:lnTo>
                <a:cubicBezTo>
                  <a:pt x="2705351" y="3316445"/>
                  <a:pt x="2705584" y="3317990"/>
                  <a:pt x="2706526" y="3320353"/>
                </a:cubicBezTo>
                <a:lnTo>
                  <a:pt x="2707073" y="3321358"/>
                </a:lnTo>
                <a:lnTo>
                  <a:pt x="2690804" y="3338535"/>
                </a:lnTo>
                <a:lnTo>
                  <a:pt x="2673803" y="3350910"/>
                </a:lnTo>
                <a:lnTo>
                  <a:pt x="2668679" y="3333807"/>
                </a:lnTo>
                <a:lnTo>
                  <a:pt x="2662068" y="3322088"/>
                </a:lnTo>
                <a:lnTo>
                  <a:pt x="2678875" y="3309762"/>
                </a:lnTo>
                <a:cubicBezTo>
                  <a:pt x="2689363" y="3301445"/>
                  <a:pt x="2656218" y="3322172"/>
                  <a:pt x="2654808" y="3306899"/>
                </a:cubicBezTo>
                <a:cubicBezTo>
                  <a:pt x="2724389" y="3260355"/>
                  <a:pt x="2718747" y="3318535"/>
                  <a:pt x="2760122" y="3298173"/>
                </a:cubicBezTo>
                <a:cubicBezTo>
                  <a:pt x="2750718" y="3237084"/>
                  <a:pt x="3014000" y="3213812"/>
                  <a:pt x="3006480" y="3184723"/>
                </a:cubicBezTo>
                <a:cubicBezTo>
                  <a:pt x="2995195" y="3193450"/>
                  <a:pt x="2991435" y="3190541"/>
                  <a:pt x="2995195" y="3175996"/>
                </a:cubicBezTo>
                <a:cubicBezTo>
                  <a:pt x="3023406" y="3175996"/>
                  <a:pt x="3025284" y="3187632"/>
                  <a:pt x="3000837" y="3205086"/>
                </a:cubicBezTo>
                <a:cubicBezTo>
                  <a:pt x="3117434" y="3228357"/>
                  <a:pt x="3282928" y="3129452"/>
                  <a:pt x="3314898" y="3097454"/>
                </a:cubicBezTo>
                <a:cubicBezTo>
                  <a:pt x="3217106" y="3048002"/>
                  <a:pt x="3012119" y="3109090"/>
                  <a:pt x="2965106" y="3129452"/>
                </a:cubicBezTo>
                <a:cubicBezTo>
                  <a:pt x="2966986" y="3126544"/>
                  <a:pt x="3028107" y="3096000"/>
                  <a:pt x="3092282" y="3068728"/>
                </a:cubicBezTo>
                <a:lnTo>
                  <a:pt x="3161370" y="3042620"/>
                </a:lnTo>
                <a:lnTo>
                  <a:pt x="3172911" y="3042547"/>
                </a:lnTo>
                <a:cubicBezTo>
                  <a:pt x="3200649" y="3041456"/>
                  <a:pt x="3231209" y="3037821"/>
                  <a:pt x="3237790" y="3027639"/>
                </a:cubicBezTo>
                <a:cubicBezTo>
                  <a:pt x="3230739" y="3022549"/>
                  <a:pt x="3210408" y="3026003"/>
                  <a:pt x="3183814" y="3034139"/>
                </a:cubicBezTo>
                <a:lnTo>
                  <a:pt x="3161370" y="3042620"/>
                </a:lnTo>
                <a:lnTo>
                  <a:pt x="3136770" y="3042774"/>
                </a:lnTo>
                <a:cubicBezTo>
                  <a:pt x="3127661" y="3042547"/>
                  <a:pt x="3122608" y="3042184"/>
                  <a:pt x="3124955" y="3042183"/>
                </a:cubicBezTo>
                <a:cubicBezTo>
                  <a:pt x="3143763" y="3042184"/>
                  <a:pt x="3147524" y="3033457"/>
                  <a:pt x="3140003" y="3016003"/>
                </a:cubicBezTo>
                <a:cubicBezTo>
                  <a:pt x="3143763" y="3024731"/>
                  <a:pt x="3147995" y="3028366"/>
                  <a:pt x="3152698" y="3026549"/>
                </a:cubicBezTo>
                <a:lnTo>
                  <a:pt x="3155489" y="3022556"/>
                </a:lnTo>
                <a:lnTo>
                  <a:pt x="3151285" y="3039274"/>
                </a:lnTo>
                <a:cubicBezTo>
                  <a:pt x="3147523" y="2989822"/>
                  <a:pt x="3281048" y="2984005"/>
                  <a:pt x="3292330" y="2984005"/>
                </a:cubicBezTo>
                <a:cubicBezTo>
                  <a:pt x="3286689" y="2984005"/>
                  <a:pt x="3262241" y="2995641"/>
                  <a:pt x="3262239" y="3007277"/>
                </a:cubicBezTo>
                <a:cubicBezTo>
                  <a:pt x="3354391" y="2914190"/>
                  <a:pt x="3713584" y="2835648"/>
                  <a:pt x="3820775" y="2835647"/>
                </a:cubicBezTo>
                <a:cubicBezTo>
                  <a:pt x="3807612" y="2824012"/>
                  <a:pt x="3805732" y="2818194"/>
                  <a:pt x="3788808" y="2826921"/>
                </a:cubicBezTo>
                <a:cubicBezTo>
                  <a:pt x="3788807" y="2824012"/>
                  <a:pt x="3786926" y="2824012"/>
                  <a:pt x="3783164" y="2824012"/>
                </a:cubicBezTo>
                <a:cubicBezTo>
                  <a:pt x="3815133" y="2789105"/>
                  <a:pt x="3839584" y="2809467"/>
                  <a:pt x="3841464" y="2847283"/>
                </a:cubicBezTo>
                <a:cubicBezTo>
                  <a:pt x="3862150" y="2850193"/>
                  <a:pt x="3936434" y="2816740"/>
                  <a:pt x="4007190" y="2786559"/>
                </a:cubicBezTo>
                <a:lnTo>
                  <a:pt x="4075323" y="2759786"/>
                </a:lnTo>
                <a:lnTo>
                  <a:pt x="4118496" y="2748334"/>
                </a:lnTo>
                <a:lnTo>
                  <a:pt x="4148046" y="2745790"/>
                </a:lnTo>
                <a:lnTo>
                  <a:pt x="4151759" y="2771650"/>
                </a:lnTo>
                <a:cubicBezTo>
                  <a:pt x="4195014" y="2736743"/>
                  <a:pt x="4307848" y="2757106"/>
                  <a:pt x="4317252" y="2748379"/>
                </a:cubicBezTo>
                <a:cubicBezTo>
                  <a:pt x="4310670" y="2744015"/>
                  <a:pt x="4342640" y="2724381"/>
                  <a:pt x="4376490" y="2706926"/>
                </a:cubicBezTo>
                <a:lnTo>
                  <a:pt x="4415131" y="2688774"/>
                </a:lnTo>
                <a:lnTo>
                  <a:pt x="4424217" y="2689682"/>
                </a:lnTo>
                <a:lnTo>
                  <a:pt x="4423976" y="2693155"/>
                </a:lnTo>
                <a:cubicBezTo>
                  <a:pt x="4425679" y="2693768"/>
                  <a:pt x="4428383" y="2693211"/>
                  <a:pt x="4432188" y="2690955"/>
                </a:cubicBezTo>
                <a:lnTo>
                  <a:pt x="4432698" y="2690529"/>
                </a:lnTo>
                <a:lnTo>
                  <a:pt x="4446248" y="2691883"/>
                </a:lnTo>
                <a:lnTo>
                  <a:pt x="4451810" y="2691993"/>
                </a:lnTo>
                <a:lnTo>
                  <a:pt x="4448893" y="2698927"/>
                </a:lnTo>
                <a:cubicBezTo>
                  <a:pt x="4452654" y="2701836"/>
                  <a:pt x="4456885" y="2698927"/>
                  <a:pt x="4459004" y="2694927"/>
                </a:cubicBezTo>
                <a:lnTo>
                  <a:pt x="4458313" y="2692123"/>
                </a:lnTo>
                <a:lnTo>
                  <a:pt x="4467123" y="2692298"/>
                </a:lnTo>
                <a:lnTo>
                  <a:pt x="4461793" y="2702564"/>
                </a:lnTo>
                <a:cubicBezTo>
                  <a:pt x="4458296" y="2706745"/>
                  <a:pt x="4453597" y="2709835"/>
                  <a:pt x="4447013" y="2710563"/>
                </a:cubicBezTo>
                <a:cubicBezTo>
                  <a:pt x="4478982" y="2736743"/>
                  <a:pt x="4490266" y="2687290"/>
                  <a:pt x="4501550" y="2684382"/>
                </a:cubicBezTo>
                <a:cubicBezTo>
                  <a:pt x="4498965" y="2689110"/>
                  <a:pt x="4492499" y="2691609"/>
                  <a:pt x="4483000" y="2692615"/>
                </a:cubicBezTo>
                <a:lnTo>
                  <a:pt x="4467123" y="2692298"/>
                </a:lnTo>
                <a:lnTo>
                  <a:pt x="4469348" y="2688019"/>
                </a:lnTo>
                <a:cubicBezTo>
                  <a:pt x="4472872" y="2677837"/>
                  <a:pt x="4474281" y="2668383"/>
                  <a:pt x="4478982" y="2669837"/>
                </a:cubicBezTo>
                <a:cubicBezTo>
                  <a:pt x="4452656" y="2652383"/>
                  <a:pt x="4432438" y="2666928"/>
                  <a:pt x="4424915" y="2679655"/>
                </a:cubicBezTo>
                <a:lnTo>
                  <a:pt x="4424582" y="2684435"/>
                </a:lnTo>
                <a:lnTo>
                  <a:pt x="4424094" y="2684564"/>
                </a:lnTo>
                <a:lnTo>
                  <a:pt x="4415131" y="2688774"/>
                </a:lnTo>
                <a:lnTo>
                  <a:pt x="4338410" y="2681109"/>
                </a:lnTo>
                <a:cubicBezTo>
                  <a:pt x="4278113" y="2677018"/>
                  <a:pt x="4213320" y="2679269"/>
                  <a:pt x="4166840" y="2707648"/>
                </a:cubicBezTo>
                <a:lnTo>
                  <a:pt x="4130686" y="2742243"/>
                </a:lnTo>
                <a:lnTo>
                  <a:pt x="4103539" y="2748698"/>
                </a:lnTo>
                <a:lnTo>
                  <a:pt x="4075323" y="2759786"/>
                </a:lnTo>
                <a:lnTo>
                  <a:pt x="4067602" y="2761833"/>
                </a:lnTo>
                <a:cubicBezTo>
                  <a:pt x="4031871" y="2771651"/>
                  <a:pt x="3996610" y="2780378"/>
                  <a:pt x="3986270" y="2771651"/>
                </a:cubicBezTo>
                <a:cubicBezTo>
                  <a:pt x="3986270" y="2771651"/>
                  <a:pt x="4006955" y="2754197"/>
                  <a:pt x="4006955" y="2754197"/>
                </a:cubicBezTo>
                <a:cubicBezTo>
                  <a:pt x="4006013" y="2752742"/>
                  <a:pt x="3992378" y="2751288"/>
                  <a:pt x="3982038" y="2752378"/>
                </a:cubicBezTo>
                <a:lnTo>
                  <a:pt x="3978910" y="2753473"/>
                </a:lnTo>
                <a:lnTo>
                  <a:pt x="3979684" y="2748794"/>
                </a:lnTo>
                <a:cubicBezTo>
                  <a:pt x="3991177" y="2721471"/>
                  <a:pt x="4037044" y="2772378"/>
                  <a:pt x="4116028" y="2716380"/>
                </a:cubicBezTo>
                <a:cubicBezTo>
                  <a:pt x="4122610" y="2714198"/>
                  <a:pt x="4115323" y="2714017"/>
                  <a:pt x="4100719" y="2715154"/>
                </a:cubicBezTo>
                <a:lnTo>
                  <a:pt x="4051136" y="2720749"/>
                </a:lnTo>
                <a:lnTo>
                  <a:pt x="4056084" y="2713836"/>
                </a:lnTo>
                <a:cubicBezTo>
                  <a:pt x="4057494" y="2710927"/>
                  <a:pt x="4054909" y="2712018"/>
                  <a:pt x="4051149" y="2714927"/>
                </a:cubicBezTo>
                <a:lnTo>
                  <a:pt x="4044592" y="2721487"/>
                </a:lnTo>
                <a:lnTo>
                  <a:pt x="4041509" y="2721835"/>
                </a:lnTo>
                <a:cubicBezTo>
                  <a:pt x="3996140" y="2728016"/>
                  <a:pt x="3947717" y="2736744"/>
                  <a:pt x="3948656" y="2742561"/>
                </a:cubicBezTo>
                <a:cubicBezTo>
                  <a:pt x="3997550" y="2713472"/>
                  <a:pt x="3820774" y="2783286"/>
                  <a:pt x="3826418" y="2789105"/>
                </a:cubicBezTo>
                <a:cubicBezTo>
                  <a:pt x="3839583" y="2742561"/>
                  <a:pt x="3589463" y="2812376"/>
                  <a:pt x="3542449" y="2832739"/>
                </a:cubicBezTo>
                <a:cubicBezTo>
                  <a:pt x="3531166" y="2858919"/>
                  <a:pt x="3059137" y="2905463"/>
                  <a:pt x="2965106" y="2917099"/>
                </a:cubicBezTo>
                <a:cubicBezTo>
                  <a:pt x="2978270" y="2920008"/>
                  <a:pt x="2985793" y="2911280"/>
                  <a:pt x="2985793" y="2893827"/>
                </a:cubicBezTo>
                <a:cubicBezTo>
                  <a:pt x="2968869" y="2920008"/>
                  <a:pt x="2972629" y="2890918"/>
                  <a:pt x="2951943" y="2899645"/>
                </a:cubicBezTo>
                <a:cubicBezTo>
                  <a:pt x="2948182" y="2914190"/>
                  <a:pt x="2951943" y="2925825"/>
                  <a:pt x="2966988" y="2931644"/>
                </a:cubicBezTo>
                <a:cubicBezTo>
                  <a:pt x="2940659" y="2917099"/>
                  <a:pt x="2865434" y="2954915"/>
                  <a:pt x="2903047" y="2908371"/>
                </a:cubicBezTo>
                <a:cubicBezTo>
                  <a:pt x="2769525" y="2789105"/>
                  <a:pt x="2122599" y="3065455"/>
                  <a:pt x="1990958" y="3091637"/>
                </a:cubicBezTo>
                <a:cubicBezTo>
                  <a:pt x="1880943" y="3114908"/>
                  <a:pt x="1764817" y="3138180"/>
                  <a:pt x="1650335" y="3161451"/>
                </a:cubicBezTo>
                <a:lnTo>
                  <a:pt x="1561147" y="3179817"/>
                </a:lnTo>
                <a:lnTo>
                  <a:pt x="1562183" y="3175996"/>
                </a:lnTo>
                <a:cubicBezTo>
                  <a:pt x="1559362" y="3171633"/>
                  <a:pt x="1557010" y="3173088"/>
                  <a:pt x="1554896" y="3176360"/>
                </a:cubicBezTo>
                <a:lnTo>
                  <a:pt x="1552125" y="3181676"/>
                </a:lnTo>
                <a:lnTo>
                  <a:pt x="1480818" y="3196359"/>
                </a:lnTo>
                <a:cubicBezTo>
                  <a:pt x="1425369" y="3207995"/>
                  <a:pt x="1371303" y="3219631"/>
                  <a:pt x="1319585" y="3231267"/>
                </a:cubicBezTo>
                <a:cubicBezTo>
                  <a:pt x="1313944" y="3173087"/>
                  <a:pt x="826870" y="3356351"/>
                  <a:pt x="746005" y="3295264"/>
                </a:cubicBezTo>
                <a:cubicBezTo>
                  <a:pt x="779855" y="3263265"/>
                  <a:pt x="922781" y="3237084"/>
                  <a:pt x="919019" y="3234174"/>
                </a:cubicBezTo>
                <a:cubicBezTo>
                  <a:pt x="948169" y="3197813"/>
                  <a:pt x="1108020" y="3146906"/>
                  <a:pt x="1267165" y="3108363"/>
                </a:cubicBezTo>
                <a:lnTo>
                  <a:pt x="1337955" y="3092553"/>
                </a:lnTo>
                <a:lnTo>
                  <a:pt x="1356210" y="3096586"/>
                </a:lnTo>
                <a:cubicBezTo>
                  <a:pt x="1386487" y="3100034"/>
                  <a:pt x="1424003" y="3098886"/>
                  <a:pt x="1466360" y="3094318"/>
                </a:cubicBezTo>
                <a:lnTo>
                  <a:pt x="1592898" y="3073602"/>
                </a:lnTo>
                <a:lnTo>
                  <a:pt x="1582868" y="3082909"/>
                </a:lnTo>
                <a:cubicBezTo>
                  <a:pt x="1584280" y="3082909"/>
                  <a:pt x="1592271" y="3079636"/>
                  <a:pt x="1603467" y="3074774"/>
                </a:cubicBezTo>
                <a:lnTo>
                  <a:pt x="1616668" y="3068912"/>
                </a:lnTo>
                <a:lnTo>
                  <a:pt x="1759409" y="3035275"/>
                </a:lnTo>
                <a:lnTo>
                  <a:pt x="1797302" y="3024786"/>
                </a:lnTo>
                <a:lnTo>
                  <a:pt x="1823792" y="3018776"/>
                </a:lnTo>
                <a:lnTo>
                  <a:pt x="1851838" y="3009689"/>
                </a:lnTo>
                <a:lnTo>
                  <a:pt x="1913527" y="2992613"/>
                </a:lnTo>
                <a:cubicBezTo>
                  <a:pt x="2013162" y="2963601"/>
                  <a:pt x="2103379" y="2935024"/>
                  <a:pt x="2164991" y="2916285"/>
                </a:cubicBezTo>
                <a:lnTo>
                  <a:pt x="2181536" y="2911364"/>
                </a:lnTo>
                <a:lnTo>
                  <a:pt x="2224466" y="2909889"/>
                </a:lnTo>
                <a:cubicBezTo>
                  <a:pt x="2240844" y="2912781"/>
                  <a:pt x="2253066" y="2919644"/>
                  <a:pt x="2259882" y="2931644"/>
                </a:cubicBezTo>
                <a:cubicBezTo>
                  <a:pt x="2281745" y="2933825"/>
                  <a:pt x="2358350" y="2904099"/>
                  <a:pt x="2447749" y="2869311"/>
                </a:cubicBezTo>
                <a:lnTo>
                  <a:pt x="2516397" y="2842866"/>
                </a:lnTo>
                <a:lnTo>
                  <a:pt x="2541503" y="2838193"/>
                </a:lnTo>
                <a:cubicBezTo>
                  <a:pt x="2650576" y="2817467"/>
                  <a:pt x="2752598" y="2796378"/>
                  <a:pt x="2807136" y="2777469"/>
                </a:cubicBezTo>
                <a:cubicBezTo>
                  <a:pt x="2786450" y="2746925"/>
                  <a:pt x="2664213" y="2786923"/>
                  <a:pt x="2539856" y="2833829"/>
                </a:cubicBezTo>
                <a:lnTo>
                  <a:pt x="2516397" y="2842866"/>
                </a:lnTo>
                <a:lnTo>
                  <a:pt x="2377658" y="2868692"/>
                </a:lnTo>
                <a:cubicBezTo>
                  <a:pt x="2324647" y="2878555"/>
                  <a:pt x="2274930" y="2888009"/>
                  <a:pt x="2233555" y="2896736"/>
                </a:cubicBezTo>
                <a:cubicBezTo>
                  <a:pt x="2226504" y="2898373"/>
                  <a:pt x="2217064" y="2900917"/>
                  <a:pt x="2205536" y="2904225"/>
                </a:cubicBezTo>
                <a:lnTo>
                  <a:pt x="2181536" y="2911364"/>
                </a:lnTo>
                <a:lnTo>
                  <a:pt x="2164121" y="2911963"/>
                </a:lnTo>
                <a:cubicBezTo>
                  <a:pt x="2093818" y="2923621"/>
                  <a:pt x="1997402" y="2960539"/>
                  <a:pt x="1908685" y="2991271"/>
                </a:cubicBezTo>
                <a:lnTo>
                  <a:pt x="1851838" y="3009689"/>
                </a:lnTo>
                <a:lnTo>
                  <a:pt x="1797302" y="3024786"/>
                </a:lnTo>
                <a:lnTo>
                  <a:pt x="1751545" y="3035167"/>
                </a:lnTo>
                <a:cubicBezTo>
                  <a:pt x="1730408" y="3038002"/>
                  <a:pt x="1712629" y="3037821"/>
                  <a:pt x="1699465" y="3033457"/>
                </a:cubicBezTo>
                <a:cubicBezTo>
                  <a:pt x="1699465" y="3032003"/>
                  <a:pt x="1671727" y="3044366"/>
                  <a:pt x="1643284" y="3057092"/>
                </a:cubicBezTo>
                <a:lnTo>
                  <a:pt x="1616668" y="3068912"/>
                </a:lnTo>
                <a:lnTo>
                  <a:pt x="1605558" y="3071530"/>
                </a:lnTo>
                <a:lnTo>
                  <a:pt x="1592898" y="3073602"/>
                </a:lnTo>
                <a:lnTo>
                  <a:pt x="1611078" y="3056729"/>
                </a:lnTo>
                <a:cubicBezTo>
                  <a:pt x="1591333" y="3046911"/>
                  <a:pt x="1497273" y="3059183"/>
                  <a:pt x="1384338" y="3082194"/>
                </a:cubicBezTo>
                <a:lnTo>
                  <a:pt x="1337955" y="3092553"/>
                </a:lnTo>
                <a:lnTo>
                  <a:pt x="1316524" y="3087818"/>
                </a:lnTo>
                <a:lnTo>
                  <a:pt x="1303566" y="3079886"/>
                </a:lnTo>
                <a:lnTo>
                  <a:pt x="1314178" y="3078545"/>
                </a:lnTo>
                <a:cubicBezTo>
                  <a:pt x="1318176" y="3077091"/>
                  <a:pt x="1321467" y="3074183"/>
                  <a:pt x="1321466" y="3068364"/>
                </a:cubicBezTo>
                <a:cubicBezTo>
                  <a:pt x="1317705" y="3066910"/>
                  <a:pt x="1313005" y="3067637"/>
                  <a:pt x="1309242" y="3069819"/>
                </a:cubicBezTo>
                <a:lnTo>
                  <a:pt x="1302970" y="3079521"/>
                </a:lnTo>
                <a:lnTo>
                  <a:pt x="1289496" y="3071274"/>
                </a:lnTo>
                <a:cubicBezTo>
                  <a:pt x="1285499" y="3076001"/>
                  <a:pt x="1277685" y="3081227"/>
                  <a:pt x="1267018" y="3086694"/>
                </a:cubicBezTo>
                <a:lnTo>
                  <a:pt x="1248404" y="3094618"/>
                </a:lnTo>
                <a:lnTo>
                  <a:pt x="1248124" y="3094546"/>
                </a:lnTo>
                <a:lnTo>
                  <a:pt x="1245989" y="3095647"/>
                </a:lnTo>
                <a:lnTo>
                  <a:pt x="1227437" y="3103544"/>
                </a:lnTo>
                <a:cubicBezTo>
                  <a:pt x="1135052" y="3137635"/>
                  <a:pt x="974968" y="3170906"/>
                  <a:pt x="956631" y="3146906"/>
                </a:cubicBezTo>
                <a:cubicBezTo>
                  <a:pt x="981078" y="3120726"/>
                  <a:pt x="1043138" y="3106180"/>
                  <a:pt x="992362" y="3097454"/>
                </a:cubicBezTo>
                <a:cubicBezTo>
                  <a:pt x="996123" y="3129452"/>
                  <a:pt x="887049" y="3173087"/>
                  <a:pt x="868243" y="3149815"/>
                </a:cubicBezTo>
                <a:cubicBezTo>
                  <a:pt x="926071" y="3158542"/>
                  <a:pt x="830514" y="3139452"/>
                  <a:pt x="794196" y="3147770"/>
                </a:cubicBezTo>
                <a:lnTo>
                  <a:pt x="782690" y="3154069"/>
                </a:lnTo>
                <a:lnTo>
                  <a:pt x="781266" y="3139634"/>
                </a:lnTo>
                <a:cubicBezTo>
                  <a:pt x="780326" y="3123635"/>
                  <a:pt x="780796" y="3107635"/>
                  <a:pt x="785497" y="3111999"/>
                </a:cubicBezTo>
                <a:cubicBezTo>
                  <a:pt x="772332" y="3132361"/>
                  <a:pt x="766692" y="3132361"/>
                  <a:pt x="762930" y="3109090"/>
                </a:cubicBezTo>
                <a:cubicBezTo>
                  <a:pt x="717796" y="3109090"/>
                  <a:pt x="777974" y="3135271"/>
                  <a:pt x="768572" y="3129452"/>
                </a:cubicBezTo>
                <a:cubicBezTo>
                  <a:pt x="757287" y="3143997"/>
                  <a:pt x="749766" y="3117816"/>
                  <a:pt x="740362" y="3138180"/>
                </a:cubicBezTo>
                <a:cubicBezTo>
                  <a:pt x="762929" y="3152725"/>
                  <a:pt x="751646" y="3155634"/>
                  <a:pt x="704631" y="3149815"/>
                </a:cubicBezTo>
                <a:cubicBezTo>
                  <a:pt x="832512" y="3071274"/>
                  <a:pt x="616243" y="3164360"/>
                  <a:pt x="616243" y="3164360"/>
                </a:cubicBezTo>
                <a:cubicBezTo>
                  <a:pt x="670780" y="3138180"/>
                  <a:pt x="563588" y="3146906"/>
                  <a:pt x="518453" y="3173087"/>
                </a:cubicBezTo>
                <a:cubicBezTo>
                  <a:pt x="519394" y="3126544"/>
                  <a:pt x="509051" y="3127998"/>
                  <a:pt x="493770" y="3142544"/>
                </a:cubicBezTo>
                <a:lnTo>
                  <a:pt x="489886" y="3146644"/>
                </a:lnTo>
                <a:lnTo>
                  <a:pt x="487424" y="3142953"/>
                </a:lnTo>
                <a:cubicBezTo>
                  <a:pt x="486247" y="3141907"/>
                  <a:pt x="486483" y="3143452"/>
                  <a:pt x="487424" y="3145816"/>
                </a:cubicBezTo>
                <a:lnTo>
                  <a:pt x="488609" y="3147993"/>
                </a:lnTo>
                <a:lnTo>
                  <a:pt x="467940" y="3169815"/>
                </a:lnTo>
                <a:lnTo>
                  <a:pt x="450941" y="3182190"/>
                </a:lnTo>
                <a:lnTo>
                  <a:pt x="445816" y="3165088"/>
                </a:lnTo>
                <a:lnTo>
                  <a:pt x="439205" y="3153368"/>
                </a:lnTo>
                <a:lnTo>
                  <a:pt x="456012" y="3141043"/>
                </a:lnTo>
                <a:cubicBezTo>
                  <a:pt x="466502" y="3132726"/>
                  <a:pt x="433355" y="3153452"/>
                  <a:pt x="431946" y="3138180"/>
                </a:cubicBezTo>
                <a:cubicBezTo>
                  <a:pt x="501527" y="3091637"/>
                  <a:pt x="495886" y="3149815"/>
                  <a:pt x="537258" y="3129452"/>
                </a:cubicBezTo>
                <a:cubicBezTo>
                  <a:pt x="527855" y="3068364"/>
                  <a:pt x="791138" y="3045093"/>
                  <a:pt x="783616" y="3016003"/>
                </a:cubicBezTo>
                <a:cubicBezTo>
                  <a:pt x="772333" y="3024731"/>
                  <a:pt x="768571" y="3021821"/>
                  <a:pt x="772332" y="3007277"/>
                </a:cubicBezTo>
                <a:cubicBezTo>
                  <a:pt x="800542" y="3007276"/>
                  <a:pt x="802422" y="3018912"/>
                  <a:pt x="777974" y="3036366"/>
                </a:cubicBezTo>
                <a:cubicBezTo>
                  <a:pt x="894571" y="3059638"/>
                  <a:pt x="1060063" y="2960733"/>
                  <a:pt x="1092035" y="2928735"/>
                </a:cubicBezTo>
                <a:cubicBezTo>
                  <a:pt x="994244" y="2879283"/>
                  <a:pt x="789259" y="2940370"/>
                  <a:pt x="742243" y="2960733"/>
                </a:cubicBezTo>
                <a:cubicBezTo>
                  <a:pt x="744123" y="2957824"/>
                  <a:pt x="805243" y="2927280"/>
                  <a:pt x="869418" y="2900008"/>
                </a:cubicBezTo>
                <a:lnTo>
                  <a:pt x="938507" y="2873900"/>
                </a:lnTo>
                <a:lnTo>
                  <a:pt x="950050" y="2873828"/>
                </a:lnTo>
                <a:cubicBezTo>
                  <a:pt x="977787" y="2872737"/>
                  <a:pt x="1008348" y="2869101"/>
                  <a:pt x="1014930" y="2858919"/>
                </a:cubicBezTo>
                <a:cubicBezTo>
                  <a:pt x="1007877" y="2853829"/>
                  <a:pt x="987543" y="2857283"/>
                  <a:pt x="960952" y="2865419"/>
                </a:cubicBezTo>
                <a:lnTo>
                  <a:pt x="938507" y="2873900"/>
                </a:lnTo>
                <a:lnTo>
                  <a:pt x="913906" y="2874055"/>
                </a:lnTo>
                <a:cubicBezTo>
                  <a:pt x="904797" y="2873828"/>
                  <a:pt x="899745" y="2873464"/>
                  <a:pt x="902095" y="2873464"/>
                </a:cubicBezTo>
                <a:cubicBezTo>
                  <a:pt x="920901" y="2873464"/>
                  <a:pt x="924662" y="2864738"/>
                  <a:pt x="917138" y="2847283"/>
                </a:cubicBezTo>
                <a:cubicBezTo>
                  <a:pt x="920901" y="2856011"/>
                  <a:pt x="925132" y="2859646"/>
                  <a:pt x="929833" y="2857829"/>
                </a:cubicBezTo>
                <a:lnTo>
                  <a:pt x="932626" y="2853835"/>
                </a:lnTo>
                <a:lnTo>
                  <a:pt x="928423" y="2870555"/>
                </a:lnTo>
                <a:cubicBezTo>
                  <a:pt x="924662" y="2821103"/>
                  <a:pt x="1058184" y="2815285"/>
                  <a:pt x="1069466" y="2815286"/>
                </a:cubicBezTo>
                <a:cubicBezTo>
                  <a:pt x="1063825" y="2815285"/>
                  <a:pt x="1039378" y="2826921"/>
                  <a:pt x="1039377" y="2838557"/>
                </a:cubicBezTo>
                <a:cubicBezTo>
                  <a:pt x="1131526" y="2745470"/>
                  <a:pt x="1490719" y="2666928"/>
                  <a:pt x="1597913" y="2666928"/>
                </a:cubicBezTo>
                <a:cubicBezTo>
                  <a:pt x="1584749" y="2655292"/>
                  <a:pt x="1582868" y="2649474"/>
                  <a:pt x="1565943" y="2658201"/>
                </a:cubicBezTo>
                <a:cubicBezTo>
                  <a:pt x="1565944" y="2655292"/>
                  <a:pt x="1564062" y="2655292"/>
                  <a:pt x="1560301" y="2655292"/>
                </a:cubicBezTo>
                <a:cubicBezTo>
                  <a:pt x="1592271" y="2620385"/>
                  <a:pt x="1616719" y="2640748"/>
                  <a:pt x="1618601" y="2678564"/>
                </a:cubicBezTo>
                <a:cubicBezTo>
                  <a:pt x="1639287" y="2681473"/>
                  <a:pt x="1713570" y="2648021"/>
                  <a:pt x="1784328" y="2617840"/>
                </a:cubicBezTo>
                <a:lnTo>
                  <a:pt x="1852459" y="2591067"/>
                </a:lnTo>
                <a:lnTo>
                  <a:pt x="1895637" y="2579615"/>
                </a:lnTo>
                <a:cubicBezTo>
                  <a:pt x="1910683" y="2576206"/>
                  <a:pt x="1922788" y="2574569"/>
                  <a:pt x="1928899" y="2576751"/>
                </a:cubicBezTo>
                <a:cubicBezTo>
                  <a:pt x="1925609" y="2568751"/>
                  <a:pt x="1907154" y="2571478"/>
                  <a:pt x="1880679" y="2579977"/>
                </a:cubicBezTo>
                <a:lnTo>
                  <a:pt x="1852459" y="2591067"/>
                </a:lnTo>
                <a:lnTo>
                  <a:pt x="1844740" y="2593113"/>
                </a:lnTo>
                <a:cubicBezTo>
                  <a:pt x="1809011" y="2602931"/>
                  <a:pt x="1773750" y="2611659"/>
                  <a:pt x="1763406" y="2602931"/>
                </a:cubicBezTo>
                <a:cubicBezTo>
                  <a:pt x="1763406" y="2602931"/>
                  <a:pt x="1784092" y="2585477"/>
                  <a:pt x="1784092" y="2585477"/>
                </a:cubicBezTo>
                <a:cubicBezTo>
                  <a:pt x="1783152" y="2584023"/>
                  <a:pt x="1769518" y="2582569"/>
                  <a:pt x="1759176" y="2583660"/>
                </a:cubicBezTo>
                <a:lnTo>
                  <a:pt x="1756047" y="2584753"/>
                </a:lnTo>
                <a:lnTo>
                  <a:pt x="1756820" y="2580074"/>
                </a:lnTo>
                <a:cubicBezTo>
                  <a:pt x="1768313" y="2552752"/>
                  <a:pt x="1814183" y="2603658"/>
                  <a:pt x="1893167" y="2547661"/>
                </a:cubicBezTo>
                <a:cubicBezTo>
                  <a:pt x="1899749" y="2545480"/>
                  <a:pt x="1892462" y="2545297"/>
                  <a:pt x="1877859" y="2546434"/>
                </a:cubicBezTo>
                <a:lnTo>
                  <a:pt x="1826847" y="2552190"/>
                </a:lnTo>
                <a:lnTo>
                  <a:pt x="1831519" y="2546933"/>
                </a:lnTo>
                <a:cubicBezTo>
                  <a:pt x="1846799" y="2528299"/>
                  <a:pt x="1828288" y="2541480"/>
                  <a:pt x="1820059" y="2552388"/>
                </a:cubicBezTo>
                <a:lnTo>
                  <a:pt x="1819934" y="2552971"/>
                </a:lnTo>
                <a:lnTo>
                  <a:pt x="1818649" y="2553115"/>
                </a:lnTo>
                <a:cubicBezTo>
                  <a:pt x="1773279" y="2559296"/>
                  <a:pt x="1724854" y="2568024"/>
                  <a:pt x="1725794" y="2573841"/>
                </a:cubicBezTo>
                <a:cubicBezTo>
                  <a:pt x="1774691" y="2544751"/>
                  <a:pt x="1597914" y="2614567"/>
                  <a:pt x="1603556" y="2620385"/>
                </a:cubicBezTo>
                <a:cubicBezTo>
                  <a:pt x="1616719" y="2573841"/>
                  <a:pt x="1366600" y="2643657"/>
                  <a:pt x="1319585" y="2664019"/>
                </a:cubicBezTo>
                <a:cubicBezTo>
                  <a:pt x="1308302" y="2690200"/>
                  <a:pt x="836273" y="2736743"/>
                  <a:pt x="742243" y="2748379"/>
                </a:cubicBezTo>
                <a:cubicBezTo>
                  <a:pt x="755407" y="2751287"/>
                  <a:pt x="762929" y="2742561"/>
                  <a:pt x="762930" y="2725107"/>
                </a:cubicBezTo>
                <a:cubicBezTo>
                  <a:pt x="746005" y="2751287"/>
                  <a:pt x="749767" y="2722199"/>
                  <a:pt x="729078" y="2730925"/>
                </a:cubicBezTo>
                <a:cubicBezTo>
                  <a:pt x="725318" y="2745470"/>
                  <a:pt x="729078" y="2757106"/>
                  <a:pt x="744123" y="2762924"/>
                </a:cubicBezTo>
                <a:cubicBezTo>
                  <a:pt x="717795" y="2748379"/>
                  <a:pt x="642572" y="2786196"/>
                  <a:pt x="680184" y="2739652"/>
                </a:cubicBezTo>
                <a:cubicBezTo>
                  <a:pt x="625647" y="2693109"/>
                  <a:pt x="614364" y="2760015"/>
                  <a:pt x="574870" y="2733834"/>
                </a:cubicBezTo>
                <a:cubicBezTo>
                  <a:pt x="596028" y="2703290"/>
                  <a:pt x="677480" y="2672747"/>
                  <a:pt x="729579" y="2659383"/>
                </a:cubicBezTo>
                <a:lnTo>
                  <a:pt x="768256" y="2652440"/>
                </a:lnTo>
                <a:lnTo>
                  <a:pt x="768689" y="2654792"/>
                </a:lnTo>
                <a:cubicBezTo>
                  <a:pt x="772215" y="2669110"/>
                  <a:pt x="787377" y="2708381"/>
                  <a:pt x="826870" y="2675654"/>
                </a:cubicBezTo>
                <a:cubicBezTo>
                  <a:pt x="808065" y="2643656"/>
                  <a:pt x="800543" y="2655292"/>
                  <a:pt x="813705" y="2649474"/>
                </a:cubicBezTo>
                <a:cubicBezTo>
                  <a:pt x="812766" y="2636384"/>
                  <a:pt x="779855" y="2641475"/>
                  <a:pt x="743419" y="2650929"/>
                </a:cubicBezTo>
                <a:lnTo>
                  <a:pt x="694733" y="2665176"/>
                </a:lnTo>
                <a:lnTo>
                  <a:pt x="698343" y="2660020"/>
                </a:lnTo>
                <a:cubicBezTo>
                  <a:pt x="698638" y="2658929"/>
                  <a:pt x="697344" y="2659656"/>
                  <a:pt x="695699" y="2661111"/>
                </a:cubicBezTo>
                <a:lnTo>
                  <a:pt x="693562" y="2665518"/>
                </a:lnTo>
                <a:lnTo>
                  <a:pt x="689675" y="2666656"/>
                </a:lnTo>
                <a:lnTo>
                  <a:pt x="688661" y="2666976"/>
                </a:lnTo>
                <a:lnTo>
                  <a:pt x="683710" y="2664020"/>
                </a:lnTo>
                <a:cubicBezTo>
                  <a:pt x="681711" y="2663656"/>
                  <a:pt x="679891" y="2664020"/>
                  <a:pt x="679744" y="2665383"/>
                </a:cubicBezTo>
                <a:lnTo>
                  <a:pt x="682633" y="2668881"/>
                </a:lnTo>
                <a:lnTo>
                  <a:pt x="651975" y="2678564"/>
                </a:lnTo>
                <a:cubicBezTo>
                  <a:pt x="695227" y="2623293"/>
                  <a:pt x="588035" y="2652383"/>
                  <a:pt x="533498" y="2655292"/>
                </a:cubicBezTo>
                <a:cubicBezTo>
                  <a:pt x="572990" y="2632021"/>
                  <a:pt x="552304" y="2646566"/>
                  <a:pt x="537258" y="2649474"/>
                </a:cubicBezTo>
                <a:cubicBezTo>
                  <a:pt x="542899" y="2643657"/>
                  <a:pt x="580512" y="2602931"/>
                  <a:pt x="586154" y="2611658"/>
                </a:cubicBezTo>
                <a:cubicBezTo>
                  <a:pt x="576752" y="2614567"/>
                  <a:pt x="564526" y="2610204"/>
                  <a:pt x="553245" y="2607659"/>
                </a:cubicBezTo>
                <a:lnTo>
                  <a:pt x="540567" y="2606598"/>
                </a:lnTo>
                <a:lnTo>
                  <a:pt x="526915" y="2590204"/>
                </a:lnTo>
                <a:cubicBezTo>
                  <a:pt x="519864" y="2587659"/>
                  <a:pt x="511870" y="2589841"/>
                  <a:pt x="503408" y="2597113"/>
                </a:cubicBezTo>
                <a:cubicBezTo>
                  <a:pt x="535378" y="2515662"/>
                  <a:pt x="674542" y="2483663"/>
                  <a:pt x="730960" y="2416757"/>
                </a:cubicBezTo>
                <a:cubicBezTo>
                  <a:pt x="706513" y="2410940"/>
                  <a:pt x="712154" y="2422576"/>
                  <a:pt x="685826" y="2396395"/>
                </a:cubicBezTo>
                <a:cubicBezTo>
                  <a:pt x="742244" y="2346942"/>
                  <a:pt x="875765" y="2326580"/>
                  <a:pt x="875765" y="2277127"/>
                </a:cubicBezTo>
                <a:cubicBezTo>
                  <a:pt x="920900" y="2285854"/>
                  <a:pt x="956632" y="2221857"/>
                  <a:pt x="998004" y="2230584"/>
                </a:cubicBezTo>
                <a:cubicBezTo>
                  <a:pt x="982959" y="2216039"/>
                  <a:pt x="969796" y="2216039"/>
                  <a:pt x="954751" y="2224766"/>
                </a:cubicBezTo>
                <a:cubicBezTo>
                  <a:pt x="990013" y="2189859"/>
                  <a:pt x="1033619" y="2165678"/>
                  <a:pt x="1081927" y="2148087"/>
                </a:cubicBezTo>
                <a:lnTo>
                  <a:pt x="1110355" y="2139822"/>
                </a:lnTo>
                <a:lnTo>
                  <a:pt x="1271002" y="2106285"/>
                </a:lnTo>
                <a:lnTo>
                  <a:pt x="1399042" y="2088545"/>
                </a:lnTo>
                <a:cubicBezTo>
                  <a:pt x="1451581" y="2080773"/>
                  <a:pt x="1501534" y="2071319"/>
                  <a:pt x="1545256" y="2056047"/>
                </a:cubicBezTo>
                <a:cubicBezTo>
                  <a:pt x="1546667" y="2059683"/>
                  <a:pt x="1540790" y="2060047"/>
                  <a:pt x="1532504" y="2058729"/>
                </a:cubicBezTo>
                <a:lnTo>
                  <a:pt x="1507721" y="2051981"/>
                </a:lnTo>
                <a:lnTo>
                  <a:pt x="1507730" y="2051978"/>
                </a:lnTo>
                <a:cubicBezTo>
                  <a:pt x="1656212" y="2011685"/>
                  <a:pt x="1801489" y="1956052"/>
                  <a:pt x="1938300" y="1861146"/>
                </a:cubicBezTo>
                <a:cubicBezTo>
                  <a:pt x="1963689" y="1854601"/>
                  <a:pt x="1844153" y="1866055"/>
                  <a:pt x="1794701" y="1877100"/>
                </a:cubicBezTo>
                <a:lnTo>
                  <a:pt x="1788416" y="1878999"/>
                </a:lnTo>
                <a:lnTo>
                  <a:pt x="1805015" y="1867329"/>
                </a:lnTo>
                <a:cubicBezTo>
                  <a:pt x="1814650" y="1862601"/>
                  <a:pt x="1824526" y="1859692"/>
                  <a:pt x="1834868" y="1858237"/>
                </a:cubicBezTo>
                <a:lnTo>
                  <a:pt x="1819772" y="1841392"/>
                </a:lnTo>
                <a:lnTo>
                  <a:pt x="1823979" y="1838245"/>
                </a:lnTo>
                <a:cubicBezTo>
                  <a:pt x="1841554" y="1822989"/>
                  <a:pt x="1834105" y="1820875"/>
                  <a:pt x="1823351" y="1822239"/>
                </a:cubicBezTo>
                <a:lnTo>
                  <a:pt x="1810116" y="1825296"/>
                </a:lnTo>
                <a:lnTo>
                  <a:pt x="1814183" y="1823330"/>
                </a:lnTo>
                <a:lnTo>
                  <a:pt x="1804171" y="1826669"/>
                </a:lnTo>
                <a:lnTo>
                  <a:pt x="1804018" y="1826704"/>
                </a:lnTo>
                <a:lnTo>
                  <a:pt x="1798916" y="1822705"/>
                </a:lnTo>
                <a:lnTo>
                  <a:pt x="1827522" y="1819830"/>
                </a:lnTo>
                <a:cubicBezTo>
                  <a:pt x="1836398" y="1818966"/>
                  <a:pt x="1842861" y="1818239"/>
                  <a:pt x="1844272" y="1817512"/>
                </a:cubicBezTo>
                <a:cubicBezTo>
                  <a:pt x="1829227" y="1788422"/>
                  <a:pt x="1793495" y="1820421"/>
                  <a:pt x="1780331" y="1805876"/>
                </a:cubicBezTo>
                <a:cubicBezTo>
                  <a:pt x="1831108" y="1776786"/>
                  <a:pt x="1812302" y="1791331"/>
                  <a:pt x="1868719" y="1776786"/>
                </a:cubicBezTo>
                <a:cubicBezTo>
                  <a:pt x="1861197" y="1756424"/>
                  <a:pt x="1345915" y="1916417"/>
                  <a:pt x="1334630" y="1930961"/>
                </a:cubicBezTo>
                <a:cubicBezTo>
                  <a:pt x="1326169" y="1871328"/>
                  <a:pt x="1311593" y="1869873"/>
                  <a:pt x="1294433" y="1883327"/>
                </a:cubicBezTo>
                <a:lnTo>
                  <a:pt x="1276915" y="1900017"/>
                </a:lnTo>
                <a:lnTo>
                  <a:pt x="1275862" y="1897508"/>
                </a:lnTo>
                <a:cubicBezTo>
                  <a:pt x="1266459" y="1895326"/>
                  <a:pt x="1249065" y="1896054"/>
                  <a:pt x="1265048" y="1887327"/>
                </a:cubicBezTo>
                <a:cubicBezTo>
                  <a:pt x="1157856" y="1916417"/>
                  <a:pt x="1058183" y="1930961"/>
                  <a:pt x="958512" y="1954234"/>
                </a:cubicBezTo>
                <a:cubicBezTo>
                  <a:pt x="950989" y="1893144"/>
                  <a:pt x="422541" y="2102590"/>
                  <a:pt x="334155" y="2047320"/>
                </a:cubicBezTo>
                <a:cubicBezTo>
                  <a:pt x="369885" y="2012412"/>
                  <a:pt x="524094" y="1977505"/>
                  <a:pt x="522214" y="1974596"/>
                </a:cubicBezTo>
                <a:cubicBezTo>
                  <a:pt x="646333" y="1820421"/>
                  <a:pt x="894572" y="1962960"/>
                  <a:pt x="1020571" y="1855328"/>
                </a:cubicBezTo>
                <a:cubicBezTo>
                  <a:pt x="1022452" y="1802967"/>
                  <a:pt x="1093915" y="1811695"/>
                  <a:pt x="1231198" y="1750606"/>
                </a:cubicBezTo>
                <a:cubicBezTo>
                  <a:pt x="1197348" y="1744788"/>
                  <a:pt x="988601" y="1840783"/>
                  <a:pt x="937826" y="1794240"/>
                </a:cubicBezTo>
                <a:cubicBezTo>
                  <a:pt x="902095" y="1837875"/>
                  <a:pt x="603080" y="1919325"/>
                  <a:pt x="574871" y="1884418"/>
                </a:cubicBezTo>
                <a:cubicBezTo>
                  <a:pt x="603080" y="1855328"/>
                  <a:pt x="668900" y="1837875"/>
                  <a:pt x="614364" y="1832057"/>
                </a:cubicBezTo>
                <a:cubicBezTo>
                  <a:pt x="620005" y="1866964"/>
                  <a:pt x="499647" y="1913508"/>
                  <a:pt x="480840" y="1893145"/>
                </a:cubicBezTo>
                <a:cubicBezTo>
                  <a:pt x="512812" y="1896054"/>
                  <a:pt x="431945" y="1866964"/>
                  <a:pt x="415019" y="1916417"/>
                </a:cubicBezTo>
                <a:cubicBezTo>
                  <a:pt x="406558" y="1907689"/>
                  <a:pt x="390690" y="1876054"/>
                  <a:pt x="387252" y="1864464"/>
                </a:cubicBezTo>
                <a:lnTo>
                  <a:pt x="388547" y="1861480"/>
                </a:lnTo>
                <a:lnTo>
                  <a:pt x="389397" y="1861510"/>
                </a:lnTo>
                <a:cubicBezTo>
                  <a:pt x="392454" y="1859692"/>
                  <a:pt x="395275" y="1856783"/>
                  <a:pt x="398095" y="1855328"/>
                </a:cubicBezTo>
                <a:cubicBezTo>
                  <a:pt x="396215" y="1855328"/>
                  <a:pt x="388692" y="1846602"/>
                  <a:pt x="379288" y="1861147"/>
                </a:cubicBezTo>
                <a:lnTo>
                  <a:pt x="388348" y="1861472"/>
                </a:lnTo>
                <a:lnTo>
                  <a:pt x="372943" y="1876055"/>
                </a:lnTo>
                <a:cubicBezTo>
                  <a:pt x="368946" y="1875691"/>
                  <a:pt x="366125" y="1869873"/>
                  <a:pt x="364244" y="1858237"/>
                </a:cubicBezTo>
                <a:cubicBezTo>
                  <a:pt x="319110" y="1861147"/>
                  <a:pt x="381170" y="1884418"/>
                  <a:pt x="371766" y="1878600"/>
                </a:cubicBezTo>
                <a:cubicBezTo>
                  <a:pt x="358602" y="1893145"/>
                  <a:pt x="349200" y="1864055"/>
                  <a:pt x="339797" y="1887327"/>
                </a:cubicBezTo>
                <a:cubicBezTo>
                  <a:pt x="366125" y="1901872"/>
                  <a:pt x="352961" y="1904780"/>
                  <a:pt x="302184" y="1901872"/>
                </a:cubicBezTo>
                <a:cubicBezTo>
                  <a:pt x="441348" y="1814603"/>
                  <a:pt x="206275" y="1922234"/>
                  <a:pt x="206275" y="1922234"/>
                </a:cubicBezTo>
                <a:cubicBezTo>
                  <a:pt x="268333" y="1890236"/>
                  <a:pt x="146094" y="1910599"/>
                  <a:pt x="100961" y="1939689"/>
                </a:cubicBezTo>
                <a:cubicBezTo>
                  <a:pt x="100962" y="1867691"/>
                  <a:pt x="75574" y="1910235"/>
                  <a:pt x="45426" y="1942143"/>
                </a:cubicBezTo>
                <a:lnTo>
                  <a:pt x="26828" y="1956391"/>
                </a:lnTo>
                <a:lnTo>
                  <a:pt x="19860" y="1937143"/>
                </a:lnTo>
                <a:lnTo>
                  <a:pt x="13474" y="1927620"/>
                </a:lnTo>
                <a:lnTo>
                  <a:pt x="21505" y="1921581"/>
                </a:lnTo>
                <a:cubicBezTo>
                  <a:pt x="55857" y="1895690"/>
                  <a:pt x="6697" y="1931324"/>
                  <a:pt x="5051" y="1913508"/>
                </a:cubicBezTo>
                <a:cubicBezTo>
                  <a:pt x="78393" y="1858237"/>
                  <a:pt x="76512" y="1919325"/>
                  <a:pt x="119766" y="1893144"/>
                </a:cubicBezTo>
                <a:cubicBezTo>
                  <a:pt x="106603" y="1829147"/>
                  <a:pt x="392454" y="1782605"/>
                  <a:pt x="386811" y="1759333"/>
                </a:cubicBezTo>
                <a:cubicBezTo>
                  <a:pt x="373648" y="1768060"/>
                  <a:pt x="369885" y="1768060"/>
                  <a:pt x="373648" y="1750606"/>
                </a:cubicBezTo>
                <a:cubicBezTo>
                  <a:pt x="403735" y="1750605"/>
                  <a:pt x="405617" y="1759333"/>
                  <a:pt x="379288" y="1779695"/>
                </a:cubicBezTo>
                <a:cubicBezTo>
                  <a:pt x="445109" y="1788423"/>
                  <a:pt x="521744" y="1765878"/>
                  <a:pt x="586625" y="1736789"/>
                </a:cubicBezTo>
                <a:lnTo>
                  <a:pt x="651645" y="1702297"/>
                </a:lnTo>
                <a:lnTo>
                  <a:pt x="651976" y="1702245"/>
                </a:lnTo>
                <a:cubicBezTo>
                  <a:pt x="655736" y="1700426"/>
                  <a:pt x="659498" y="1698244"/>
                  <a:pt x="663258" y="1698244"/>
                </a:cubicBezTo>
                <a:lnTo>
                  <a:pt x="661245" y="1697205"/>
                </a:lnTo>
                <a:lnTo>
                  <a:pt x="672308" y="1691336"/>
                </a:lnTo>
                <a:cubicBezTo>
                  <a:pt x="696052" y="1676610"/>
                  <a:pt x="714035" y="1663337"/>
                  <a:pt x="723437" y="1654611"/>
                </a:cubicBezTo>
                <a:cubicBezTo>
                  <a:pt x="610602" y="1605157"/>
                  <a:pt x="398094" y="1677882"/>
                  <a:pt x="339796" y="1704063"/>
                </a:cubicBezTo>
                <a:cubicBezTo>
                  <a:pt x="343558" y="1699699"/>
                  <a:pt x="409848" y="1664064"/>
                  <a:pt x="479430" y="1632429"/>
                </a:cubicBezTo>
                <a:lnTo>
                  <a:pt x="549250" y="1604313"/>
                </a:lnTo>
                <a:lnTo>
                  <a:pt x="564997" y="1603703"/>
                </a:lnTo>
                <a:cubicBezTo>
                  <a:pt x="580748" y="1602613"/>
                  <a:pt x="597555" y="1600795"/>
                  <a:pt x="611249" y="1597795"/>
                </a:cubicBezTo>
                <a:lnTo>
                  <a:pt x="633682" y="1587214"/>
                </a:lnTo>
                <a:lnTo>
                  <a:pt x="630837" y="1593795"/>
                </a:lnTo>
                <a:cubicBezTo>
                  <a:pt x="631113" y="1597749"/>
                  <a:pt x="632933" y="1603340"/>
                  <a:pt x="636931" y="1610976"/>
                </a:cubicBezTo>
                <a:cubicBezTo>
                  <a:pt x="655736" y="1613158"/>
                  <a:pt x="663141" y="1610431"/>
                  <a:pt x="664169" y="1606067"/>
                </a:cubicBezTo>
                <a:lnTo>
                  <a:pt x="654674" y="1593378"/>
                </a:lnTo>
                <a:lnTo>
                  <a:pt x="666520" y="1592750"/>
                </a:lnTo>
                <a:cubicBezTo>
                  <a:pt x="682653" y="1586613"/>
                  <a:pt x="702751" y="1570250"/>
                  <a:pt x="719676" y="1596431"/>
                </a:cubicBezTo>
                <a:cubicBezTo>
                  <a:pt x="806889" y="1525161"/>
                  <a:pt x="695405" y="1565250"/>
                  <a:pt x="661132" y="1586130"/>
                </a:cubicBezTo>
                <a:lnTo>
                  <a:pt x="653725" y="1592109"/>
                </a:lnTo>
                <a:lnTo>
                  <a:pt x="653151" y="1591341"/>
                </a:lnTo>
                <a:lnTo>
                  <a:pt x="634876" y="1586651"/>
                </a:lnTo>
                <a:lnTo>
                  <a:pt x="638810" y="1584795"/>
                </a:lnTo>
                <a:cubicBezTo>
                  <a:pt x="630348" y="1578978"/>
                  <a:pt x="607899" y="1582977"/>
                  <a:pt x="578866" y="1592386"/>
                </a:cubicBezTo>
                <a:lnTo>
                  <a:pt x="549250" y="1604313"/>
                </a:lnTo>
                <a:lnTo>
                  <a:pt x="525094" y="1605248"/>
                </a:lnTo>
                <a:cubicBezTo>
                  <a:pt x="515632" y="1605340"/>
                  <a:pt x="511401" y="1605157"/>
                  <a:pt x="516573" y="1605157"/>
                </a:cubicBezTo>
                <a:cubicBezTo>
                  <a:pt x="537259" y="1605157"/>
                  <a:pt x="542900" y="1593522"/>
                  <a:pt x="533498" y="1576069"/>
                </a:cubicBezTo>
                <a:cubicBezTo>
                  <a:pt x="538199" y="1584795"/>
                  <a:pt x="542899" y="1587704"/>
                  <a:pt x="548072" y="1585159"/>
                </a:cubicBezTo>
                <a:lnTo>
                  <a:pt x="553091" y="1578340"/>
                </a:lnTo>
                <a:lnTo>
                  <a:pt x="548542" y="1596431"/>
                </a:lnTo>
                <a:cubicBezTo>
                  <a:pt x="544782" y="1544070"/>
                  <a:pt x="689587" y="1532434"/>
                  <a:pt x="702750" y="1532434"/>
                </a:cubicBezTo>
                <a:cubicBezTo>
                  <a:pt x="697109" y="1535343"/>
                  <a:pt x="668901" y="1546979"/>
                  <a:pt x="668900" y="1558615"/>
                </a:cubicBezTo>
                <a:cubicBezTo>
                  <a:pt x="776093" y="1456801"/>
                  <a:pt x="1161616" y="1369532"/>
                  <a:pt x="1283855" y="1369532"/>
                </a:cubicBezTo>
                <a:cubicBezTo>
                  <a:pt x="1272570" y="1352079"/>
                  <a:pt x="1259407" y="1349169"/>
                  <a:pt x="1242481" y="1357896"/>
                </a:cubicBezTo>
                <a:cubicBezTo>
                  <a:pt x="1285736" y="1314262"/>
                  <a:pt x="1304541" y="1346260"/>
                  <a:pt x="1304541" y="1381168"/>
                </a:cubicBezTo>
                <a:cubicBezTo>
                  <a:pt x="1444409" y="1396440"/>
                  <a:pt x="1736901" y="1340443"/>
                  <a:pt x="1931302" y="1232664"/>
                </a:cubicBezTo>
                <a:lnTo>
                  <a:pt x="2003939" y="1185899"/>
                </a:lnTo>
                <a:lnTo>
                  <a:pt x="2028129" y="1183404"/>
                </a:lnTo>
                <a:cubicBezTo>
                  <a:pt x="2034302" y="1182405"/>
                  <a:pt x="2019903" y="1183042"/>
                  <a:pt x="2009617" y="1184223"/>
                </a:cubicBezTo>
                <a:lnTo>
                  <a:pt x="2004936" y="1185256"/>
                </a:lnTo>
                <a:lnTo>
                  <a:pt x="2007882" y="1183359"/>
                </a:lnTo>
                <a:cubicBezTo>
                  <a:pt x="2006003" y="1186267"/>
                  <a:pt x="2006002" y="1180450"/>
                  <a:pt x="2011645" y="1174632"/>
                </a:cubicBezTo>
                <a:cubicBezTo>
                  <a:pt x="1881883" y="1212448"/>
                  <a:pt x="1426780" y="1296808"/>
                  <a:pt x="1423019" y="1276446"/>
                </a:cubicBezTo>
                <a:cubicBezTo>
                  <a:pt x="1475675" y="1250266"/>
                  <a:pt x="1283855" y="1322989"/>
                  <a:pt x="1287616" y="1325898"/>
                </a:cubicBezTo>
                <a:cubicBezTo>
                  <a:pt x="1298900" y="1290991"/>
                  <a:pt x="1035616" y="1349169"/>
                  <a:pt x="975437" y="1375350"/>
                </a:cubicBezTo>
                <a:cubicBezTo>
                  <a:pt x="958512" y="1413166"/>
                  <a:pt x="441349" y="1471346"/>
                  <a:pt x="339796" y="1488799"/>
                </a:cubicBezTo>
                <a:cubicBezTo>
                  <a:pt x="354841" y="1491708"/>
                  <a:pt x="362364" y="1485890"/>
                  <a:pt x="364244" y="1465528"/>
                </a:cubicBezTo>
                <a:cubicBezTo>
                  <a:pt x="347318" y="1488799"/>
                  <a:pt x="347318" y="1459711"/>
                  <a:pt x="326632" y="1471346"/>
                </a:cubicBezTo>
                <a:cubicBezTo>
                  <a:pt x="322872" y="1488799"/>
                  <a:pt x="328512" y="1500435"/>
                  <a:pt x="343558" y="1503344"/>
                </a:cubicBezTo>
                <a:cubicBezTo>
                  <a:pt x="322401" y="1494618"/>
                  <a:pt x="268452" y="1516980"/>
                  <a:pt x="261047" y="1507844"/>
                </a:cubicBezTo>
                <a:lnTo>
                  <a:pt x="270579" y="1488903"/>
                </a:lnTo>
                <a:lnTo>
                  <a:pt x="285729" y="1489163"/>
                </a:lnTo>
                <a:cubicBezTo>
                  <a:pt x="294662" y="1486617"/>
                  <a:pt x="304066" y="1481527"/>
                  <a:pt x="309706" y="1474254"/>
                </a:cubicBezTo>
                <a:cubicBezTo>
                  <a:pt x="302184" y="1474254"/>
                  <a:pt x="294663" y="1477163"/>
                  <a:pt x="287141" y="1480436"/>
                </a:cubicBezTo>
                <a:lnTo>
                  <a:pt x="272020" y="1486039"/>
                </a:lnTo>
                <a:lnTo>
                  <a:pt x="272095" y="1485890"/>
                </a:lnTo>
                <a:cubicBezTo>
                  <a:pt x="210036" y="1439347"/>
                  <a:pt x="202514" y="1512072"/>
                  <a:pt x="155499" y="1485890"/>
                </a:cubicBezTo>
                <a:cubicBezTo>
                  <a:pt x="209800" y="1409530"/>
                  <a:pt x="279941" y="1451210"/>
                  <a:pt x="326863" y="1418001"/>
                </a:cubicBezTo>
                <a:lnTo>
                  <a:pt x="342394" y="1401798"/>
                </a:lnTo>
                <a:lnTo>
                  <a:pt x="343557" y="1427711"/>
                </a:lnTo>
                <a:cubicBezTo>
                  <a:pt x="415960" y="1348806"/>
                  <a:pt x="448048" y="1392396"/>
                  <a:pt x="506592" y="1365550"/>
                </a:cubicBezTo>
                <a:lnTo>
                  <a:pt x="522508" y="1355860"/>
                </a:lnTo>
                <a:lnTo>
                  <a:pt x="515838" y="1362987"/>
                </a:lnTo>
                <a:cubicBezTo>
                  <a:pt x="515750" y="1367168"/>
                  <a:pt x="521273" y="1370259"/>
                  <a:pt x="537259" y="1369531"/>
                </a:cubicBezTo>
                <a:cubicBezTo>
                  <a:pt x="547132" y="1355714"/>
                  <a:pt x="548072" y="1348988"/>
                  <a:pt x="544927" y="1346624"/>
                </a:cubicBezTo>
                <a:lnTo>
                  <a:pt x="532737" y="1348994"/>
                </a:lnTo>
                <a:lnTo>
                  <a:pt x="482810" y="1337443"/>
                </a:lnTo>
                <a:cubicBezTo>
                  <a:pt x="442083" y="1331807"/>
                  <a:pt x="390426" y="1333079"/>
                  <a:pt x="345468" y="1356533"/>
                </a:cubicBezTo>
                <a:lnTo>
                  <a:pt x="330506" y="1366753"/>
                </a:lnTo>
                <a:lnTo>
                  <a:pt x="320990" y="1365442"/>
                </a:lnTo>
                <a:cubicBezTo>
                  <a:pt x="244475" y="1360260"/>
                  <a:pt x="98140" y="1373896"/>
                  <a:pt x="100962" y="1369532"/>
                </a:cubicBezTo>
                <a:cubicBezTo>
                  <a:pt x="146095" y="1369531"/>
                  <a:pt x="93439" y="1331715"/>
                  <a:pt x="74633" y="1354988"/>
                </a:cubicBezTo>
                <a:cubicBezTo>
                  <a:pt x="82156" y="1337534"/>
                  <a:pt x="189349" y="1293899"/>
                  <a:pt x="196871" y="1314262"/>
                </a:cubicBezTo>
                <a:cubicBezTo>
                  <a:pt x="181825" y="1308444"/>
                  <a:pt x="174305" y="1320080"/>
                  <a:pt x="174305" y="1343351"/>
                </a:cubicBezTo>
                <a:lnTo>
                  <a:pt x="184703" y="1341496"/>
                </a:lnTo>
                <a:lnTo>
                  <a:pt x="188380" y="1342079"/>
                </a:lnTo>
                <a:lnTo>
                  <a:pt x="188768" y="1340770"/>
                </a:lnTo>
                <a:lnTo>
                  <a:pt x="234160" y="1332670"/>
                </a:lnTo>
                <a:lnTo>
                  <a:pt x="299536" y="1325928"/>
                </a:lnTo>
                <a:lnTo>
                  <a:pt x="300304" y="1328807"/>
                </a:lnTo>
                <a:lnTo>
                  <a:pt x="301175" y="1325759"/>
                </a:lnTo>
                <a:lnTo>
                  <a:pt x="303361" y="1325534"/>
                </a:lnTo>
                <a:cubicBezTo>
                  <a:pt x="349669" y="1320080"/>
                  <a:pt x="393392" y="1311353"/>
                  <a:pt x="416901" y="1288082"/>
                </a:cubicBezTo>
                <a:cubicBezTo>
                  <a:pt x="373648" y="1285172"/>
                  <a:pt x="381170" y="1279354"/>
                  <a:pt x="439468" y="1270628"/>
                </a:cubicBezTo>
                <a:cubicBezTo>
                  <a:pt x="418311" y="1270627"/>
                  <a:pt x="402296" y="1270810"/>
                  <a:pt x="390349" y="1271110"/>
                </a:cubicBezTo>
                <a:lnTo>
                  <a:pt x="368631" y="1272163"/>
                </a:lnTo>
                <a:lnTo>
                  <a:pt x="378454" y="1250617"/>
                </a:lnTo>
                <a:cubicBezTo>
                  <a:pt x="423629" y="1208858"/>
                  <a:pt x="600730" y="1242266"/>
                  <a:pt x="623765" y="1206631"/>
                </a:cubicBezTo>
                <a:cubicBezTo>
                  <a:pt x="608720" y="1197904"/>
                  <a:pt x="593676" y="1189177"/>
                  <a:pt x="578632" y="1186267"/>
                </a:cubicBezTo>
                <a:cubicBezTo>
                  <a:pt x="594617" y="1185540"/>
                  <a:pt x="603551" y="1182450"/>
                  <a:pt x="609250" y="1177814"/>
                </a:cubicBezTo>
                <a:lnTo>
                  <a:pt x="617117" y="1165391"/>
                </a:lnTo>
                <a:lnTo>
                  <a:pt x="619005" y="1168996"/>
                </a:lnTo>
                <a:cubicBezTo>
                  <a:pt x="620593" y="1170087"/>
                  <a:pt x="622827" y="1170269"/>
                  <a:pt x="625646" y="1168814"/>
                </a:cubicBezTo>
                <a:cubicBezTo>
                  <a:pt x="628468" y="1165905"/>
                  <a:pt x="627057" y="1163723"/>
                  <a:pt x="625411" y="1161542"/>
                </a:cubicBezTo>
                <a:lnTo>
                  <a:pt x="623917" y="1154934"/>
                </a:lnTo>
                <a:lnTo>
                  <a:pt x="635226" y="1137998"/>
                </a:lnTo>
                <a:cubicBezTo>
                  <a:pt x="643276" y="1130453"/>
                  <a:pt x="655735" y="1122999"/>
                  <a:pt x="676422" y="1116453"/>
                </a:cubicBezTo>
                <a:cubicBezTo>
                  <a:pt x="679244" y="1113544"/>
                  <a:pt x="785967" y="1099726"/>
                  <a:pt x="896922" y="1088090"/>
                </a:cubicBezTo>
                <a:lnTo>
                  <a:pt x="927594" y="1085072"/>
                </a:lnTo>
                <a:lnTo>
                  <a:pt x="928628" y="1085091"/>
                </a:lnTo>
                <a:lnTo>
                  <a:pt x="929172" y="1084916"/>
                </a:lnTo>
                <a:lnTo>
                  <a:pt x="979374" y="1079977"/>
                </a:lnTo>
                <a:cubicBezTo>
                  <a:pt x="1059506" y="1072682"/>
                  <a:pt x="1128001" y="1068454"/>
                  <a:pt x="1142811" y="1072818"/>
                </a:cubicBezTo>
                <a:cubicBezTo>
                  <a:pt x="1136228" y="1085909"/>
                  <a:pt x="1224145" y="1068456"/>
                  <a:pt x="1322171" y="1054638"/>
                </a:cubicBezTo>
                <a:lnTo>
                  <a:pt x="1420893" y="1045232"/>
                </a:lnTo>
                <a:lnTo>
                  <a:pt x="1404213" y="1052456"/>
                </a:lnTo>
                <a:cubicBezTo>
                  <a:pt x="1401921" y="1060092"/>
                  <a:pt x="1400620" y="1065964"/>
                  <a:pt x="1400093" y="1070367"/>
                </a:cubicBezTo>
                <a:lnTo>
                  <a:pt x="1400326" y="1074432"/>
                </a:lnTo>
                <a:lnTo>
                  <a:pt x="1416423" y="1070883"/>
                </a:lnTo>
                <a:lnTo>
                  <a:pt x="1422869" y="1063061"/>
                </a:lnTo>
                <a:cubicBezTo>
                  <a:pt x="1426356" y="1057221"/>
                  <a:pt x="1428566" y="1051400"/>
                  <a:pt x="1427751" y="1047957"/>
                </a:cubicBezTo>
                <a:lnTo>
                  <a:pt x="1421958" y="1045130"/>
                </a:lnTo>
                <a:lnTo>
                  <a:pt x="1466242" y="1040911"/>
                </a:lnTo>
                <a:lnTo>
                  <a:pt x="1471993" y="1041228"/>
                </a:lnTo>
                <a:lnTo>
                  <a:pt x="1466273" y="1043728"/>
                </a:lnTo>
                <a:cubicBezTo>
                  <a:pt x="1475674" y="1049547"/>
                  <a:pt x="1473794" y="1064092"/>
                  <a:pt x="1485078" y="1049547"/>
                </a:cubicBezTo>
                <a:lnTo>
                  <a:pt x="1479068" y="1041618"/>
                </a:lnTo>
                <a:lnTo>
                  <a:pt x="1524184" y="1044104"/>
                </a:lnTo>
                <a:cubicBezTo>
                  <a:pt x="1540615" y="1046820"/>
                  <a:pt x="1553719" y="1051365"/>
                  <a:pt x="1562182" y="1058273"/>
                </a:cubicBezTo>
                <a:cubicBezTo>
                  <a:pt x="1347795" y="1101908"/>
                  <a:pt x="1637407" y="1064092"/>
                  <a:pt x="1629883" y="1037911"/>
                </a:cubicBezTo>
                <a:cubicBezTo>
                  <a:pt x="1629883" y="1037911"/>
                  <a:pt x="1567823" y="1072818"/>
                  <a:pt x="1596032" y="1023366"/>
                </a:cubicBezTo>
                <a:cubicBezTo>
                  <a:pt x="1632704" y="1014640"/>
                  <a:pt x="1657152" y="1005185"/>
                  <a:pt x="1673843" y="997549"/>
                </a:cubicBezTo>
                <a:lnTo>
                  <a:pt x="1704769" y="982802"/>
                </a:lnTo>
                <a:lnTo>
                  <a:pt x="1705144" y="983018"/>
                </a:lnTo>
                <a:lnTo>
                  <a:pt x="1706283" y="995367"/>
                </a:lnTo>
                <a:cubicBezTo>
                  <a:pt x="1707929" y="996458"/>
                  <a:pt x="1710749" y="994278"/>
                  <a:pt x="1714510" y="988459"/>
                </a:cubicBezTo>
                <a:cubicBezTo>
                  <a:pt x="1712629" y="985550"/>
                  <a:pt x="1703226" y="1029185"/>
                  <a:pt x="1714510" y="988459"/>
                </a:cubicBezTo>
                <a:lnTo>
                  <a:pt x="1705144" y="983018"/>
                </a:lnTo>
                <a:lnTo>
                  <a:pt x="1705108" y="982641"/>
                </a:lnTo>
                <a:lnTo>
                  <a:pt x="1704769" y="982802"/>
                </a:lnTo>
                <a:lnTo>
                  <a:pt x="1701196" y="980727"/>
                </a:lnTo>
                <a:cubicBezTo>
                  <a:pt x="1662301" y="970674"/>
                  <a:pt x="1549604" y="978004"/>
                  <a:pt x="1490132" y="988741"/>
                </a:cubicBezTo>
                <a:lnTo>
                  <a:pt x="1472261" y="994221"/>
                </a:lnTo>
                <a:lnTo>
                  <a:pt x="1471679" y="993913"/>
                </a:lnTo>
                <a:cubicBezTo>
                  <a:pt x="1465802" y="993549"/>
                  <a:pt x="1459690" y="995731"/>
                  <a:pt x="1453109" y="1000095"/>
                </a:cubicBezTo>
                <a:lnTo>
                  <a:pt x="1472261" y="994221"/>
                </a:lnTo>
                <a:lnTo>
                  <a:pt x="1488839" y="1003004"/>
                </a:lnTo>
                <a:cubicBezTo>
                  <a:pt x="1458749" y="1040820"/>
                  <a:pt x="1310182" y="1014640"/>
                  <a:pt x="1306422" y="1011731"/>
                </a:cubicBezTo>
                <a:cubicBezTo>
                  <a:pt x="1310183" y="1008821"/>
                  <a:pt x="1312064" y="1003004"/>
                  <a:pt x="1312064" y="997186"/>
                </a:cubicBezTo>
                <a:cubicBezTo>
                  <a:pt x="1321467" y="1005912"/>
                  <a:pt x="1327108" y="1005912"/>
                  <a:pt x="1328989" y="991367"/>
                </a:cubicBezTo>
                <a:cubicBezTo>
                  <a:pt x="1313474" y="992094"/>
                  <a:pt x="1294316" y="992094"/>
                  <a:pt x="1273834" y="991913"/>
                </a:cubicBezTo>
                <a:lnTo>
                  <a:pt x="1229121" y="991527"/>
                </a:lnTo>
                <a:lnTo>
                  <a:pt x="1229318" y="991367"/>
                </a:lnTo>
                <a:cubicBezTo>
                  <a:pt x="1223675" y="991367"/>
                  <a:pt x="1216153" y="982641"/>
                  <a:pt x="1210511" y="991367"/>
                </a:cubicBezTo>
                <a:lnTo>
                  <a:pt x="1210522" y="991374"/>
                </a:lnTo>
                <a:lnTo>
                  <a:pt x="1153654" y="993004"/>
                </a:lnTo>
                <a:cubicBezTo>
                  <a:pt x="1137168" y="994277"/>
                  <a:pt x="1124005" y="996458"/>
                  <a:pt x="1116482" y="1000095"/>
                </a:cubicBezTo>
                <a:cubicBezTo>
                  <a:pt x="1114131" y="1005186"/>
                  <a:pt x="1107783" y="1012640"/>
                  <a:pt x="1100409" y="1020412"/>
                </a:cubicBezTo>
                <a:lnTo>
                  <a:pt x="1078561" y="1042241"/>
                </a:lnTo>
                <a:lnTo>
                  <a:pt x="1057918" y="1038321"/>
                </a:lnTo>
                <a:cubicBezTo>
                  <a:pt x="1041876" y="1037320"/>
                  <a:pt x="1032296" y="1039412"/>
                  <a:pt x="1032707" y="1031867"/>
                </a:cubicBezTo>
                <a:lnTo>
                  <a:pt x="1034167" y="1028427"/>
                </a:lnTo>
                <a:lnTo>
                  <a:pt x="1040054" y="1030730"/>
                </a:lnTo>
                <a:cubicBezTo>
                  <a:pt x="1042888" y="1030593"/>
                  <a:pt x="1044835" y="1029298"/>
                  <a:pt x="1045250" y="1026310"/>
                </a:cubicBezTo>
                <a:lnTo>
                  <a:pt x="1042423" y="1015979"/>
                </a:lnTo>
                <a:lnTo>
                  <a:pt x="1045637" y="1014321"/>
                </a:lnTo>
                <a:cubicBezTo>
                  <a:pt x="1053834" y="1004095"/>
                  <a:pt x="1050661" y="987732"/>
                  <a:pt x="1033735" y="1020457"/>
                </a:cubicBezTo>
                <a:lnTo>
                  <a:pt x="1038622" y="1017937"/>
                </a:lnTo>
                <a:lnTo>
                  <a:pt x="1034167" y="1028427"/>
                </a:lnTo>
                <a:lnTo>
                  <a:pt x="1028680" y="1026280"/>
                </a:lnTo>
                <a:lnTo>
                  <a:pt x="1031855" y="1023366"/>
                </a:lnTo>
                <a:cubicBezTo>
                  <a:pt x="993303" y="1001549"/>
                  <a:pt x="1002236" y="1012458"/>
                  <a:pt x="1017516" y="1021912"/>
                </a:cubicBezTo>
                <a:lnTo>
                  <a:pt x="1028680" y="1026280"/>
                </a:lnTo>
                <a:lnTo>
                  <a:pt x="983778" y="1067489"/>
                </a:lnTo>
                <a:lnTo>
                  <a:pt x="929172" y="1084916"/>
                </a:lnTo>
                <a:lnTo>
                  <a:pt x="927594" y="1085072"/>
                </a:lnTo>
                <a:lnTo>
                  <a:pt x="868849" y="1084011"/>
                </a:lnTo>
                <a:cubicBezTo>
                  <a:pt x="848423" y="1081409"/>
                  <a:pt x="827635" y="1077001"/>
                  <a:pt x="806888" y="1072092"/>
                </a:cubicBezTo>
                <a:lnTo>
                  <a:pt x="770715" y="1063343"/>
                </a:lnTo>
                <a:lnTo>
                  <a:pt x="825460" y="1051001"/>
                </a:lnTo>
                <a:cubicBezTo>
                  <a:pt x="875765" y="1035002"/>
                  <a:pt x="925601" y="1010276"/>
                  <a:pt x="949108" y="985550"/>
                </a:cubicBezTo>
                <a:cubicBezTo>
                  <a:pt x="958511" y="1005912"/>
                  <a:pt x="952869" y="1017548"/>
                  <a:pt x="934063" y="1023366"/>
                </a:cubicBezTo>
                <a:cubicBezTo>
                  <a:pt x="937826" y="1023366"/>
                  <a:pt x="988602" y="994276"/>
                  <a:pt x="996123" y="985550"/>
                </a:cubicBezTo>
                <a:cubicBezTo>
                  <a:pt x="991892" y="982277"/>
                  <a:pt x="990364" y="979460"/>
                  <a:pt x="990584" y="977079"/>
                </a:cubicBezTo>
                <a:lnTo>
                  <a:pt x="992624" y="974671"/>
                </a:lnTo>
                <a:lnTo>
                  <a:pt x="1005644" y="972051"/>
                </a:lnTo>
                <a:cubicBezTo>
                  <a:pt x="1030326" y="965778"/>
                  <a:pt x="1006584" y="965142"/>
                  <a:pt x="995537" y="971232"/>
                </a:cubicBezTo>
                <a:lnTo>
                  <a:pt x="992624" y="974671"/>
                </a:lnTo>
                <a:lnTo>
                  <a:pt x="977097" y="977794"/>
                </a:lnTo>
                <a:cubicBezTo>
                  <a:pt x="963918" y="980050"/>
                  <a:pt x="946758" y="982641"/>
                  <a:pt x="924662" y="985550"/>
                </a:cubicBezTo>
                <a:cubicBezTo>
                  <a:pt x="1005527" y="898281"/>
                  <a:pt x="1293258" y="880827"/>
                  <a:pt x="1328989" y="930279"/>
                </a:cubicBezTo>
                <a:cubicBezTo>
                  <a:pt x="1460630" y="843011"/>
                  <a:pt x="1690063" y="915734"/>
                  <a:pt x="1866838" y="799376"/>
                </a:cubicBezTo>
                <a:cubicBezTo>
                  <a:pt x="1867779" y="799376"/>
                  <a:pt x="1855084" y="798649"/>
                  <a:pt x="1842625" y="799012"/>
                </a:cubicBezTo>
                <a:lnTo>
                  <a:pt x="1830789" y="800135"/>
                </a:lnTo>
                <a:lnTo>
                  <a:pt x="1856730" y="791013"/>
                </a:lnTo>
                <a:cubicBezTo>
                  <a:pt x="1877181" y="784105"/>
                  <a:pt x="1897869" y="777559"/>
                  <a:pt x="1895048" y="779014"/>
                </a:cubicBezTo>
                <a:cubicBezTo>
                  <a:pt x="1898809" y="784831"/>
                  <a:pt x="1853674" y="808102"/>
                  <a:pt x="1876242" y="822647"/>
                </a:cubicBezTo>
                <a:lnTo>
                  <a:pt x="1907143" y="796441"/>
                </a:lnTo>
                <a:lnTo>
                  <a:pt x="1921288" y="801331"/>
                </a:lnTo>
                <a:cubicBezTo>
                  <a:pt x="1924608" y="800740"/>
                  <a:pt x="1924315" y="797740"/>
                  <a:pt x="1922082" y="794650"/>
                </a:cubicBezTo>
                <a:lnTo>
                  <a:pt x="1916126" y="790680"/>
                </a:lnTo>
                <a:lnTo>
                  <a:pt x="1937361" y="777741"/>
                </a:lnTo>
                <a:lnTo>
                  <a:pt x="1943286" y="775954"/>
                </a:lnTo>
                <a:lnTo>
                  <a:pt x="1940886" y="783378"/>
                </a:lnTo>
                <a:cubicBezTo>
                  <a:pt x="1943473" y="791377"/>
                  <a:pt x="1955226" y="795013"/>
                  <a:pt x="1968391" y="770286"/>
                </a:cubicBezTo>
                <a:lnTo>
                  <a:pt x="1961258" y="770534"/>
                </a:lnTo>
                <a:lnTo>
                  <a:pt x="1988607" y="762287"/>
                </a:lnTo>
                <a:cubicBezTo>
                  <a:pt x="2004592" y="760105"/>
                  <a:pt x="2019753" y="759923"/>
                  <a:pt x="2034917" y="758833"/>
                </a:cubicBezTo>
                <a:lnTo>
                  <a:pt x="2072900" y="751526"/>
                </a:lnTo>
                <a:lnTo>
                  <a:pt x="2075333" y="752941"/>
                </a:lnTo>
                <a:cubicBezTo>
                  <a:pt x="2077144" y="753015"/>
                  <a:pt x="2079112" y="752106"/>
                  <a:pt x="2081228" y="749924"/>
                </a:cubicBezTo>
                <a:lnTo>
                  <a:pt x="2072900" y="751526"/>
                </a:lnTo>
                <a:lnTo>
                  <a:pt x="2070385" y="750061"/>
                </a:lnTo>
                <a:cubicBezTo>
                  <a:pt x="2061480" y="739561"/>
                  <a:pt x="2058659" y="704108"/>
                  <a:pt x="2064301" y="706289"/>
                </a:cubicBezTo>
                <a:cubicBezTo>
                  <a:pt x="2136703" y="698654"/>
                  <a:pt x="2463957" y="664292"/>
                  <a:pt x="2557237" y="681154"/>
                </a:cubicBezTo>
                <a:lnTo>
                  <a:pt x="2576693" y="689659"/>
                </a:lnTo>
                <a:lnTo>
                  <a:pt x="2583783" y="689465"/>
                </a:lnTo>
                <a:lnTo>
                  <a:pt x="2599998" y="673512"/>
                </a:lnTo>
                <a:cubicBezTo>
                  <a:pt x="2637589" y="645475"/>
                  <a:pt x="2638823" y="708471"/>
                  <a:pt x="2671734" y="642292"/>
                </a:cubicBezTo>
                <a:cubicBezTo>
                  <a:pt x="2679255" y="662656"/>
                  <a:pt x="2673613" y="677201"/>
                  <a:pt x="2656689" y="680109"/>
                </a:cubicBezTo>
                <a:cubicBezTo>
                  <a:pt x="2684898" y="653928"/>
                  <a:pt x="2737438" y="657201"/>
                  <a:pt x="2773846" y="648201"/>
                </a:cubicBezTo>
                <a:lnTo>
                  <a:pt x="2801366" y="634561"/>
                </a:lnTo>
                <a:lnTo>
                  <a:pt x="2803375" y="659746"/>
                </a:lnTo>
                <a:cubicBezTo>
                  <a:pt x="2809017" y="665564"/>
                  <a:pt x="2803375" y="627747"/>
                  <a:pt x="2848510" y="624839"/>
                </a:cubicBezTo>
                <a:cubicBezTo>
                  <a:pt x="2836755" y="621930"/>
                  <a:pt x="2827470" y="620658"/>
                  <a:pt x="2820300" y="620885"/>
                </a:cubicBezTo>
                <a:lnTo>
                  <a:pt x="2801330" y="631458"/>
                </a:lnTo>
                <a:lnTo>
                  <a:pt x="2797734" y="627748"/>
                </a:lnTo>
                <a:cubicBezTo>
                  <a:pt x="2793501" y="623384"/>
                  <a:pt x="2787389" y="617566"/>
                  <a:pt x="2780810" y="613202"/>
                </a:cubicBezTo>
                <a:cubicBezTo>
                  <a:pt x="2771404" y="616112"/>
                  <a:pt x="2818419" y="604476"/>
                  <a:pt x="2797735" y="601567"/>
                </a:cubicBezTo>
                <a:cubicBezTo>
                  <a:pt x="2812777" y="601567"/>
                  <a:pt x="2841926" y="593568"/>
                  <a:pt x="2868959" y="587385"/>
                </a:cubicBezTo>
                <a:lnTo>
                  <a:pt x="2871623" y="586904"/>
                </a:lnTo>
                <a:lnTo>
                  <a:pt x="2871146" y="587562"/>
                </a:lnTo>
                <a:cubicBezTo>
                  <a:pt x="2868549" y="591704"/>
                  <a:pt x="2865436" y="597204"/>
                  <a:pt x="2861673" y="604476"/>
                </a:cubicBezTo>
                <a:cubicBezTo>
                  <a:pt x="2884242" y="613202"/>
                  <a:pt x="2906807" y="607385"/>
                  <a:pt x="2927495" y="584114"/>
                </a:cubicBezTo>
                <a:cubicBezTo>
                  <a:pt x="2924202" y="580477"/>
                  <a:pt x="2916330" y="579750"/>
                  <a:pt x="2905897" y="580704"/>
                </a:cubicBezTo>
                <a:lnTo>
                  <a:pt x="2871623" y="586904"/>
                </a:lnTo>
                <a:lnTo>
                  <a:pt x="2877511" y="578795"/>
                </a:lnTo>
                <a:cubicBezTo>
                  <a:pt x="2887649" y="567751"/>
                  <a:pt x="2883768" y="590658"/>
                  <a:pt x="2893644" y="557933"/>
                </a:cubicBezTo>
                <a:cubicBezTo>
                  <a:pt x="2923731" y="569569"/>
                  <a:pt x="2972629" y="587022"/>
                  <a:pt x="2995197" y="546297"/>
                </a:cubicBezTo>
                <a:lnTo>
                  <a:pt x="2995195" y="556717"/>
                </a:lnTo>
                <a:lnTo>
                  <a:pt x="2981648" y="563523"/>
                </a:lnTo>
                <a:lnTo>
                  <a:pt x="2971227" y="575587"/>
                </a:lnTo>
                <a:lnTo>
                  <a:pt x="2959232" y="580658"/>
                </a:lnTo>
                <a:cubicBezTo>
                  <a:pt x="2955585" y="582840"/>
                  <a:pt x="2955234" y="584840"/>
                  <a:pt x="2961346" y="587022"/>
                </a:cubicBezTo>
                <a:lnTo>
                  <a:pt x="2971227" y="575587"/>
                </a:lnTo>
                <a:lnTo>
                  <a:pt x="2976859" y="573205"/>
                </a:lnTo>
                <a:cubicBezTo>
                  <a:pt x="2983913" y="570296"/>
                  <a:pt x="2991083" y="566842"/>
                  <a:pt x="2995194" y="562478"/>
                </a:cubicBezTo>
                <a:lnTo>
                  <a:pt x="2995195" y="556717"/>
                </a:lnTo>
                <a:lnTo>
                  <a:pt x="3013768" y="547388"/>
                </a:lnTo>
                <a:cubicBezTo>
                  <a:pt x="3037038" y="539752"/>
                  <a:pt x="3061956" y="539024"/>
                  <a:pt x="3076061" y="549205"/>
                </a:cubicBezTo>
                <a:cubicBezTo>
                  <a:pt x="3077941" y="546297"/>
                  <a:pt x="3057256" y="563750"/>
                  <a:pt x="3061016" y="566660"/>
                </a:cubicBezTo>
                <a:cubicBezTo>
                  <a:pt x="3079823" y="584114"/>
                  <a:pt x="3085462" y="508480"/>
                  <a:pt x="3121197" y="543388"/>
                </a:cubicBezTo>
                <a:cubicBezTo>
                  <a:pt x="3124488" y="554297"/>
                  <a:pt x="3113675" y="564114"/>
                  <a:pt x="3097189" y="572341"/>
                </a:cubicBezTo>
                <a:lnTo>
                  <a:pt x="3041334" y="591020"/>
                </a:lnTo>
                <a:lnTo>
                  <a:pt x="3039420" y="590885"/>
                </a:lnTo>
                <a:cubicBezTo>
                  <a:pt x="3030220" y="590295"/>
                  <a:pt x="3023875" y="589931"/>
                  <a:pt x="3023405" y="589931"/>
                </a:cubicBezTo>
                <a:cubicBezTo>
                  <a:pt x="2972630" y="601568"/>
                  <a:pt x="3000367" y="600839"/>
                  <a:pt x="3039156" y="591749"/>
                </a:cubicBezTo>
                <a:lnTo>
                  <a:pt x="3041334" y="591020"/>
                </a:lnTo>
                <a:lnTo>
                  <a:pt x="3072534" y="593204"/>
                </a:lnTo>
                <a:lnTo>
                  <a:pt x="3097196" y="595407"/>
                </a:lnTo>
                <a:lnTo>
                  <a:pt x="3096748" y="595749"/>
                </a:lnTo>
                <a:lnTo>
                  <a:pt x="3098104" y="595488"/>
                </a:lnTo>
                <a:lnTo>
                  <a:pt x="3104595" y="596068"/>
                </a:lnTo>
                <a:cubicBezTo>
                  <a:pt x="3113087" y="597023"/>
                  <a:pt x="3118376" y="597931"/>
                  <a:pt x="3117435" y="598658"/>
                </a:cubicBezTo>
                <a:lnTo>
                  <a:pt x="3112884" y="589680"/>
                </a:lnTo>
                <a:lnTo>
                  <a:pt x="3123309" y="582114"/>
                </a:lnTo>
                <a:cubicBezTo>
                  <a:pt x="3152990" y="557570"/>
                  <a:pt x="3194422" y="513707"/>
                  <a:pt x="3194348" y="552796"/>
                </a:cubicBezTo>
                <a:lnTo>
                  <a:pt x="3189721" y="581855"/>
                </a:lnTo>
                <a:lnTo>
                  <a:pt x="3185371" y="590295"/>
                </a:lnTo>
                <a:cubicBezTo>
                  <a:pt x="3185604" y="597931"/>
                  <a:pt x="3192659" y="604476"/>
                  <a:pt x="3205822" y="587022"/>
                </a:cubicBezTo>
                <a:lnTo>
                  <a:pt x="3201037" y="585140"/>
                </a:lnTo>
                <a:lnTo>
                  <a:pt x="3203267" y="584795"/>
                </a:lnTo>
                <a:cubicBezTo>
                  <a:pt x="3224512" y="580841"/>
                  <a:pt x="3260830" y="573205"/>
                  <a:pt x="3262240" y="575386"/>
                </a:cubicBezTo>
                <a:cubicBezTo>
                  <a:pt x="3258481" y="575386"/>
                  <a:pt x="3247194" y="552114"/>
                  <a:pt x="3245314" y="557933"/>
                </a:cubicBezTo>
                <a:cubicBezTo>
                  <a:pt x="3305493" y="467755"/>
                  <a:pt x="3527403" y="520117"/>
                  <a:pt x="3604508" y="496844"/>
                </a:cubicBezTo>
                <a:cubicBezTo>
                  <a:pt x="3589462" y="496844"/>
                  <a:pt x="3581942" y="508480"/>
                  <a:pt x="3583821" y="531752"/>
                </a:cubicBezTo>
                <a:cubicBezTo>
                  <a:pt x="3617673" y="552115"/>
                  <a:pt x="3704181" y="502663"/>
                  <a:pt x="3741791" y="511389"/>
                </a:cubicBezTo>
                <a:cubicBezTo>
                  <a:pt x="3715463" y="491027"/>
                  <a:pt x="3692894" y="496844"/>
                  <a:pt x="3659047" y="508480"/>
                </a:cubicBezTo>
                <a:cubicBezTo>
                  <a:pt x="3734270" y="444483"/>
                  <a:pt x="4025760" y="397940"/>
                  <a:pt x="4116030" y="438666"/>
                </a:cubicBezTo>
                <a:cubicBezTo>
                  <a:pt x="4115090" y="448847"/>
                  <a:pt x="4089234" y="455392"/>
                  <a:pt x="4080302" y="457938"/>
                </a:cubicBezTo>
                <a:lnTo>
                  <a:pt x="4079230" y="458366"/>
                </a:lnTo>
                <a:lnTo>
                  <a:pt x="4070896" y="453209"/>
                </a:lnTo>
                <a:cubicBezTo>
                  <a:pt x="4067606" y="453937"/>
                  <a:pt x="4064313" y="456118"/>
                  <a:pt x="4061493" y="456119"/>
                </a:cubicBezTo>
                <a:cubicBezTo>
                  <a:pt x="4057732" y="464846"/>
                  <a:pt x="4074657" y="464846"/>
                  <a:pt x="4080301" y="459028"/>
                </a:cubicBezTo>
                <a:lnTo>
                  <a:pt x="4080172" y="458950"/>
                </a:lnTo>
                <a:lnTo>
                  <a:pt x="4084824" y="458710"/>
                </a:lnTo>
                <a:cubicBezTo>
                  <a:pt x="4094053" y="457938"/>
                  <a:pt x="4112738" y="456120"/>
                  <a:pt x="4146120" y="453210"/>
                </a:cubicBezTo>
                <a:cubicBezTo>
                  <a:pt x="4132953" y="447392"/>
                  <a:pt x="4443251" y="351397"/>
                  <a:pt x="4490266" y="409576"/>
                </a:cubicBezTo>
                <a:cubicBezTo>
                  <a:pt x="4494028" y="392121"/>
                  <a:pt x="4531639" y="374668"/>
                  <a:pt x="4471461" y="365941"/>
                </a:cubicBezTo>
                <a:cubicBezTo>
                  <a:pt x="4507191" y="363033"/>
                  <a:pt x="4514714" y="365941"/>
                  <a:pt x="4497788" y="371759"/>
                </a:cubicBezTo>
                <a:cubicBezTo>
                  <a:pt x="4544803" y="429938"/>
                  <a:pt x="4606865" y="351397"/>
                  <a:pt x="4674563" y="377578"/>
                </a:cubicBezTo>
                <a:cubicBezTo>
                  <a:pt x="4717819" y="304853"/>
                  <a:pt x="5009311" y="400849"/>
                  <a:pt x="5011191" y="313580"/>
                </a:cubicBezTo>
                <a:cubicBezTo>
                  <a:pt x="5014717" y="356123"/>
                  <a:pt x="5026443" y="354078"/>
                  <a:pt x="5042893" y="339505"/>
                </a:cubicBezTo>
                <a:lnTo>
                  <a:pt x="5043340" y="339066"/>
                </a:lnTo>
                <a:lnTo>
                  <a:pt x="5045277" y="344851"/>
                </a:lnTo>
                <a:cubicBezTo>
                  <a:pt x="5052094" y="349215"/>
                  <a:pt x="5065728" y="349942"/>
                  <a:pt x="5065728" y="333943"/>
                </a:cubicBezTo>
                <a:lnTo>
                  <a:pt x="5045652" y="336798"/>
                </a:lnTo>
                <a:lnTo>
                  <a:pt x="5060792" y="321944"/>
                </a:lnTo>
                <a:cubicBezTo>
                  <a:pt x="5086415" y="296127"/>
                  <a:pt x="5118385" y="267037"/>
                  <a:pt x="5148474" y="310671"/>
                </a:cubicBezTo>
                <a:cubicBezTo>
                  <a:pt x="5154116" y="301944"/>
                  <a:pt x="5114622" y="328124"/>
                  <a:pt x="5118383" y="336852"/>
                </a:cubicBezTo>
                <a:cubicBezTo>
                  <a:pt x="5142832" y="345579"/>
                  <a:pt x="5161639" y="336852"/>
                  <a:pt x="5180445" y="304853"/>
                </a:cubicBezTo>
                <a:cubicBezTo>
                  <a:pt x="5182326" y="325216"/>
                  <a:pt x="5174804" y="336852"/>
                  <a:pt x="5161639" y="339760"/>
                </a:cubicBezTo>
                <a:cubicBezTo>
                  <a:pt x="5336534" y="278672"/>
                  <a:pt x="5549040" y="377578"/>
                  <a:pt x="5752145" y="246674"/>
                </a:cubicBezTo>
                <a:cubicBezTo>
                  <a:pt x="5748383" y="232130"/>
                  <a:pt x="5740862" y="229220"/>
                  <a:pt x="5727697" y="237947"/>
                </a:cubicBezTo>
                <a:lnTo>
                  <a:pt x="5749989" y="229037"/>
                </a:lnTo>
                <a:lnTo>
                  <a:pt x="5748383" y="235038"/>
                </a:lnTo>
                <a:cubicBezTo>
                  <a:pt x="5793518" y="226311"/>
                  <a:pt x="5838653" y="197221"/>
                  <a:pt x="5883787" y="191404"/>
                </a:cubicBezTo>
                <a:cubicBezTo>
                  <a:pt x="5883787" y="214675"/>
                  <a:pt x="5731457" y="296127"/>
                  <a:pt x="5930801" y="200130"/>
                </a:cubicBezTo>
                <a:cubicBezTo>
                  <a:pt x="5921400" y="208857"/>
                  <a:pt x="5913879" y="217585"/>
                  <a:pt x="5906353" y="229220"/>
                </a:cubicBezTo>
                <a:cubicBezTo>
                  <a:pt x="5938324" y="223402"/>
                  <a:pt x="6062443" y="156496"/>
                  <a:pt x="6043637" y="168133"/>
                </a:cubicBezTo>
                <a:cubicBezTo>
                  <a:pt x="6022950" y="171041"/>
                  <a:pt x="6083129" y="173950"/>
                  <a:pt x="6083129" y="173950"/>
                </a:cubicBezTo>
                <a:cubicBezTo>
                  <a:pt x="6101935" y="147769"/>
                  <a:pt x="6037994" y="156496"/>
                  <a:pt x="6045519" y="147769"/>
                </a:cubicBezTo>
                <a:cubicBezTo>
                  <a:pt x="6066674" y="143406"/>
                  <a:pt x="6195730" y="147224"/>
                  <a:pt x="6257348" y="151860"/>
                </a:cubicBezTo>
                <a:lnTo>
                  <a:pt x="6271620" y="153887"/>
                </a:lnTo>
                <a:lnTo>
                  <a:pt x="6258964" y="156496"/>
                </a:lnTo>
                <a:cubicBezTo>
                  <a:pt x="6254263" y="157951"/>
                  <a:pt x="6249561" y="160860"/>
                  <a:pt x="6244859" y="168132"/>
                </a:cubicBezTo>
                <a:cubicBezTo>
                  <a:pt x="6249561" y="171041"/>
                  <a:pt x="6256143" y="169587"/>
                  <a:pt x="6261786" y="166314"/>
                </a:cubicBezTo>
                <a:lnTo>
                  <a:pt x="6272672" y="154036"/>
                </a:lnTo>
                <a:lnTo>
                  <a:pt x="6289994" y="156496"/>
                </a:lnTo>
                <a:cubicBezTo>
                  <a:pt x="6340771" y="130315"/>
                  <a:pt x="6391547" y="107044"/>
                  <a:pt x="6444203" y="89591"/>
                </a:cubicBezTo>
                <a:cubicBezTo>
                  <a:pt x="6393427" y="45956"/>
                  <a:pt x="6340770" y="147769"/>
                  <a:pt x="6303159" y="141952"/>
                </a:cubicBezTo>
                <a:cubicBezTo>
                  <a:pt x="6324551" y="106317"/>
                  <a:pt x="6536000" y="10549"/>
                  <a:pt x="6596088" y="804"/>
                </a:cubicBezTo>
                <a:cubicBezTo>
                  <a:pt x="6604671" y="-588"/>
                  <a:pt x="6610165" y="-225"/>
                  <a:pt x="6611576" y="2321"/>
                </a:cubicBezTo>
                <a:cubicBezTo>
                  <a:pt x="6596531" y="101226"/>
                  <a:pt x="6607815" y="-76221"/>
                  <a:pt x="6581486" y="66318"/>
                </a:cubicBezTo>
                <a:cubicBezTo>
                  <a:pt x="6711248" y="104134"/>
                  <a:pt x="6797755" y="-26768"/>
                  <a:pt x="6893665" y="57592"/>
                </a:cubicBezTo>
                <a:lnTo>
                  <a:pt x="6889759" y="64496"/>
                </a:lnTo>
                <a:lnTo>
                  <a:pt x="6885966" y="65409"/>
                </a:lnTo>
                <a:cubicBezTo>
                  <a:pt x="6880032" y="67045"/>
                  <a:pt x="6875330" y="68500"/>
                  <a:pt x="6872979" y="69227"/>
                </a:cubicBezTo>
                <a:cubicBezTo>
                  <a:pt x="6877680" y="77955"/>
                  <a:pt x="6881912" y="76500"/>
                  <a:pt x="6885438" y="72136"/>
                </a:cubicBezTo>
                <a:lnTo>
                  <a:pt x="6889759" y="64496"/>
                </a:lnTo>
                <a:lnTo>
                  <a:pt x="6906359" y="60501"/>
                </a:lnTo>
                <a:cubicBezTo>
                  <a:pt x="6920933" y="57591"/>
                  <a:pt x="6935978" y="56137"/>
                  <a:pt x="6942560" y="60501"/>
                </a:cubicBezTo>
                <a:cubicBezTo>
                  <a:pt x="6942560" y="60501"/>
                  <a:pt x="6912471" y="112862"/>
                  <a:pt x="6918113" y="115771"/>
                </a:cubicBezTo>
                <a:cubicBezTo>
                  <a:pt x="6919993" y="112862"/>
                  <a:pt x="7089247" y="22684"/>
                  <a:pt x="7106172" y="43047"/>
                </a:cubicBezTo>
                <a:cubicBezTo>
                  <a:pt x="7068561" y="40137"/>
                  <a:pt x="7055396" y="51773"/>
                  <a:pt x="7064799" y="77954"/>
                </a:cubicBezTo>
                <a:cubicBezTo>
                  <a:pt x="7277306" y="-23860"/>
                  <a:pt x="7153188" y="45956"/>
                  <a:pt x="7132500" y="92499"/>
                </a:cubicBezTo>
                <a:cubicBezTo>
                  <a:pt x="7207725" y="168133"/>
                  <a:pt x="7339366" y="43047"/>
                  <a:pt x="7423993" y="107044"/>
                </a:cubicBezTo>
                <a:cubicBezTo>
                  <a:pt x="7416470" y="200130"/>
                  <a:pt x="7192680" y="197221"/>
                  <a:pt x="7136261" y="232130"/>
                </a:cubicBezTo>
                <a:cubicBezTo>
                  <a:pt x="7098650" y="220494"/>
                  <a:pt x="6967007" y="304853"/>
                  <a:pt x="6861695" y="325216"/>
                </a:cubicBezTo>
                <a:cubicBezTo>
                  <a:pt x="6859815" y="319398"/>
                  <a:pt x="6951964" y="374668"/>
                  <a:pt x="6940680" y="351397"/>
                </a:cubicBezTo>
                <a:cubicBezTo>
                  <a:pt x="6991456" y="339760"/>
                  <a:pt x="7077963" y="339760"/>
                  <a:pt x="7136261" y="389213"/>
                </a:cubicBezTo>
                <a:cubicBezTo>
                  <a:pt x="7059157" y="427030"/>
                  <a:pt x="6839127" y="429938"/>
                  <a:pt x="6903068" y="461937"/>
                </a:cubicBezTo>
                <a:cubicBezTo>
                  <a:pt x="6782710" y="525934"/>
                  <a:pt x="6837247" y="493936"/>
                  <a:pt x="6833487" y="479391"/>
                </a:cubicBezTo>
                <a:cubicBezTo>
                  <a:pt x="6833487" y="479391"/>
                  <a:pt x="6743217" y="514298"/>
                  <a:pt x="6743217" y="531752"/>
                </a:cubicBezTo>
                <a:cubicBezTo>
                  <a:pt x="6758263" y="540479"/>
                  <a:pt x="6763904" y="496844"/>
                  <a:pt x="6778948" y="514298"/>
                </a:cubicBezTo>
                <a:cubicBezTo>
                  <a:pt x="6775188" y="520117"/>
                  <a:pt x="6752620" y="555024"/>
                  <a:pt x="6763905" y="566659"/>
                </a:cubicBezTo>
                <a:cubicBezTo>
                  <a:pt x="6829725" y="485208"/>
                  <a:pt x="6967007" y="485208"/>
                  <a:pt x="7049755" y="470663"/>
                </a:cubicBezTo>
                <a:cubicBezTo>
                  <a:pt x="6980172" y="546297"/>
                  <a:pt x="7087366" y="485208"/>
                  <a:pt x="7132500" y="499753"/>
                </a:cubicBezTo>
                <a:cubicBezTo>
                  <a:pt x="7102411" y="531752"/>
                  <a:pt x="7226530" y="531752"/>
                  <a:pt x="7226530" y="488118"/>
                </a:cubicBezTo>
                <a:cubicBezTo>
                  <a:pt x="7235934" y="601567"/>
                  <a:pt x="7303635" y="397940"/>
                  <a:pt x="7363814" y="485208"/>
                </a:cubicBezTo>
                <a:cubicBezTo>
                  <a:pt x="7369456" y="476482"/>
                  <a:pt x="7329963" y="502662"/>
                  <a:pt x="7333724" y="511389"/>
                </a:cubicBezTo>
                <a:cubicBezTo>
                  <a:pt x="7358173" y="520117"/>
                  <a:pt x="7376978" y="511389"/>
                  <a:pt x="7395784" y="479391"/>
                </a:cubicBezTo>
                <a:cubicBezTo>
                  <a:pt x="7397665" y="499753"/>
                  <a:pt x="7390142" y="511389"/>
                  <a:pt x="7376978" y="514298"/>
                </a:cubicBezTo>
                <a:cubicBezTo>
                  <a:pt x="7551873" y="453210"/>
                  <a:pt x="7764381" y="552115"/>
                  <a:pt x="7967484" y="421211"/>
                </a:cubicBezTo>
                <a:cubicBezTo>
                  <a:pt x="7963723" y="406666"/>
                  <a:pt x="7956200" y="403757"/>
                  <a:pt x="7943037" y="412485"/>
                </a:cubicBezTo>
                <a:lnTo>
                  <a:pt x="7965329" y="403575"/>
                </a:lnTo>
                <a:lnTo>
                  <a:pt x="7963723" y="409576"/>
                </a:lnTo>
                <a:cubicBezTo>
                  <a:pt x="8008858" y="400849"/>
                  <a:pt x="8053992" y="371759"/>
                  <a:pt x="8099126" y="365941"/>
                </a:cubicBezTo>
                <a:cubicBezTo>
                  <a:pt x="8099126" y="389213"/>
                  <a:pt x="7946798" y="470663"/>
                  <a:pt x="8146142" y="374668"/>
                </a:cubicBezTo>
                <a:cubicBezTo>
                  <a:pt x="8136738" y="383395"/>
                  <a:pt x="8129216" y="392121"/>
                  <a:pt x="8121693" y="403757"/>
                </a:cubicBezTo>
                <a:cubicBezTo>
                  <a:pt x="8153663" y="397940"/>
                  <a:pt x="8277782" y="331034"/>
                  <a:pt x="8258977" y="342669"/>
                </a:cubicBezTo>
                <a:cubicBezTo>
                  <a:pt x="8238290" y="345579"/>
                  <a:pt x="8298470" y="348488"/>
                  <a:pt x="8298470" y="348488"/>
                </a:cubicBezTo>
                <a:cubicBezTo>
                  <a:pt x="8317276" y="322307"/>
                  <a:pt x="8253335" y="331034"/>
                  <a:pt x="8260858" y="322307"/>
                </a:cubicBezTo>
                <a:cubicBezTo>
                  <a:pt x="8282014" y="317943"/>
                  <a:pt x="8411070" y="321762"/>
                  <a:pt x="8472688" y="326398"/>
                </a:cubicBezTo>
                <a:lnTo>
                  <a:pt x="8491664" y="328229"/>
                </a:lnTo>
                <a:lnTo>
                  <a:pt x="8478065" y="331034"/>
                </a:lnTo>
                <a:cubicBezTo>
                  <a:pt x="8473365" y="332488"/>
                  <a:pt x="8468663" y="335398"/>
                  <a:pt x="8463961" y="342669"/>
                </a:cubicBezTo>
                <a:cubicBezTo>
                  <a:pt x="8468663" y="345579"/>
                  <a:pt x="8475245" y="344124"/>
                  <a:pt x="8480886" y="340852"/>
                </a:cubicBezTo>
                <a:lnTo>
                  <a:pt x="8492045" y="328266"/>
                </a:lnTo>
                <a:lnTo>
                  <a:pt x="8497067" y="328750"/>
                </a:lnTo>
                <a:cubicBezTo>
                  <a:pt x="8502778" y="329534"/>
                  <a:pt x="8505805" y="330306"/>
                  <a:pt x="8505335" y="331034"/>
                </a:cubicBezTo>
                <a:cubicBezTo>
                  <a:pt x="8556110" y="304853"/>
                  <a:pt x="8606887" y="281582"/>
                  <a:pt x="8659543" y="264127"/>
                </a:cubicBezTo>
                <a:cubicBezTo>
                  <a:pt x="8608767" y="220494"/>
                  <a:pt x="8556110" y="322307"/>
                  <a:pt x="8518498" y="316489"/>
                </a:cubicBezTo>
                <a:cubicBezTo>
                  <a:pt x="8542946" y="275763"/>
                  <a:pt x="8815633" y="156496"/>
                  <a:pt x="8826917" y="176859"/>
                </a:cubicBezTo>
                <a:cubicBezTo>
                  <a:pt x="8811871" y="275763"/>
                  <a:pt x="8823155" y="98317"/>
                  <a:pt x="8796827" y="240856"/>
                </a:cubicBezTo>
                <a:cubicBezTo>
                  <a:pt x="8926587" y="278672"/>
                  <a:pt x="9013094" y="147769"/>
                  <a:pt x="9109005" y="232130"/>
                </a:cubicBezTo>
                <a:lnTo>
                  <a:pt x="9105099" y="239034"/>
                </a:lnTo>
                <a:lnTo>
                  <a:pt x="9101307" y="239947"/>
                </a:lnTo>
                <a:cubicBezTo>
                  <a:pt x="9095371" y="241583"/>
                  <a:pt x="9090669" y="243038"/>
                  <a:pt x="9088319" y="243765"/>
                </a:cubicBezTo>
                <a:cubicBezTo>
                  <a:pt x="9093020" y="252492"/>
                  <a:pt x="9097251" y="251037"/>
                  <a:pt x="9100777" y="246674"/>
                </a:cubicBezTo>
                <a:lnTo>
                  <a:pt x="9105099" y="239034"/>
                </a:lnTo>
                <a:lnTo>
                  <a:pt x="9121699" y="235038"/>
                </a:lnTo>
                <a:cubicBezTo>
                  <a:pt x="9136274" y="232129"/>
                  <a:pt x="9151318" y="230675"/>
                  <a:pt x="9157900" y="235038"/>
                </a:cubicBezTo>
                <a:cubicBezTo>
                  <a:pt x="9157900" y="235038"/>
                  <a:pt x="9127810" y="287399"/>
                  <a:pt x="9133452" y="290308"/>
                </a:cubicBezTo>
                <a:cubicBezTo>
                  <a:pt x="9135333" y="287399"/>
                  <a:pt x="9304586" y="197221"/>
                  <a:pt x="9321512" y="217585"/>
                </a:cubicBezTo>
                <a:cubicBezTo>
                  <a:pt x="9283900" y="214675"/>
                  <a:pt x="9270736" y="226311"/>
                  <a:pt x="9280139" y="252492"/>
                </a:cubicBezTo>
                <a:cubicBezTo>
                  <a:pt x="9492646" y="150678"/>
                  <a:pt x="9368527" y="220494"/>
                  <a:pt x="9347841" y="267037"/>
                </a:cubicBezTo>
                <a:cubicBezTo>
                  <a:pt x="9423065" y="342669"/>
                  <a:pt x="9554706" y="217585"/>
                  <a:pt x="9639333" y="281582"/>
                </a:cubicBezTo>
                <a:cubicBezTo>
                  <a:pt x="9631810" y="374668"/>
                  <a:pt x="9408019" y="371759"/>
                  <a:pt x="9351602" y="406666"/>
                </a:cubicBezTo>
                <a:cubicBezTo>
                  <a:pt x="9313990" y="395031"/>
                  <a:pt x="9182348" y="479391"/>
                  <a:pt x="9077035" y="499753"/>
                </a:cubicBezTo>
                <a:lnTo>
                  <a:pt x="9083601" y="508068"/>
                </a:lnTo>
                <a:lnTo>
                  <a:pt x="9078915" y="511389"/>
                </a:lnTo>
                <a:cubicBezTo>
                  <a:pt x="9087378" y="518662"/>
                  <a:pt x="9091844" y="521025"/>
                  <a:pt x="9093725" y="520798"/>
                </a:cubicBezTo>
                <a:lnTo>
                  <a:pt x="9093390" y="517884"/>
                </a:lnTo>
                <a:lnTo>
                  <a:pt x="9117673" y="521208"/>
                </a:lnTo>
                <a:cubicBezTo>
                  <a:pt x="9180349" y="516844"/>
                  <a:pt x="9291422" y="450301"/>
                  <a:pt x="9291422" y="459028"/>
                </a:cubicBezTo>
                <a:cubicBezTo>
                  <a:pt x="9300826" y="572478"/>
                  <a:pt x="9368527" y="368850"/>
                  <a:pt x="9428706" y="456118"/>
                </a:cubicBezTo>
                <a:cubicBezTo>
                  <a:pt x="9434348" y="447392"/>
                  <a:pt x="9394856" y="473573"/>
                  <a:pt x="9398616" y="482299"/>
                </a:cubicBezTo>
                <a:cubicBezTo>
                  <a:pt x="9423065" y="491027"/>
                  <a:pt x="9441871" y="482299"/>
                  <a:pt x="9460677" y="450301"/>
                </a:cubicBezTo>
                <a:cubicBezTo>
                  <a:pt x="9462556" y="470663"/>
                  <a:pt x="9455034" y="482299"/>
                  <a:pt x="9441871" y="485208"/>
                </a:cubicBezTo>
                <a:cubicBezTo>
                  <a:pt x="9616766" y="424121"/>
                  <a:pt x="9829273" y="523025"/>
                  <a:pt x="10032377" y="392121"/>
                </a:cubicBezTo>
                <a:cubicBezTo>
                  <a:pt x="10028615" y="377578"/>
                  <a:pt x="10021093" y="374668"/>
                  <a:pt x="10007929" y="383395"/>
                </a:cubicBezTo>
                <a:lnTo>
                  <a:pt x="10030219" y="374485"/>
                </a:lnTo>
                <a:lnTo>
                  <a:pt x="10028615" y="380486"/>
                </a:lnTo>
                <a:cubicBezTo>
                  <a:pt x="10073750" y="371759"/>
                  <a:pt x="10118884" y="342669"/>
                  <a:pt x="10164018" y="336852"/>
                </a:cubicBezTo>
                <a:cubicBezTo>
                  <a:pt x="10164018" y="360124"/>
                  <a:pt x="10011691" y="441575"/>
                  <a:pt x="10211033" y="345579"/>
                </a:cubicBezTo>
                <a:cubicBezTo>
                  <a:pt x="10201630" y="354305"/>
                  <a:pt x="10194109" y="363033"/>
                  <a:pt x="10186586" y="374669"/>
                </a:cubicBezTo>
                <a:cubicBezTo>
                  <a:pt x="10218556" y="368850"/>
                  <a:pt x="10342675" y="301944"/>
                  <a:pt x="10323869" y="313579"/>
                </a:cubicBezTo>
                <a:cubicBezTo>
                  <a:pt x="10303183" y="316489"/>
                  <a:pt x="10363362" y="319398"/>
                  <a:pt x="10363362" y="319398"/>
                </a:cubicBezTo>
                <a:cubicBezTo>
                  <a:pt x="10382168" y="293217"/>
                  <a:pt x="10318227" y="301944"/>
                  <a:pt x="10325749" y="293217"/>
                </a:cubicBezTo>
                <a:cubicBezTo>
                  <a:pt x="10346907" y="288854"/>
                  <a:pt x="10475962" y="292672"/>
                  <a:pt x="10537581" y="297308"/>
                </a:cubicBezTo>
                <a:lnTo>
                  <a:pt x="10559124" y="299386"/>
                </a:lnTo>
                <a:lnTo>
                  <a:pt x="10546720" y="301945"/>
                </a:lnTo>
                <a:cubicBezTo>
                  <a:pt x="10542018" y="303398"/>
                  <a:pt x="10537317" y="306308"/>
                  <a:pt x="10532616" y="313580"/>
                </a:cubicBezTo>
                <a:cubicBezTo>
                  <a:pt x="10537317" y="316489"/>
                  <a:pt x="10543899" y="315034"/>
                  <a:pt x="10549540" y="311762"/>
                </a:cubicBezTo>
                <a:lnTo>
                  <a:pt x="10560404" y="299510"/>
                </a:lnTo>
                <a:lnTo>
                  <a:pt x="10561959" y="299661"/>
                </a:lnTo>
                <a:cubicBezTo>
                  <a:pt x="10567671" y="300444"/>
                  <a:pt x="10570697" y="301216"/>
                  <a:pt x="10570227" y="301944"/>
                </a:cubicBezTo>
                <a:cubicBezTo>
                  <a:pt x="10621002" y="275763"/>
                  <a:pt x="10671778" y="252492"/>
                  <a:pt x="10724435" y="235038"/>
                </a:cubicBezTo>
                <a:cubicBezTo>
                  <a:pt x="10673660" y="191404"/>
                  <a:pt x="10621002" y="293217"/>
                  <a:pt x="10583391" y="287399"/>
                </a:cubicBezTo>
                <a:cubicBezTo>
                  <a:pt x="10607839" y="246674"/>
                  <a:pt x="10880525" y="127407"/>
                  <a:pt x="10891808" y="147769"/>
                </a:cubicBezTo>
                <a:cubicBezTo>
                  <a:pt x="10876763" y="246675"/>
                  <a:pt x="10888047" y="69227"/>
                  <a:pt x="10861719" y="211766"/>
                </a:cubicBezTo>
                <a:cubicBezTo>
                  <a:pt x="10991480" y="249583"/>
                  <a:pt x="11077987" y="118679"/>
                  <a:pt x="11173898" y="203040"/>
                </a:cubicBezTo>
                <a:lnTo>
                  <a:pt x="11169992" y="209944"/>
                </a:lnTo>
                <a:lnTo>
                  <a:pt x="11166200" y="210858"/>
                </a:lnTo>
                <a:cubicBezTo>
                  <a:pt x="11160264" y="212493"/>
                  <a:pt x="11155562" y="213948"/>
                  <a:pt x="11153211" y="214675"/>
                </a:cubicBezTo>
                <a:cubicBezTo>
                  <a:pt x="11157912" y="223403"/>
                  <a:pt x="11162144" y="221948"/>
                  <a:pt x="11165670" y="217585"/>
                </a:cubicBezTo>
                <a:lnTo>
                  <a:pt x="11169992" y="209944"/>
                </a:lnTo>
                <a:lnTo>
                  <a:pt x="11186591" y="205949"/>
                </a:lnTo>
                <a:cubicBezTo>
                  <a:pt x="11201166" y="203040"/>
                  <a:pt x="11216210" y="201585"/>
                  <a:pt x="11222792" y="205949"/>
                </a:cubicBezTo>
                <a:cubicBezTo>
                  <a:pt x="11222792" y="205949"/>
                  <a:pt x="11192704" y="258310"/>
                  <a:pt x="11198345" y="261218"/>
                </a:cubicBezTo>
                <a:cubicBezTo>
                  <a:pt x="11200227" y="258310"/>
                  <a:pt x="11369480" y="168133"/>
                  <a:pt x="11386403" y="188495"/>
                </a:cubicBezTo>
                <a:cubicBezTo>
                  <a:pt x="11348793" y="185586"/>
                  <a:pt x="11335628" y="197221"/>
                  <a:pt x="11345031" y="223402"/>
                </a:cubicBezTo>
                <a:cubicBezTo>
                  <a:pt x="11424721" y="185222"/>
                  <a:pt x="11457074" y="171177"/>
                  <a:pt x="11465295" y="170990"/>
                </a:cubicBezTo>
                <a:close/>
              </a:path>
            </a:pathLst>
          </a:custGeom>
          <a:solidFill>
            <a:schemeClr val="bg1">
              <a:lumMod val="95000"/>
            </a:schemeClr>
          </a:solidFill>
          <a:ln w="12700">
            <a:noFill/>
          </a:ln>
        </p:spPr>
        <p:txBody>
          <a:bodyPr wrap="square" anchor="ctr">
            <a:noAutofit/>
          </a:bodyPr>
          <a:lstStyle>
            <a:lvl1pPr marL="0" indent="0" algn="ctr">
              <a:buNone/>
              <a:defRPr sz="18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Place Your Picture Here And Send To Back</a:t>
            </a:r>
            <a:endParaRPr lang="ko-KR" altLang="en-US" dirty="0"/>
          </a:p>
        </p:txBody>
      </p:sp>
    </p:spTree>
    <p:extLst>
      <p:ext uri="{BB962C8B-B14F-4D97-AF65-F5344CB8AC3E}">
        <p14:creationId xmlns="" xmlns:p14="http://schemas.microsoft.com/office/powerpoint/2010/main" val="3833295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22044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 xmlns:a16="http://schemas.microsoft.com/office/drawing/2014/main" id="{70565C3E-CAE2-4695-9396-B4A9E4119AC1}"/>
              </a:ext>
            </a:extLst>
          </p:cNvPr>
          <p:cNvSpPr>
            <a:spLocks noGrp="1"/>
          </p:cNvSpPr>
          <p:nvPr>
            <p:ph type="pic" idx="14" hasCustomPrompt="1"/>
          </p:nvPr>
        </p:nvSpPr>
        <p:spPr>
          <a:xfrm>
            <a:off x="143339" y="144391"/>
            <a:ext cx="11905323" cy="5160940"/>
          </a:xfrm>
          <a:prstGeom prst="rect">
            <a:avLst/>
          </a:prstGeom>
          <a:solidFill>
            <a:schemeClr val="bg1">
              <a:lumMod val="95000"/>
            </a:schemeClr>
          </a:solidFill>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And Send To Back</a:t>
            </a:r>
            <a:endParaRPr lang="ko-KR" altLang="en-US" dirty="0"/>
          </a:p>
        </p:txBody>
      </p:sp>
    </p:spTree>
    <p:extLst>
      <p:ext uri="{BB962C8B-B14F-4D97-AF65-F5344CB8AC3E}">
        <p14:creationId xmlns="" xmlns:p14="http://schemas.microsoft.com/office/powerpoint/2010/main" val="1199585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29266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 xmlns:a16="http://schemas.microsoft.com/office/drawing/2014/main" id="{B316F907-142C-4678-AACB-E58F1321887D}"/>
              </a:ext>
            </a:extLst>
          </p:cNvPr>
          <p:cNvSpPr>
            <a:spLocks noGrp="1"/>
          </p:cNvSpPr>
          <p:nvPr>
            <p:ph type="pic" idx="12" hasCustomPrompt="1"/>
          </p:nvPr>
        </p:nvSpPr>
        <p:spPr>
          <a:xfrm>
            <a:off x="4605501" y="-8359"/>
            <a:ext cx="3840000" cy="6866359"/>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 xmlns:p14="http://schemas.microsoft.com/office/powerpoint/2010/main" val="2445283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64868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Oval 1">
            <a:extLst>
              <a:ext uri="{FF2B5EF4-FFF2-40B4-BE49-F238E27FC236}">
                <a16:creationId xmlns="" xmlns:a16="http://schemas.microsoft.com/office/drawing/2014/main" id="{0EF99CD0-185F-4E52-B66D-EE54F7DD188B}"/>
              </a:ext>
            </a:extLst>
          </p:cNvPr>
          <p:cNvSpPr/>
          <p:nvPr userDrawn="1"/>
        </p:nvSpPr>
        <p:spPr>
          <a:xfrm>
            <a:off x="6931011" y="5255269"/>
            <a:ext cx="4218052" cy="427271"/>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aphic 14">
            <a:extLst>
              <a:ext uri="{FF2B5EF4-FFF2-40B4-BE49-F238E27FC236}">
                <a16:creationId xmlns="" xmlns:a16="http://schemas.microsoft.com/office/drawing/2014/main" id="{A1AE452B-E04D-4D8B-84E6-51236F03E2CE}"/>
              </a:ext>
            </a:extLst>
          </p:cNvPr>
          <p:cNvGrpSpPr/>
          <p:nvPr userDrawn="1"/>
        </p:nvGrpSpPr>
        <p:grpSpPr>
          <a:xfrm>
            <a:off x="6568172" y="1545963"/>
            <a:ext cx="4939934" cy="3885342"/>
            <a:chOff x="2444748" y="555045"/>
            <a:chExt cx="7282048" cy="5727454"/>
          </a:xfrm>
        </p:grpSpPr>
        <p:sp>
          <p:nvSpPr>
            <p:cNvPr id="4" name="Freeform: Shape 3">
              <a:extLst>
                <a:ext uri="{FF2B5EF4-FFF2-40B4-BE49-F238E27FC236}">
                  <a16:creationId xmlns="" xmlns:a16="http://schemas.microsoft.com/office/drawing/2014/main" id="{D1602DE1-334B-45DA-A695-52DC6B61011D}"/>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5" name="Freeform: Shape 4">
              <a:extLst>
                <a:ext uri="{FF2B5EF4-FFF2-40B4-BE49-F238E27FC236}">
                  <a16:creationId xmlns="" xmlns:a16="http://schemas.microsoft.com/office/drawing/2014/main" id="{E0C5B675-1683-4A16-B2D6-F8F02017AC3D}"/>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6" name="Freeform: Shape 5">
              <a:extLst>
                <a:ext uri="{FF2B5EF4-FFF2-40B4-BE49-F238E27FC236}">
                  <a16:creationId xmlns="" xmlns:a16="http://schemas.microsoft.com/office/drawing/2014/main" id="{40A54FE1-8F04-4D3B-BAB7-98241181A71A}"/>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7" name="Freeform: Shape 6">
              <a:extLst>
                <a:ext uri="{FF2B5EF4-FFF2-40B4-BE49-F238E27FC236}">
                  <a16:creationId xmlns="" xmlns:a16="http://schemas.microsoft.com/office/drawing/2014/main" id="{876AE31D-FAD3-45B4-823D-86B86F0D328D}"/>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8" name="Freeform: Shape 7">
              <a:extLst>
                <a:ext uri="{FF2B5EF4-FFF2-40B4-BE49-F238E27FC236}">
                  <a16:creationId xmlns="" xmlns:a16="http://schemas.microsoft.com/office/drawing/2014/main" id="{8DB6C227-8E45-4DFB-BDF4-8A035F51C08F}"/>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9" name="Freeform: Shape 8">
              <a:extLst>
                <a:ext uri="{FF2B5EF4-FFF2-40B4-BE49-F238E27FC236}">
                  <a16:creationId xmlns="" xmlns:a16="http://schemas.microsoft.com/office/drawing/2014/main" id="{EAF140A6-A1EE-41EA-AFA0-E79CBCB35AF0}"/>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0" name="Freeform: Shape 9">
              <a:extLst>
                <a:ext uri="{FF2B5EF4-FFF2-40B4-BE49-F238E27FC236}">
                  <a16:creationId xmlns="" xmlns:a16="http://schemas.microsoft.com/office/drawing/2014/main" id="{0DCFB282-BE44-40B9-9C72-32F072A0C9A8}"/>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1" name="Freeform: Shape 10">
              <a:extLst>
                <a:ext uri="{FF2B5EF4-FFF2-40B4-BE49-F238E27FC236}">
                  <a16:creationId xmlns="" xmlns:a16="http://schemas.microsoft.com/office/drawing/2014/main" id="{DCC783D9-7D7D-4EB4-B1D2-1CED926C43E8}"/>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2" name="Picture Placeholder 2">
            <a:extLst>
              <a:ext uri="{FF2B5EF4-FFF2-40B4-BE49-F238E27FC236}">
                <a16:creationId xmlns="" xmlns:a16="http://schemas.microsoft.com/office/drawing/2014/main" id="{FBFA7902-7C1A-4ABF-9C19-F26B143A402C}"/>
              </a:ext>
            </a:extLst>
          </p:cNvPr>
          <p:cNvSpPr>
            <a:spLocks noGrp="1"/>
          </p:cNvSpPr>
          <p:nvPr>
            <p:ph type="pic" idx="22" hasCustomPrompt="1"/>
          </p:nvPr>
        </p:nvSpPr>
        <p:spPr>
          <a:xfrm>
            <a:off x="-1" y="1658054"/>
            <a:ext cx="6593151" cy="278946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3" name="Picture Placeholder 2">
            <a:extLst>
              <a:ext uri="{FF2B5EF4-FFF2-40B4-BE49-F238E27FC236}">
                <a16:creationId xmlns="" xmlns:a16="http://schemas.microsoft.com/office/drawing/2014/main" id="{635C07F2-48CF-414A-A341-E936F884570A}"/>
              </a:ext>
            </a:extLst>
          </p:cNvPr>
          <p:cNvSpPr>
            <a:spLocks noGrp="1"/>
          </p:cNvSpPr>
          <p:nvPr>
            <p:ph type="pic" idx="21" hasCustomPrompt="1"/>
          </p:nvPr>
        </p:nvSpPr>
        <p:spPr>
          <a:xfrm>
            <a:off x="6708913" y="1658054"/>
            <a:ext cx="4650938" cy="278946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4" name="Picture Placeholder 2">
            <a:extLst>
              <a:ext uri="{FF2B5EF4-FFF2-40B4-BE49-F238E27FC236}">
                <a16:creationId xmlns="" xmlns:a16="http://schemas.microsoft.com/office/drawing/2014/main" id="{229A0BD7-B878-4300-875B-A82B000A53D1}"/>
              </a:ext>
            </a:extLst>
          </p:cNvPr>
          <p:cNvSpPr>
            <a:spLocks noGrp="1"/>
          </p:cNvSpPr>
          <p:nvPr>
            <p:ph type="pic" idx="23" hasCustomPrompt="1"/>
          </p:nvPr>
        </p:nvSpPr>
        <p:spPr>
          <a:xfrm>
            <a:off x="11495316" y="1658054"/>
            <a:ext cx="696686" cy="2789469"/>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Text Placeholder 9">
            <a:extLst>
              <a:ext uri="{FF2B5EF4-FFF2-40B4-BE49-F238E27FC236}">
                <a16:creationId xmlns="" xmlns:a16="http://schemas.microsoft.com/office/drawing/2014/main" id="{D6213244-2ECA-4E43-B4DE-E5CDBBA3F0B5}"/>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 xmlns:p14="http://schemas.microsoft.com/office/powerpoint/2010/main" val="391883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45574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oup 4">
            <a:extLst>
              <a:ext uri="{FF2B5EF4-FFF2-40B4-BE49-F238E27FC236}">
                <a16:creationId xmlns="" xmlns:a16="http://schemas.microsoft.com/office/drawing/2014/main" id="{F84C783D-B4D2-4DA5-9468-F2E23CFC5461}"/>
              </a:ext>
            </a:extLst>
          </p:cNvPr>
          <p:cNvGrpSpPr/>
          <p:nvPr userDrawn="1"/>
        </p:nvGrpSpPr>
        <p:grpSpPr>
          <a:xfrm>
            <a:off x="3672923" y="3294209"/>
            <a:ext cx="4928023" cy="2707615"/>
            <a:chOff x="-548507" y="477868"/>
            <a:chExt cx="11570449" cy="6357177"/>
          </a:xfrm>
        </p:grpSpPr>
        <p:sp>
          <p:nvSpPr>
            <p:cNvPr id="3" name="Freeform: Shape 5">
              <a:extLst>
                <a:ext uri="{FF2B5EF4-FFF2-40B4-BE49-F238E27FC236}">
                  <a16:creationId xmlns="" xmlns:a16="http://schemas.microsoft.com/office/drawing/2014/main" id="{02EA24F4-15C2-4296-9627-F88E638C8DD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4" name="Freeform: Shape 6">
              <a:extLst>
                <a:ext uri="{FF2B5EF4-FFF2-40B4-BE49-F238E27FC236}">
                  <a16:creationId xmlns="" xmlns:a16="http://schemas.microsoft.com/office/drawing/2014/main" id="{B1C718D8-FFB7-4F4C-ACD6-693774516822}"/>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5" name="Freeform: Shape 7">
              <a:extLst>
                <a:ext uri="{FF2B5EF4-FFF2-40B4-BE49-F238E27FC236}">
                  <a16:creationId xmlns="" xmlns:a16="http://schemas.microsoft.com/office/drawing/2014/main" id="{6288E651-BC68-4A01-A605-224511CFCBD4}"/>
                </a:ext>
              </a:extLst>
            </p:cNvPr>
            <p:cNvSpPr/>
            <p:nvPr/>
          </p:nvSpPr>
          <p:spPr>
            <a:xfrm>
              <a:off x="998911" y="813043"/>
              <a:ext cx="8372930" cy="5156617"/>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6" name="Freeform: Shape 8">
              <a:extLst>
                <a:ext uri="{FF2B5EF4-FFF2-40B4-BE49-F238E27FC236}">
                  <a16:creationId xmlns="" xmlns:a16="http://schemas.microsoft.com/office/drawing/2014/main" id="{3B4AD014-2FD3-4B4E-8A84-270B78CE967E}"/>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7" name="Freeform: Shape 9">
              <a:extLst>
                <a:ext uri="{FF2B5EF4-FFF2-40B4-BE49-F238E27FC236}">
                  <a16:creationId xmlns="" xmlns:a16="http://schemas.microsoft.com/office/drawing/2014/main" id="{3D864AF4-0596-4526-B765-7DBD3217AACB}"/>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8" name="Group 10">
              <a:extLst>
                <a:ext uri="{FF2B5EF4-FFF2-40B4-BE49-F238E27FC236}">
                  <a16:creationId xmlns="" xmlns:a16="http://schemas.microsoft.com/office/drawing/2014/main" id="{C8434FED-A53D-4762-867D-34326694D9D6}"/>
                </a:ext>
              </a:extLst>
            </p:cNvPr>
            <p:cNvGrpSpPr/>
            <p:nvPr/>
          </p:nvGrpSpPr>
          <p:grpSpPr>
            <a:xfrm>
              <a:off x="1606" y="6382978"/>
              <a:ext cx="413937" cy="115242"/>
              <a:chOff x="5955" y="6353672"/>
              <a:chExt cx="413937" cy="115242"/>
            </a:xfrm>
          </p:grpSpPr>
          <p:sp>
            <p:nvSpPr>
              <p:cNvPr id="13" name="Rectangle: Rounded Corners 15">
                <a:extLst>
                  <a:ext uri="{FF2B5EF4-FFF2-40B4-BE49-F238E27FC236}">
                    <a16:creationId xmlns="" xmlns:a16="http://schemas.microsoft.com/office/drawing/2014/main" id="{68C15CBD-BF30-4B46-998B-15DFB88FF59C}"/>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6">
                <a:extLst>
                  <a:ext uri="{FF2B5EF4-FFF2-40B4-BE49-F238E27FC236}">
                    <a16:creationId xmlns="" xmlns:a16="http://schemas.microsoft.com/office/drawing/2014/main" id="{7CC78B20-37F6-4341-9B18-312D90BA2E49}"/>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11">
              <a:extLst>
                <a:ext uri="{FF2B5EF4-FFF2-40B4-BE49-F238E27FC236}">
                  <a16:creationId xmlns="" xmlns:a16="http://schemas.microsoft.com/office/drawing/2014/main" id="{78CBAAD2-7557-4192-A091-7CB935086E12}"/>
                </a:ext>
              </a:extLst>
            </p:cNvPr>
            <p:cNvGrpSpPr/>
            <p:nvPr/>
          </p:nvGrpSpPr>
          <p:grpSpPr>
            <a:xfrm>
              <a:off x="9855291" y="6381600"/>
              <a:ext cx="885989" cy="115242"/>
              <a:chOff x="5955" y="6353672"/>
              <a:chExt cx="413937" cy="115242"/>
            </a:xfrm>
          </p:grpSpPr>
          <p:sp>
            <p:nvSpPr>
              <p:cNvPr id="11" name="Rectangle: Rounded Corners 13">
                <a:extLst>
                  <a:ext uri="{FF2B5EF4-FFF2-40B4-BE49-F238E27FC236}">
                    <a16:creationId xmlns="" xmlns:a16="http://schemas.microsoft.com/office/drawing/2014/main" id="{88EEA0B4-0A14-4BAB-804E-7AED3150A4A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4">
                <a:extLst>
                  <a:ext uri="{FF2B5EF4-FFF2-40B4-BE49-F238E27FC236}">
                    <a16:creationId xmlns="" xmlns:a16="http://schemas.microsoft.com/office/drawing/2014/main" id="{E202E37C-1C02-46EA-BB5E-D67757058F37}"/>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reeform: Shape 12">
              <a:extLst>
                <a:ext uri="{FF2B5EF4-FFF2-40B4-BE49-F238E27FC236}">
                  <a16:creationId xmlns="" xmlns:a16="http://schemas.microsoft.com/office/drawing/2014/main" id="{42B45100-5E05-4F5C-BC2D-5F122C9B7345}"/>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5" name="그림 개체 틀 2">
            <a:extLst>
              <a:ext uri="{FF2B5EF4-FFF2-40B4-BE49-F238E27FC236}">
                <a16:creationId xmlns="" xmlns:a16="http://schemas.microsoft.com/office/drawing/2014/main" id="{959EDE8C-E8E4-47B1-A185-F6BA3B0DA566}"/>
              </a:ext>
            </a:extLst>
          </p:cNvPr>
          <p:cNvSpPr>
            <a:spLocks noGrp="1"/>
          </p:cNvSpPr>
          <p:nvPr>
            <p:ph type="pic" sz="quarter" idx="14" hasCustomPrompt="1"/>
          </p:nvPr>
        </p:nvSpPr>
        <p:spPr>
          <a:xfrm>
            <a:off x="4331991" y="3417363"/>
            <a:ext cx="3589496" cy="2222752"/>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6" name="Text Placeholder 9">
            <a:extLst>
              <a:ext uri="{FF2B5EF4-FFF2-40B4-BE49-F238E27FC236}">
                <a16:creationId xmlns="" xmlns:a16="http://schemas.microsoft.com/office/drawing/2014/main" id="{558F4B21-92E2-44F3-9724-7F8859FC44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 xmlns:p14="http://schemas.microsoft.com/office/powerpoint/2010/main" val="3750974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2">
            <a:extLst>
              <a:ext uri="{FF2B5EF4-FFF2-40B4-BE49-F238E27FC236}">
                <a16:creationId xmlns="" xmlns:a16="http://schemas.microsoft.com/office/drawing/2014/main" id="{D13F7687-1FEA-4F8E-AAF2-415DD1C49880}"/>
              </a:ext>
            </a:extLst>
          </p:cNvPr>
          <p:cNvSpPr>
            <a:spLocks noGrp="1"/>
          </p:cNvSpPr>
          <p:nvPr>
            <p:ph type="pic" idx="1" hasCustomPrompt="1"/>
          </p:nvPr>
        </p:nvSpPr>
        <p:spPr>
          <a:xfrm>
            <a:off x="5215433" y="-1209"/>
            <a:ext cx="2810375" cy="522272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 xmlns:a16="http://schemas.microsoft.com/office/drawing/2014/main" id="{B5AF8E93-3136-4C4B-B464-7CC4A6C95442}"/>
              </a:ext>
            </a:extLst>
          </p:cNvPr>
          <p:cNvSpPr>
            <a:spLocks noGrp="1"/>
          </p:cNvSpPr>
          <p:nvPr>
            <p:ph type="pic" idx="10" hasCustomPrompt="1"/>
          </p:nvPr>
        </p:nvSpPr>
        <p:spPr>
          <a:xfrm>
            <a:off x="8718247" y="1635276"/>
            <a:ext cx="2810375" cy="522272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 xmlns:p14="http://schemas.microsoft.com/office/powerpoint/2010/main" val="3964928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97483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 xmlns:p14="http://schemas.microsoft.com/office/powerpoint/2010/main" val="244639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 xmlns:p14="http://schemas.microsoft.com/office/powerpoint/2010/main" val="313676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9" r:id="rId14"/>
    <p:sldLayoutId id="2147483688" r:id="rId15"/>
    <p:sldLayoutId id="2147483687" r:id="rId16"/>
    <p:sldLayoutId id="2147483671" r:id="rId17"/>
    <p:sldLayoutId id="2147483672"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32BAD54-9D02-493D-9DFC-3D8C60E31D3C}"/>
              </a:ext>
            </a:extLst>
          </p:cNvPr>
          <p:cNvSpPr txBox="1"/>
          <p:nvPr/>
        </p:nvSpPr>
        <p:spPr>
          <a:xfrm>
            <a:off x="9031355" y="226479"/>
            <a:ext cx="2861985" cy="4401205"/>
          </a:xfrm>
          <a:prstGeom prst="rect">
            <a:avLst/>
          </a:prstGeom>
          <a:noFill/>
        </p:spPr>
        <p:txBody>
          <a:bodyPr wrap="square" rtlCol="0" anchor="ctr">
            <a:spAutoFit/>
          </a:bodyPr>
          <a:lstStyle/>
          <a:p>
            <a:pPr algn="r"/>
            <a:r>
              <a:rPr lang="en-US" sz="4000" dirty="0" smtClean="0">
                <a:solidFill>
                  <a:srgbClr val="FFFF00"/>
                </a:solidFill>
                <a:effectLst>
                  <a:outerShdw blurRad="38100" dist="38100" dir="2700000" algn="tl">
                    <a:srgbClr val="000000">
                      <a:alpha val="43137"/>
                    </a:srgbClr>
                  </a:outerShdw>
                </a:effectLst>
              </a:rPr>
              <a:t>San Francisco City Employee Salary DataSet</a:t>
            </a:r>
            <a:endParaRPr lang="ko-KR" altLang="en-US" sz="4000" dirty="0" smtClean="0">
              <a:solidFill>
                <a:srgbClr val="FFFF00"/>
              </a:solidFill>
              <a:effectLst>
                <a:outerShdw blurRad="38100" dist="38100" dir="2700000" algn="tl">
                  <a:srgbClr val="000000">
                    <a:alpha val="43137"/>
                  </a:srgbClr>
                </a:outerShdw>
              </a:effectLst>
              <a:cs typeface="Arial" pitchFamily="34" charset="0"/>
            </a:endParaRPr>
          </a:p>
          <a:p>
            <a:pPr algn="r"/>
            <a:endParaRPr lang="en-US" altLang="ko-KR" sz="4000" b="1" dirty="0">
              <a:solidFill>
                <a:schemeClr val="bg1"/>
              </a:solidFill>
              <a:cs typeface="Arial" pitchFamily="34" charset="0"/>
            </a:endParaRPr>
          </a:p>
        </p:txBody>
      </p:sp>
      <p:sp>
        <p:nvSpPr>
          <p:cNvPr id="8" name="TextBox 7">
            <a:extLst>
              <a:ext uri="{FF2B5EF4-FFF2-40B4-BE49-F238E27FC236}">
                <a16:creationId xmlns="" xmlns:a16="http://schemas.microsoft.com/office/drawing/2014/main" id="{2B6167FF-AD5E-41E4-8385-3024DC936CF2}"/>
              </a:ext>
            </a:extLst>
          </p:cNvPr>
          <p:cNvSpPr txBox="1"/>
          <p:nvPr/>
        </p:nvSpPr>
        <p:spPr>
          <a:xfrm>
            <a:off x="9210247" y="5296143"/>
            <a:ext cx="2835976" cy="1200329"/>
          </a:xfrm>
          <a:prstGeom prst="rect">
            <a:avLst/>
          </a:prstGeom>
          <a:noFill/>
        </p:spPr>
        <p:txBody>
          <a:bodyPr wrap="square" rtlCol="0" anchor="ctr">
            <a:spAutoFit/>
          </a:bodyPr>
          <a:lstStyle/>
          <a:p>
            <a:r>
              <a:rPr lang="en-US" altLang="ko-KR" sz="2400" b="1" dirty="0" smtClean="0">
                <a:solidFill>
                  <a:schemeClr val="bg1"/>
                </a:solidFill>
                <a:effectLst>
                  <a:glow rad="228600">
                    <a:schemeClr val="accent1">
                      <a:satMod val="175000"/>
                      <a:alpha val="40000"/>
                    </a:schemeClr>
                  </a:glow>
                </a:effectLst>
                <a:latin typeface="Segoe UI Variable Small Semibol" pitchFamily="2" charset="0"/>
                <a:cs typeface="Arial" pitchFamily="34" charset="0"/>
              </a:rPr>
              <a:t>Real Time Project</a:t>
            </a:r>
          </a:p>
          <a:p>
            <a:r>
              <a:rPr lang="en-US" altLang="ko-KR" sz="2400" b="1" dirty="0" smtClean="0">
                <a:solidFill>
                  <a:schemeClr val="bg1"/>
                </a:solidFill>
                <a:effectLst>
                  <a:glow rad="228600">
                    <a:schemeClr val="accent1">
                      <a:satMod val="175000"/>
                      <a:alpha val="40000"/>
                    </a:schemeClr>
                  </a:glow>
                </a:effectLst>
                <a:latin typeface="Segoe UI Variable Small Semibol" pitchFamily="2" charset="0"/>
                <a:cs typeface="Arial" pitchFamily="34" charset="0"/>
              </a:rPr>
              <a:t>             by    </a:t>
            </a:r>
            <a:br>
              <a:rPr lang="en-US" altLang="ko-KR" sz="2400" b="1" dirty="0" smtClean="0">
                <a:solidFill>
                  <a:schemeClr val="bg1"/>
                </a:solidFill>
                <a:effectLst>
                  <a:glow rad="228600">
                    <a:schemeClr val="accent1">
                      <a:satMod val="175000"/>
                      <a:alpha val="40000"/>
                    </a:schemeClr>
                  </a:glow>
                </a:effectLst>
                <a:latin typeface="Segoe UI Variable Small Semibol" pitchFamily="2" charset="0"/>
                <a:cs typeface="Arial" pitchFamily="34" charset="0"/>
              </a:rPr>
            </a:br>
            <a:r>
              <a:rPr lang="en-US" altLang="ko-KR" sz="2400" b="1" dirty="0" smtClean="0">
                <a:solidFill>
                  <a:schemeClr val="bg1"/>
                </a:solidFill>
                <a:effectLst>
                  <a:glow rad="228600">
                    <a:schemeClr val="accent1">
                      <a:satMod val="175000"/>
                      <a:alpha val="40000"/>
                    </a:schemeClr>
                  </a:glow>
                </a:effectLst>
                <a:latin typeface="Segoe UI Variable Small Semibol" pitchFamily="2" charset="0"/>
                <a:cs typeface="Arial" pitchFamily="34" charset="0"/>
              </a:rPr>
              <a:t>  VINEET KUMAR</a:t>
            </a:r>
            <a:endParaRPr lang="ko-KR" altLang="en-US" sz="2400" b="1" dirty="0">
              <a:solidFill>
                <a:schemeClr val="bg1"/>
              </a:solidFill>
              <a:effectLst>
                <a:glow rad="228600">
                  <a:schemeClr val="accent1">
                    <a:satMod val="175000"/>
                    <a:alpha val="40000"/>
                  </a:schemeClr>
                </a:glow>
              </a:effectLst>
              <a:latin typeface="Segoe UI Variable Small Semibol" pitchFamily="2" charset="0"/>
              <a:cs typeface="Arial" pitchFamily="34" charset="0"/>
            </a:endParaRPr>
          </a:p>
        </p:txBody>
      </p:sp>
    </p:spTree>
    <p:extLst>
      <p:ext uri="{BB962C8B-B14F-4D97-AF65-F5344CB8AC3E}">
        <p14:creationId xmlns="" xmlns:p14="http://schemas.microsoft.com/office/powerpoint/2010/main" val="38833692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D735F7F3-C1B5-4B60-A00A-4EB618DDFB5A}"/>
              </a:ext>
            </a:extLst>
          </p:cNvPr>
          <p:cNvSpPr>
            <a:spLocks noGrp="1"/>
          </p:cNvSpPr>
          <p:nvPr>
            <p:ph type="body" sz="quarter" idx="10"/>
          </p:nvPr>
        </p:nvSpPr>
        <p:spPr>
          <a:xfrm>
            <a:off x="376537" y="193735"/>
            <a:ext cx="11573197" cy="724247"/>
          </a:xfrm>
        </p:spPr>
        <p:txBody>
          <a:bodyPr/>
          <a:lstStyle/>
          <a:p>
            <a:r>
              <a:rPr lang="en-US" sz="3200" b="1" dirty="0" smtClean="0">
                <a:ln>
                  <a:solidFill>
                    <a:srgbClr val="00B0F0"/>
                  </a:solidFill>
                </a:ln>
                <a:solidFill>
                  <a:schemeClr val="accent2">
                    <a:lumMod val="75000"/>
                  </a:schemeClr>
                </a:solidFill>
              </a:rPr>
              <a:t>Dataset Overview: San Francisco Employee Salaries</a:t>
            </a:r>
          </a:p>
        </p:txBody>
      </p:sp>
      <p:grpSp>
        <p:nvGrpSpPr>
          <p:cNvPr id="3" name="그룹 2">
            <a:extLst>
              <a:ext uri="{FF2B5EF4-FFF2-40B4-BE49-F238E27FC236}">
                <a16:creationId xmlns="" xmlns:a16="http://schemas.microsoft.com/office/drawing/2014/main" id="{8ADD12F9-03A3-4D50-A982-6363233D99CE}"/>
              </a:ext>
            </a:extLst>
          </p:cNvPr>
          <p:cNvGrpSpPr/>
          <p:nvPr/>
        </p:nvGrpSpPr>
        <p:grpSpPr>
          <a:xfrm>
            <a:off x="9541565" y="2120348"/>
            <a:ext cx="2309690" cy="4737652"/>
            <a:chOff x="8982638" y="3906700"/>
            <a:chExt cx="633985" cy="1327105"/>
          </a:xfrm>
        </p:grpSpPr>
        <p:sp>
          <p:nvSpPr>
            <p:cNvPr id="9" name="Graphic 57">
              <a:extLst>
                <a:ext uri="{FF2B5EF4-FFF2-40B4-BE49-F238E27FC236}">
                  <a16:creationId xmlns="" xmlns:a16="http://schemas.microsoft.com/office/drawing/2014/main" id="{8E3AECFE-EBE5-4E81-96F9-C578BD8752A4}"/>
                </a:ext>
              </a:extLst>
            </p:cNvPr>
            <p:cNvSpPr/>
            <p:nvPr/>
          </p:nvSpPr>
          <p:spPr>
            <a:xfrm>
              <a:off x="8982638" y="4741358"/>
              <a:ext cx="622227" cy="492447"/>
            </a:xfrm>
            <a:custGeom>
              <a:avLst/>
              <a:gdLst>
                <a:gd name="connsiteX0" fmla="*/ 1876806 w 1904237"/>
                <a:gd name="connsiteY0" fmla="*/ 0 h 1507064"/>
                <a:gd name="connsiteX1" fmla="*/ 27358 w 1904237"/>
                <a:gd name="connsiteY1" fmla="*/ 0 h 1507064"/>
                <a:gd name="connsiteX2" fmla="*/ 0 w 1904237"/>
                <a:gd name="connsiteY2" fmla="*/ 27358 h 1507064"/>
                <a:gd name="connsiteX3" fmla="*/ 0 w 1904237"/>
                <a:gd name="connsiteY3" fmla="*/ 268789 h 1507064"/>
                <a:gd name="connsiteX4" fmla="*/ 27358 w 1904237"/>
                <a:gd name="connsiteY4" fmla="*/ 296148 h 1507064"/>
                <a:gd name="connsiteX5" fmla="*/ 126394 w 1904237"/>
                <a:gd name="connsiteY5" fmla="*/ 296148 h 1507064"/>
                <a:gd name="connsiteX6" fmla="*/ 304259 w 1904237"/>
                <a:gd name="connsiteY6" fmla="*/ 1366069 h 1507064"/>
                <a:gd name="connsiteX7" fmla="*/ 285676 w 1904237"/>
                <a:gd name="connsiteY7" fmla="*/ 1366069 h 1507064"/>
                <a:gd name="connsiteX8" fmla="*/ 258318 w 1904237"/>
                <a:gd name="connsiteY8" fmla="*/ 1393428 h 1507064"/>
                <a:gd name="connsiteX9" fmla="*/ 258318 w 1904237"/>
                <a:gd name="connsiteY9" fmla="*/ 1479706 h 1507064"/>
                <a:gd name="connsiteX10" fmla="*/ 285676 w 1904237"/>
                <a:gd name="connsiteY10" fmla="*/ 1507064 h 1507064"/>
                <a:gd name="connsiteX11" fmla="*/ 1618562 w 1904237"/>
                <a:gd name="connsiteY11" fmla="*/ 1507064 h 1507064"/>
                <a:gd name="connsiteX12" fmla="*/ 1645920 w 1904237"/>
                <a:gd name="connsiteY12" fmla="*/ 1479706 h 1507064"/>
                <a:gd name="connsiteX13" fmla="*/ 1645920 w 1904237"/>
                <a:gd name="connsiteY13" fmla="*/ 1393428 h 1507064"/>
                <a:gd name="connsiteX14" fmla="*/ 1618562 w 1904237"/>
                <a:gd name="connsiteY14" fmla="*/ 1366069 h 1507064"/>
                <a:gd name="connsiteX15" fmla="*/ 1599979 w 1904237"/>
                <a:gd name="connsiteY15" fmla="*/ 1366069 h 1507064"/>
                <a:gd name="connsiteX16" fmla="*/ 1777844 w 1904237"/>
                <a:gd name="connsiteY16" fmla="*/ 296148 h 1507064"/>
                <a:gd name="connsiteX17" fmla="*/ 1876880 w 1904237"/>
                <a:gd name="connsiteY17" fmla="*/ 296148 h 1507064"/>
                <a:gd name="connsiteX18" fmla="*/ 1904238 w 1904237"/>
                <a:gd name="connsiteY18" fmla="*/ 268789 h 1507064"/>
                <a:gd name="connsiteX19" fmla="*/ 1904238 w 1904237"/>
                <a:gd name="connsiteY19" fmla="*/ 27358 h 1507064"/>
                <a:gd name="connsiteX20" fmla="*/ 1876806 w 1904237"/>
                <a:gd name="connsiteY20" fmla="*/ 0 h 1507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4237" h="1507064">
                  <a:moveTo>
                    <a:pt x="1876806" y="0"/>
                  </a:moveTo>
                  <a:lnTo>
                    <a:pt x="27358" y="0"/>
                  </a:lnTo>
                  <a:cubicBezTo>
                    <a:pt x="12241" y="0"/>
                    <a:pt x="0" y="12241"/>
                    <a:pt x="0" y="27358"/>
                  </a:cubicBezTo>
                  <a:lnTo>
                    <a:pt x="0" y="268789"/>
                  </a:lnTo>
                  <a:cubicBezTo>
                    <a:pt x="0" y="283906"/>
                    <a:pt x="12241" y="296148"/>
                    <a:pt x="27358" y="296148"/>
                  </a:cubicBezTo>
                  <a:lnTo>
                    <a:pt x="126394" y="296148"/>
                  </a:lnTo>
                  <a:lnTo>
                    <a:pt x="304259" y="1366069"/>
                  </a:lnTo>
                  <a:lnTo>
                    <a:pt x="285676" y="1366069"/>
                  </a:lnTo>
                  <a:cubicBezTo>
                    <a:pt x="270559" y="1366069"/>
                    <a:pt x="258318" y="1378311"/>
                    <a:pt x="258318" y="1393428"/>
                  </a:cubicBezTo>
                  <a:lnTo>
                    <a:pt x="258318" y="1479706"/>
                  </a:lnTo>
                  <a:cubicBezTo>
                    <a:pt x="258318" y="1494823"/>
                    <a:pt x="270559" y="1507064"/>
                    <a:pt x="285676" y="1507064"/>
                  </a:cubicBezTo>
                  <a:lnTo>
                    <a:pt x="1618562" y="1507064"/>
                  </a:lnTo>
                  <a:cubicBezTo>
                    <a:pt x="1633679" y="1507064"/>
                    <a:pt x="1645920" y="1494823"/>
                    <a:pt x="1645920" y="1479706"/>
                  </a:cubicBezTo>
                  <a:lnTo>
                    <a:pt x="1645920" y="1393428"/>
                  </a:lnTo>
                  <a:cubicBezTo>
                    <a:pt x="1645920" y="1378311"/>
                    <a:pt x="1633679" y="1366069"/>
                    <a:pt x="1618562" y="1366069"/>
                  </a:cubicBezTo>
                  <a:lnTo>
                    <a:pt x="1599979" y="1366069"/>
                  </a:lnTo>
                  <a:lnTo>
                    <a:pt x="1777844" y="296148"/>
                  </a:lnTo>
                  <a:lnTo>
                    <a:pt x="1876880" y="296148"/>
                  </a:lnTo>
                  <a:cubicBezTo>
                    <a:pt x="1891997" y="296148"/>
                    <a:pt x="1904238" y="283906"/>
                    <a:pt x="1904238" y="268789"/>
                  </a:cubicBezTo>
                  <a:lnTo>
                    <a:pt x="1904238" y="27358"/>
                  </a:lnTo>
                  <a:cubicBezTo>
                    <a:pt x="1904238" y="12315"/>
                    <a:pt x="1891923" y="0"/>
                    <a:pt x="1876806" y="0"/>
                  </a:cubicBezTo>
                  <a:close/>
                </a:path>
              </a:pathLst>
            </a:custGeom>
            <a:solidFill>
              <a:srgbClr val="E45525"/>
            </a:solidFill>
            <a:ln w="7374" cap="flat">
              <a:noFill/>
              <a:prstDash val="solid"/>
              <a:miter/>
            </a:ln>
          </p:spPr>
          <p:txBody>
            <a:bodyPr rtlCol="0" anchor="ctr"/>
            <a:lstStyle/>
            <a:p>
              <a:endParaRPr lang="en-US"/>
            </a:p>
          </p:txBody>
        </p:sp>
        <p:sp>
          <p:nvSpPr>
            <p:cNvPr id="10" name="Graphic 57">
              <a:extLst>
                <a:ext uri="{FF2B5EF4-FFF2-40B4-BE49-F238E27FC236}">
                  <a16:creationId xmlns="" xmlns:a16="http://schemas.microsoft.com/office/drawing/2014/main" id="{63A9B7F0-DFB6-4953-AEEB-311BBE25B665}"/>
                </a:ext>
              </a:extLst>
            </p:cNvPr>
            <p:cNvSpPr/>
            <p:nvPr/>
          </p:nvSpPr>
          <p:spPr>
            <a:xfrm>
              <a:off x="9015095" y="4314067"/>
              <a:ext cx="601528" cy="428490"/>
            </a:xfrm>
            <a:custGeom>
              <a:avLst/>
              <a:gdLst>
                <a:gd name="connsiteX0" fmla="*/ 1839861 w 1840893"/>
                <a:gd name="connsiteY0" fmla="*/ 458232 h 1311332"/>
                <a:gd name="connsiteX1" fmla="*/ 1812356 w 1840893"/>
                <a:gd name="connsiteY1" fmla="*/ 429325 h 1311332"/>
                <a:gd name="connsiteX2" fmla="*/ 1415771 w 1840893"/>
                <a:gd name="connsiteY2" fmla="*/ 361483 h 1311332"/>
                <a:gd name="connsiteX3" fmla="*/ 943823 w 1840893"/>
                <a:gd name="connsiteY3" fmla="*/ 655935 h 1311332"/>
                <a:gd name="connsiteX4" fmla="*/ 905330 w 1840893"/>
                <a:gd name="connsiteY4" fmla="*/ 738894 h 1311332"/>
                <a:gd name="connsiteX5" fmla="*/ 898177 w 1840893"/>
                <a:gd name="connsiteY5" fmla="*/ 736682 h 1311332"/>
                <a:gd name="connsiteX6" fmla="*/ 898177 w 1840893"/>
                <a:gd name="connsiteY6" fmla="*/ 416421 h 1311332"/>
                <a:gd name="connsiteX7" fmla="*/ 841617 w 1840893"/>
                <a:gd name="connsiteY7" fmla="*/ 386703 h 1311332"/>
                <a:gd name="connsiteX8" fmla="*/ 749956 w 1840893"/>
                <a:gd name="connsiteY8" fmla="*/ 192245 h 1311332"/>
                <a:gd name="connsiteX9" fmla="*/ 564126 w 1840893"/>
                <a:gd name="connsiteY9" fmla="*/ 33110 h 1311332"/>
                <a:gd name="connsiteX10" fmla="*/ 337664 w 1840893"/>
                <a:gd name="connsiteY10" fmla="*/ 0 h 1311332"/>
                <a:gd name="connsiteX11" fmla="*/ 0 w 1840893"/>
                <a:gd name="connsiteY11" fmla="*/ 96454 h 1311332"/>
                <a:gd name="connsiteX12" fmla="*/ 123592 w 1840893"/>
                <a:gd name="connsiteY12" fmla="*/ 465164 h 1311332"/>
                <a:gd name="connsiteX13" fmla="*/ 528435 w 1840893"/>
                <a:gd name="connsiteY13" fmla="*/ 675181 h 1311332"/>
                <a:gd name="connsiteX14" fmla="*/ 801059 w 1840893"/>
                <a:gd name="connsiteY14" fmla="*/ 620907 h 1311332"/>
                <a:gd name="connsiteX15" fmla="*/ 801059 w 1840893"/>
                <a:gd name="connsiteY15" fmla="*/ 620907 h 1311332"/>
                <a:gd name="connsiteX16" fmla="*/ 801059 w 1840893"/>
                <a:gd name="connsiteY16" fmla="*/ 620907 h 1311332"/>
                <a:gd name="connsiteX17" fmla="*/ 801059 w 1840893"/>
                <a:gd name="connsiteY17" fmla="*/ 1182083 h 1311332"/>
                <a:gd name="connsiteX18" fmla="*/ 765589 w 1840893"/>
                <a:gd name="connsiteY18" fmla="*/ 1094552 h 1311332"/>
                <a:gd name="connsiteX19" fmla="*/ 554392 w 1840893"/>
                <a:gd name="connsiteY19" fmla="*/ 895374 h 1311332"/>
                <a:gd name="connsiteX20" fmla="*/ 232656 w 1840893"/>
                <a:gd name="connsiteY20" fmla="*/ 959972 h 1311332"/>
                <a:gd name="connsiteX21" fmla="*/ 220783 w 1840893"/>
                <a:gd name="connsiteY21" fmla="*/ 976269 h 1311332"/>
                <a:gd name="connsiteX22" fmla="*/ 220488 w 1840893"/>
                <a:gd name="connsiteY22" fmla="*/ 977081 h 1311332"/>
                <a:gd name="connsiteX23" fmla="*/ 236417 w 1840893"/>
                <a:gd name="connsiteY23" fmla="*/ 1028700 h 1311332"/>
                <a:gd name="connsiteX24" fmla="*/ 463468 w 1840893"/>
                <a:gd name="connsiteY24" fmla="*/ 1305896 h 1311332"/>
                <a:gd name="connsiteX25" fmla="*/ 708807 w 1840893"/>
                <a:gd name="connsiteY25" fmla="*/ 1294171 h 1311332"/>
                <a:gd name="connsiteX26" fmla="*/ 795307 w 1840893"/>
                <a:gd name="connsiteY26" fmla="*/ 1249410 h 1311332"/>
                <a:gd name="connsiteX27" fmla="*/ 798478 w 1840893"/>
                <a:gd name="connsiteY27" fmla="*/ 1306781 h 1311332"/>
                <a:gd name="connsiteX28" fmla="*/ 896628 w 1840893"/>
                <a:gd name="connsiteY28" fmla="*/ 1305379 h 1311332"/>
                <a:gd name="connsiteX29" fmla="*/ 899725 w 1840893"/>
                <a:gd name="connsiteY29" fmla="*/ 1148457 h 1311332"/>
                <a:gd name="connsiteX30" fmla="*/ 920447 w 1840893"/>
                <a:gd name="connsiteY30" fmla="*/ 1120287 h 1311332"/>
                <a:gd name="connsiteX31" fmla="*/ 1249631 w 1840893"/>
                <a:gd name="connsiteY31" fmla="*/ 1171096 h 1311332"/>
                <a:gd name="connsiteX32" fmla="*/ 1705798 w 1840893"/>
                <a:gd name="connsiteY32" fmla="*/ 918234 h 1311332"/>
                <a:gd name="connsiteX33" fmla="*/ 1840894 w 1840893"/>
                <a:gd name="connsiteY33" fmla="*/ 461330 h 1311332"/>
                <a:gd name="connsiteX34" fmla="*/ 1839861 w 1840893"/>
                <a:gd name="connsiteY34" fmla="*/ 458232 h 131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40893" h="1311332">
                  <a:moveTo>
                    <a:pt x="1839861" y="458232"/>
                  </a:moveTo>
                  <a:cubicBezTo>
                    <a:pt x="1845097" y="439428"/>
                    <a:pt x="1827473" y="434340"/>
                    <a:pt x="1812356" y="429325"/>
                  </a:cubicBezTo>
                  <a:cubicBezTo>
                    <a:pt x="1683602" y="386703"/>
                    <a:pt x="1552489" y="358902"/>
                    <a:pt x="1415771" y="361483"/>
                  </a:cubicBezTo>
                  <a:cubicBezTo>
                    <a:pt x="1199413" y="365539"/>
                    <a:pt x="1041236" y="461846"/>
                    <a:pt x="943823" y="655935"/>
                  </a:cubicBezTo>
                  <a:cubicBezTo>
                    <a:pt x="930181" y="683145"/>
                    <a:pt x="918161" y="711241"/>
                    <a:pt x="905330" y="738894"/>
                  </a:cubicBezTo>
                  <a:cubicBezTo>
                    <a:pt x="902970" y="738157"/>
                    <a:pt x="900610" y="737419"/>
                    <a:pt x="898177" y="736682"/>
                  </a:cubicBezTo>
                  <a:cubicBezTo>
                    <a:pt x="898177" y="629904"/>
                    <a:pt x="898177" y="523199"/>
                    <a:pt x="898177" y="416421"/>
                  </a:cubicBezTo>
                  <a:cubicBezTo>
                    <a:pt x="877603" y="409931"/>
                    <a:pt x="849876" y="418706"/>
                    <a:pt x="841617" y="386703"/>
                  </a:cubicBezTo>
                  <a:cubicBezTo>
                    <a:pt x="823402" y="316205"/>
                    <a:pt x="789776" y="252640"/>
                    <a:pt x="749956" y="192245"/>
                  </a:cubicBezTo>
                  <a:cubicBezTo>
                    <a:pt x="703203" y="121453"/>
                    <a:pt x="643325" y="67621"/>
                    <a:pt x="564126" y="33110"/>
                  </a:cubicBezTo>
                  <a:cubicBezTo>
                    <a:pt x="490605" y="1180"/>
                    <a:pt x="414577" y="737"/>
                    <a:pt x="337664" y="0"/>
                  </a:cubicBezTo>
                  <a:cubicBezTo>
                    <a:pt x="245339" y="147"/>
                    <a:pt x="78019" y="42180"/>
                    <a:pt x="0" y="96454"/>
                  </a:cubicBezTo>
                  <a:cubicBezTo>
                    <a:pt x="11799" y="229190"/>
                    <a:pt x="54274" y="352118"/>
                    <a:pt x="123592" y="465164"/>
                  </a:cubicBezTo>
                  <a:cubicBezTo>
                    <a:pt x="215990" y="615819"/>
                    <a:pt x="352192" y="682998"/>
                    <a:pt x="528435" y="675181"/>
                  </a:cubicBezTo>
                  <a:cubicBezTo>
                    <a:pt x="622530" y="670978"/>
                    <a:pt x="711831" y="647086"/>
                    <a:pt x="801059" y="620907"/>
                  </a:cubicBezTo>
                  <a:lnTo>
                    <a:pt x="801059" y="620907"/>
                  </a:lnTo>
                  <a:lnTo>
                    <a:pt x="801059" y="620907"/>
                  </a:lnTo>
                  <a:cubicBezTo>
                    <a:pt x="801059" y="804303"/>
                    <a:pt x="801059" y="987626"/>
                    <a:pt x="801059" y="1182083"/>
                  </a:cubicBezTo>
                  <a:cubicBezTo>
                    <a:pt x="786532" y="1146023"/>
                    <a:pt x="777314" y="1119697"/>
                    <a:pt x="765589" y="1094552"/>
                  </a:cubicBezTo>
                  <a:cubicBezTo>
                    <a:pt x="721565" y="1000309"/>
                    <a:pt x="663530" y="917645"/>
                    <a:pt x="554392" y="895374"/>
                  </a:cubicBezTo>
                  <a:cubicBezTo>
                    <a:pt x="439649" y="871998"/>
                    <a:pt x="333903" y="908501"/>
                    <a:pt x="232656" y="959972"/>
                  </a:cubicBezTo>
                  <a:cubicBezTo>
                    <a:pt x="223881" y="964471"/>
                    <a:pt x="220267" y="969927"/>
                    <a:pt x="220783" y="976269"/>
                  </a:cubicBezTo>
                  <a:cubicBezTo>
                    <a:pt x="220710" y="976564"/>
                    <a:pt x="220562" y="976785"/>
                    <a:pt x="220488" y="977081"/>
                  </a:cubicBezTo>
                  <a:cubicBezTo>
                    <a:pt x="223586" y="990059"/>
                    <a:pt x="232066" y="1016164"/>
                    <a:pt x="236417" y="1028700"/>
                  </a:cubicBezTo>
                  <a:cubicBezTo>
                    <a:pt x="278302" y="1148752"/>
                    <a:pt x="331765" y="1259512"/>
                    <a:pt x="463468" y="1305896"/>
                  </a:cubicBezTo>
                  <a:cubicBezTo>
                    <a:pt x="523642" y="1320497"/>
                    <a:pt x="688160" y="1301914"/>
                    <a:pt x="708807" y="1294171"/>
                  </a:cubicBezTo>
                  <a:cubicBezTo>
                    <a:pt x="736682" y="1283699"/>
                    <a:pt x="775765" y="1275219"/>
                    <a:pt x="795307" y="1249410"/>
                  </a:cubicBezTo>
                  <a:cubicBezTo>
                    <a:pt x="798404" y="1268656"/>
                    <a:pt x="796118" y="1280234"/>
                    <a:pt x="798478" y="1306781"/>
                  </a:cubicBezTo>
                  <a:cubicBezTo>
                    <a:pt x="829449" y="1306707"/>
                    <a:pt x="864182" y="1305379"/>
                    <a:pt x="896628" y="1305379"/>
                  </a:cubicBezTo>
                  <a:cubicBezTo>
                    <a:pt x="900315" y="1249410"/>
                    <a:pt x="898472" y="1200740"/>
                    <a:pt x="899725" y="1148457"/>
                  </a:cubicBezTo>
                  <a:cubicBezTo>
                    <a:pt x="900094" y="1133856"/>
                    <a:pt x="896776" y="1117411"/>
                    <a:pt x="920447" y="1120287"/>
                  </a:cubicBezTo>
                  <a:cubicBezTo>
                    <a:pt x="1027594" y="1154135"/>
                    <a:pt x="1137396" y="1172644"/>
                    <a:pt x="1249631" y="1171096"/>
                  </a:cubicBezTo>
                  <a:cubicBezTo>
                    <a:pt x="1446153" y="1168293"/>
                    <a:pt x="1604698" y="1093003"/>
                    <a:pt x="1705798" y="918234"/>
                  </a:cubicBezTo>
                  <a:cubicBezTo>
                    <a:pt x="1786251" y="779009"/>
                    <a:pt x="1830054" y="621202"/>
                    <a:pt x="1840894" y="461330"/>
                  </a:cubicBezTo>
                  <a:cubicBezTo>
                    <a:pt x="1840525" y="460297"/>
                    <a:pt x="1840156" y="459191"/>
                    <a:pt x="1839861" y="458232"/>
                  </a:cubicBezTo>
                  <a:close/>
                </a:path>
              </a:pathLst>
            </a:custGeom>
            <a:solidFill>
              <a:srgbClr val="8FA93D"/>
            </a:solidFill>
            <a:ln w="7374" cap="flat">
              <a:noFill/>
              <a:prstDash val="solid"/>
              <a:miter/>
            </a:ln>
          </p:spPr>
          <p:txBody>
            <a:bodyPr rtlCol="0" anchor="ctr"/>
            <a:lstStyle/>
            <a:p>
              <a:endParaRPr lang="en-US"/>
            </a:p>
          </p:txBody>
        </p:sp>
        <p:sp>
          <p:nvSpPr>
            <p:cNvPr id="11" name="Graphic 57">
              <a:extLst>
                <a:ext uri="{FF2B5EF4-FFF2-40B4-BE49-F238E27FC236}">
                  <a16:creationId xmlns="" xmlns:a16="http://schemas.microsoft.com/office/drawing/2014/main" id="{38830FF5-B935-4683-B8E4-AD9C2BF99187}"/>
                </a:ext>
              </a:extLst>
            </p:cNvPr>
            <p:cNvSpPr/>
            <p:nvPr/>
          </p:nvSpPr>
          <p:spPr>
            <a:xfrm>
              <a:off x="9104274" y="4063759"/>
              <a:ext cx="387750" cy="387750"/>
            </a:xfrm>
            <a:custGeom>
              <a:avLst/>
              <a:gdLst>
                <a:gd name="connsiteX0" fmla="*/ 1186655 w 1186655"/>
                <a:gd name="connsiteY0" fmla="*/ 593327 h 1186655"/>
                <a:gd name="connsiteX1" fmla="*/ 593328 w 1186655"/>
                <a:gd name="connsiteY1" fmla="*/ 1186655 h 1186655"/>
                <a:gd name="connsiteX2" fmla="*/ 0 w 1186655"/>
                <a:gd name="connsiteY2" fmla="*/ 593327 h 1186655"/>
                <a:gd name="connsiteX3" fmla="*/ 593328 w 1186655"/>
                <a:gd name="connsiteY3" fmla="*/ 0 h 1186655"/>
                <a:gd name="connsiteX4" fmla="*/ 1186655 w 1186655"/>
                <a:gd name="connsiteY4" fmla="*/ 593327 h 1186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6655" h="1186655">
                  <a:moveTo>
                    <a:pt x="1186655" y="593327"/>
                  </a:moveTo>
                  <a:cubicBezTo>
                    <a:pt x="1186655" y="921013"/>
                    <a:pt x="921013" y="1186655"/>
                    <a:pt x="593328" y="1186655"/>
                  </a:cubicBezTo>
                  <a:cubicBezTo>
                    <a:pt x="265642" y="1186655"/>
                    <a:pt x="0" y="921013"/>
                    <a:pt x="0" y="593327"/>
                  </a:cubicBezTo>
                  <a:cubicBezTo>
                    <a:pt x="0" y="265642"/>
                    <a:pt x="265642" y="0"/>
                    <a:pt x="593328" y="0"/>
                  </a:cubicBezTo>
                  <a:cubicBezTo>
                    <a:pt x="921013" y="0"/>
                    <a:pt x="1186655" y="265642"/>
                    <a:pt x="1186655" y="593327"/>
                  </a:cubicBezTo>
                  <a:close/>
                </a:path>
              </a:pathLst>
            </a:custGeom>
            <a:solidFill>
              <a:srgbClr val="F8A51C"/>
            </a:solidFill>
            <a:ln w="7374" cap="flat">
              <a:noFill/>
              <a:prstDash val="solid"/>
              <a:miter/>
            </a:ln>
          </p:spPr>
          <p:txBody>
            <a:bodyPr rtlCol="0" anchor="ctr"/>
            <a:lstStyle/>
            <a:p>
              <a:endParaRPr lang="en-US"/>
            </a:p>
          </p:txBody>
        </p:sp>
        <p:sp>
          <p:nvSpPr>
            <p:cNvPr id="12" name="Graphic 57">
              <a:extLst>
                <a:ext uri="{FF2B5EF4-FFF2-40B4-BE49-F238E27FC236}">
                  <a16:creationId xmlns="" xmlns:a16="http://schemas.microsoft.com/office/drawing/2014/main" id="{7DAA7031-0444-4600-A6D5-4418D8DD0852}"/>
                </a:ext>
              </a:extLst>
            </p:cNvPr>
            <p:cNvSpPr/>
            <p:nvPr/>
          </p:nvSpPr>
          <p:spPr>
            <a:xfrm>
              <a:off x="9136418" y="4095903"/>
              <a:ext cx="323462" cy="323462"/>
            </a:xfrm>
            <a:custGeom>
              <a:avLst/>
              <a:gdLst>
                <a:gd name="connsiteX0" fmla="*/ 989912 w 989911"/>
                <a:gd name="connsiteY0" fmla="*/ 494956 h 989911"/>
                <a:gd name="connsiteX1" fmla="*/ 494956 w 989911"/>
                <a:gd name="connsiteY1" fmla="*/ 989912 h 989911"/>
                <a:gd name="connsiteX2" fmla="*/ 0 w 989911"/>
                <a:gd name="connsiteY2" fmla="*/ 494956 h 989911"/>
                <a:gd name="connsiteX3" fmla="*/ 494956 w 989911"/>
                <a:gd name="connsiteY3" fmla="*/ 0 h 989911"/>
                <a:gd name="connsiteX4" fmla="*/ 989912 w 989911"/>
                <a:gd name="connsiteY4" fmla="*/ 494956 h 98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911" h="989911">
                  <a:moveTo>
                    <a:pt x="989912" y="494956"/>
                  </a:moveTo>
                  <a:cubicBezTo>
                    <a:pt x="989912" y="768312"/>
                    <a:pt x="768312" y="989912"/>
                    <a:pt x="494956" y="989912"/>
                  </a:cubicBezTo>
                  <a:cubicBezTo>
                    <a:pt x="221599" y="989912"/>
                    <a:pt x="0" y="768312"/>
                    <a:pt x="0" y="494956"/>
                  </a:cubicBezTo>
                  <a:cubicBezTo>
                    <a:pt x="0" y="221599"/>
                    <a:pt x="221599" y="0"/>
                    <a:pt x="494956" y="0"/>
                  </a:cubicBezTo>
                  <a:cubicBezTo>
                    <a:pt x="768313" y="0"/>
                    <a:pt x="989912" y="221599"/>
                    <a:pt x="989912" y="494956"/>
                  </a:cubicBezTo>
                  <a:close/>
                </a:path>
              </a:pathLst>
            </a:custGeom>
            <a:solidFill>
              <a:srgbClr val="FEBD12"/>
            </a:solidFill>
            <a:ln w="7374" cap="flat">
              <a:noFill/>
              <a:prstDash val="solid"/>
              <a:miter/>
            </a:ln>
          </p:spPr>
          <p:txBody>
            <a:bodyPr rtlCol="0" anchor="ctr"/>
            <a:lstStyle/>
            <a:p>
              <a:endParaRPr lang="en-US"/>
            </a:p>
          </p:txBody>
        </p:sp>
        <p:sp>
          <p:nvSpPr>
            <p:cNvPr id="13" name="Graphic 57">
              <a:extLst>
                <a:ext uri="{FF2B5EF4-FFF2-40B4-BE49-F238E27FC236}">
                  <a16:creationId xmlns="" xmlns:a16="http://schemas.microsoft.com/office/drawing/2014/main" id="{E4052590-596E-41B8-B7EE-B8DD3CDF2BE7}"/>
                </a:ext>
              </a:extLst>
            </p:cNvPr>
            <p:cNvSpPr/>
            <p:nvPr/>
          </p:nvSpPr>
          <p:spPr>
            <a:xfrm>
              <a:off x="9294607" y="4461042"/>
              <a:ext cx="321993" cy="235795"/>
            </a:xfrm>
            <a:custGeom>
              <a:avLst/>
              <a:gdLst>
                <a:gd name="connsiteX0" fmla="*/ 64893 w 985413"/>
                <a:gd name="connsiteY0" fmla="*/ 670712 h 721618"/>
                <a:gd name="connsiteX1" fmla="*/ 0 w 985413"/>
                <a:gd name="connsiteY1" fmla="*/ 626910 h 721618"/>
                <a:gd name="connsiteX2" fmla="*/ 464206 w 985413"/>
                <a:gd name="connsiteY2" fmla="*/ 331721 h 721618"/>
                <a:gd name="connsiteX3" fmla="*/ 891761 w 985413"/>
                <a:gd name="connsiteY3" fmla="*/ 54451 h 721618"/>
                <a:gd name="connsiteX4" fmla="*/ 961374 w 985413"/>
                <a:gd name="connsiteY4" fmla="*/ 7182 h 721618"/>
                <a:gd name="connsiteX5" fmla="*/ 985414 w 985413"/>
                <a:gd name="connsiteY5" fmla="*/ 11754 h 721618"/>
                <a:gd name="connsiteX6" fmla="*/ 850318 w 985413"/>
                <a:gd name="connsiteY6" fmla="*/ 468659 h 721618"/>
                <a:gd name="connsiteX7" fmla="*/ 394151 w 985413"/>
                <a:gd name="connsiteY7" fmla="*/ 721520 h 721618"/>
                <a:gd name="connsiteX8" fmla="*/ 64893 w 985413"/>
                <a:gd name="connsiteY8" fmla="*/ 670712 h 721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5413" h="721618">
                  <a:moveTo>
                    <a:pt x="64893" y="670712"/>
                  </a:moveTo>
                  <a:cubicBezTo>
                    <a:pt x="23524" y="661568"/>
                    <a:pt x="0" y="650507"/>
                    <a:pt x="0" y="626910"/>
                  </a:cubicBezTo>
                  <a:cubicBezTo>
                    <a:pt x="158766" y="534879"/>
                    <a:pt x="309716" y="430535"/>
                    <a:pt x="464206" y="331721"/>
                  </a:cubicBezTo>
                  <a:cubicBezTo>
                    <a:pt x="607339" y="240207"/>
                    <a:pt x="749292" y="146923"/>
                    <a:pt x="891761" y="54451"/>
                  </a:cubicBezTo>
                  <a:cubicBezTo>
                    <a:pt x="913294" y="40440"/>
                    <a:pt x="939620" y="20898"/>
                    <a:pt x="961374" y="7182"/>
                  </a:cubicBezTo>
                  <a:cubicBezTo>
                    <a:pt x="970591" y="1357"/>
                    <a:pt x="980768" y="-7492"/>
                    <a:pt x="985414" y="11754"/>
                  </a:cubicBezTo>
                  <a:cubicBezTo>
                    <a:pt x="974500" y="171553"/>
                    <a:pt x="930771" y="329435"/>
                    <a:pt x="850318" y="468659"/>
                  </a:cubicBezTo>
                  <a:cubicBezTo>
                    <a:pt x="749292" y="643428"/>
                    <a:pt x="590673" y="718718"/>
                    <a:pt x="394151" y="721520"/>
                  </a:cubicBezTo>
                  <a:cubicBezTo>
                    <a:pt x="281916" y="723143"/>
                    <a:pt x="172040" y="704560"/>
                    <a:pt x="64893" y="670712"/>
                  </a:cubicBezTo>
                  <a:close/>
                </a:path>
              </a:pathLst>
            </a:custGeom>
            <a:solidFill>
              <a:srgbClr val="A8CA39"/>
            </a:solidFill>
            <a:ln w="7374" cap="flat">
              <a:noFill/>
              <a:prstDash val="solid"/>
              <a:miter/>
            </a:ln>
          </p:spPr>
          <p:txBody>
            <a:bodyPr rtlCol="0" anchor="ctr"/>
            <a:lstStyle/>
            <a:p>
              <a:endParaRPr lang="en-US"/>
            </a:p>
          </p:txBody>
        </p:sp>
        <p:sp>
          <p:nvSpPr>
            <p:cNvPr id="14" name="Graphic 57">
              <a:extLst>
                <a:ext uri="{FF2B5EF4-FFF2-40B4-BE49-F238E27FC236}">
                  <a16:creationId xmlns="" xmlns:a16="http://schemas.microsoft.com/office/drawing/2014/main" id="{2271FA1C-E246-4F8B-AF51-5E0762CB5027}"/>
                </a:ext>
              </a:extLst>
            </p:cNvPr>
            <p:cNvSpPr/>
            <p:nvPr/>
          </p:nvSpPr>
          <p:spPr>
            <a:xfrm>
              <a:off x="9015095" y="4345608"/>
              <a:ext cx="287213" cy="189327"/>
            </a:xfrm>
            <a:custGeom>
              <a:avLst/>
              <a:gdLst>
                <a:gd name="connsiteX0" fmla="*/ 0 w 878976"/>
                <a:gd name="connsiteY0" fmla="*/ 0 h 579410"/>
                <a:gd name="connsiteX1" fmla="*/ 667881 w 878976"/>
                <a:gd name="connsiteY1" fmla="*/ 369005 h 579410"/>
                <a:gd name="connsiteX2" fmla="*/ 858651 w 878976"/>
                <a:gd name="connsiteY2" fmla="*/ 470326 h 579410"/>
                <a:gd name="connsiteX3" fmla="*/ 878856 w 878976"/>
                <a:gd name="connsiteY3" fmla="*/ 487951 h 579410"/>
                <a:gd name="connsiteX4" fmla="*/ 858504 w 878976"/>
                <a:gd name="connsiteY4" fmla="*/ 501150 h 579410"/>
                <a:gd name="connsiteX5" fmla="*/ 801059 w 878976"/>
                <a:gd name="connsiteY5" fmla="*/ 524526 h 579410"/>
                <a:gd name="connsiteX6" fmla="*/ 528435 w 878976"/>
                <a:gd name="connsiteY6" fmla="*/ 578800 h 579410"/>
                <a:gd name="connsiteX7" fmla="*/ 123592 w 878976"/>
                <a:gd name="connsiteY7" fmla="*/ 368784 h 579410"/>
                <a:gd name="connsiteX8" fmla="*/ 0 w 878976"/>
                <a:gd name="connsiteY8" fmla="*/ 0 h 579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976" h="579410">
                  <a:moveTo>
                    <a:pt x="0" y="0"/>
                  </a:moveTo>
                  <a:cubicBezTo>
                    <a:pt x="222627" y="123075"/>
                    <a:pt x="445033" y="246372"/>
                    <a:pt x="667881" y="369005"/>
                  </a:cubicBezTo>
                  <a:cubicBezTo>
                    <a:pt x="730930" y="403737"/>
                    <a:pt x="795233" y="436331"/>
                    <a:pt x="858651" y="470326"/>
                  </a:cubicBezTo>
                  <a:cubicBezTo>
                    <a:pt x="866615" y="474603"/>
                    <a:pt x="880405" y="475562"/>
                    <a:pt x="878856" y="487951"/>
                  </a:cubicBezTo>
                  <a:cubicBezTo>
                    <a:pt x="877750" y="496799"/>
                    <a:pt x="866320" y="497980"/>
                    <a:pt x="858504" y="501150"/>
                  </a:cubicBezTo>
                  <a:cubicBezTo>
                    <a:pt x="839257" y="508819"/>
                    <a:pt x="820158" y="516710"/>
                    <a:pt x="801059" y="524526"/>
                  </a:cubicBezTo>
                  <a:cubicBezTo>
                    <a:pt x="711831" y="550705"/>
                    <a:pt x="622530" y="574598"/>
                    <a:pt x="528435" y="578800"/>
                  </a:cubicBezTo>
                  <a:cubicBezTo>
                    <a:pt x="352192" y="586617"/>
                    <a:pt x="215916" y="519438"/>
                    <a:pt x="123592" y="368784"/>
                  </a:cubicBezTo>
                  <a:cubicBezTo>
                    <a:pt x="54274" y="255737"/>
                    <a:pt x="11799" y="132809"/>
                    <a:pt x="0" y="0"/>
                  </a:cubicBezTo>
                  <a:close/>
                </a:path>
              </a:pathLst>
            </a:custGeom>
            <a:solidFill>
              <a:srgbClr val="A8CA39"/>
            </a:solidFill>
            <a:ln w="7374" cap="flat">
              <a:noFill/>
              <a:prstDash val="solid"/>
              <a:miter/>
            </a:ln>
          </p:spPr>
          <p:txBody>
            <a:bodyPr rtlCol="0" anchor="ctr"/>
            <a:lstStyle/>
            <a:p>
              <a:endParaRPr lang="en-US"/>
            </a:p>
          </p:txBody>
        </p:sp>
        <p:sp>
          <p:nvSpPr>
            <p:cNvPr id="15" name="Graphic 57">
              <a:extLst>
                <a:ext uri="{FF2B5EF4-FFF2-40B4-BE49-F238E27FC236}">
                  <a16:creationId xmlns="" xmlns:a16="http://schemas.microsoft.com/office/drawing/2014/main" id="{EF66BF5F-4863-4DAE-8F41-B7D19E57B1BA}"/>
                </a:ext>
              </a:extLst>
            </p:cNvPr>
            <p:cNvSpPr/>
            <p:nvPr/>
          </p:nvSpPr>
          <p:spPr>
            <a:xfrm>
              <a:off x="9087142" y="4629228"/>
              <a:ext cx="187803" cy="113401"/>
            </a:xfrm>
            <a:custGeom>
              <a:avLst/>
              <a:gdLst>
                <a:gd name="connsiteX0" fmla="*/ 242980 w 574744"/>
                <a:gd name="connsiteY0" fmla="*/ 341611 h 347047"/>
                <a:gd name="connsiteX1" fmla="*/ 15928 w 574744"/>
                <a:gd name="connsiteY1" fmla="*/ 64415 h 347047"/>
                <a:gd name="connsiteX2" fmla="*/ 0 w 574744"/>
                <a:gd name="connsiteY2" fmla="*/ 12796 h 347047"/>
                <a:gd name="connsiteX3" fmla="*/ 32004 w 574744"/>
                <a:gd name="connsiteY3" fmla="*/ 9182 h 347047"/>
                <a:gd name="connsiteX4" fmla="*/ 341646 w 574744"/>
                <a:gd name="connsiteY4" fmla="*/ 161607 h 347047"/>
                <a:gd name="connsiteX5" fmla="*/ 574745 w 574744"/>
                <a:gd name="connsiteY5" fmla="*/ 281437 h 347047"/>
                <a:gd name="connsiteX6" fmla="*/ 488245 w 574744"/>
                <a:gd name="connsiteY6" fmla="*/ 329886 h 347047"/>
                <a:gd name="connsiteX7" fmla="*/ 242980 w 574744"/>
                <a:gd name="connsiteY7" fmla="*/ 341611 h 34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744" h="347047">
                  <a:moveTo>
                    <a:pt x="242980" y="341611"/>
                  </a:moveTo>
                  <a:cubicBezTo>
                    <a:pt x="111277" y="295154"/>
                    <a:pt x="57814" y="184393"/>
                    <a:pt x="15928" y="64415"/>
                  </a:cubicBezTo>
                  <a:cubicBezTo>
                    <a:pt x="11577" y="51879"/>
                    <a:pt x="3023" y="25774"/>
                    <a:pt x="0" y="12796"/>
                  </a:cubicBezTo>
                  <a:cubicBezTo>
                    <a:pt x="7890" y="-11023"/>
                    <a:pt x="22639" y="4905"/>
                    <a:pt x="32004" y="9182"/>
                  </a:cubicBezTo>
                  <a:cubicBezTo>
                    <a:pt x="133325" y="55197"/>
                    <a:pt x="240546" y="115297"/>
                    <a:pt x="341646" y="161607"/>
                  </a:cubicBezTo>
                  <a:cubicBezTo>
                    <a:pt x="410521" y="193169"/>
                    <a:pt x="535071" y="257471"/>
                    <a:pt x="574745" y="281437"/>
                  </a:cubicBezTo>
                  <a:cubicBezTo>
                    <a:pt x="556752" y="316834"/>
                    <a:pt x="519365" y="318235"/>
                    <a:pt x="488245" y="329886"/>
                  </a:cubicBezTo>
                  <a:cubicBezTo>
                    <a:pt x="467598" y="337629"/>
                    <a:pt x="303153" y="356212"/>
                    <a:pt x="242980" y="341611"/>
                  </a:cubicBezTo>
                  <a:close/>
                </a:path>
              </a:pathLst>
            </a:custGeom>
            <a:solidFill>
              <a:srgbClr val="A8CA39"/>
            </a:solidFill>
            <a:ln w="7374" cap="flat">
              <a:noFill/>
              <a:prstDash val="solid"/>
              <a:miter/>
            </a:ln>
          </p:spPr>
          <p:txBody>
            <a:bodyPr rtlCol="0" anchor="ctr"/>
            <a:lstStyle/>
            <a:p>
              <a:endParaRPr lang="en-US"/>
            </a:p>
          </p:txBody>
        </p:sp>
        <p:sp>
          <p:nvSpPr>
            <p:cNvPr id="16" name="Graphic 57">
              <a:extLst>
                <a:ext uri="{FF2B5EF4-FFF2-40B4-BE49-F238E27FC236}">
                  <a16:creationId xmlns="" xmlns:a16="http://schemas.microsoft.com/office/drawing/2014/main" id="{9D63446A-9934-43F2-B767-4AE2DCCEF46F}"/>
                </a:ext>
              </a:extLst>
            </p:cNvPr>
            <p:cNvSpPr/>
            <p:nvPr/>
          </p:nvSpPr>
          <p:spPr>
            <a:xfrm>
              <a:off x="9523372" y="4086131"/>
              <a:ext cx="93227" cy="88734"/>
            </a:xfrm>
            <a:custGeom>
              <a:avLst/>
              <a:gdLst>
                <a:gd name="connsiteX0" fmla="*/ 85688 w 203527"/>
                <a:gd name="connsiteY0" fmla="*/ 193720 h 193719"/>
                <a:gd name="connsiteX1" fmla="*/ 0 w 203527"/>
                <a:gd name="connsiteY1" fmla="*/ 76618 h 193719"/>
                <a:gd name="connsiteX2" fmla="*/ 122854 w 203527"/>
                <a:gd name="connsiteY2" fmla="*/ 0 h 193719"/>
                <a:gd name="connsiteX3" fmla="*/ 203528 w 203527"/>
                <a:gd name="connsiteY3" fmla="*/ 114669 h 193719"/>
                <a:gd name="connsiteX4" fmla="*/ 85688 w 203527"/>
                <a:gd name="connsiteY4" fmla="*/ 193720 h 193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527" h="193719">
                  <a:moveTo>
                    <a:pt x="85688" y="193720"/>
                  </a:moveTo>
                  <a:cubicBezTo>
                    <a:pt x="81337" y="138561"/>
                    <a:pt x="54348" y="103607"/>
                    <a:pt x="0" y="76618"/>
                  </a:cubicBezTo>
                  <a:cubicBezTo>
                    <a:pt x="58920" y="71014"/>
                    <a:pt x="99183" y="50366"/>
                    <a:pt x="122854" y="0"/>
                  </a:cubicBezTo>
                  <a:cubicBezTo>
                    <a:pt x="130154" y="52430"/>
                    <a:pt x="153973" y="91735"/>
                    <a:pt x="203528" y="114669"/>
                  </a:cubicBezTo>
                  <a:cubicBezTo>
                    <a:pt x="148443" y="119978"/>
                    <a:pt x="110097" y="144977"/>
                    <a:pt x="85688" y="193720"/>
                  </a:cubicBezTo>
                  <a:close/>
                </a:path>
              </a:pathLst>
            </a:custGeom>
            <a:solidFill>
              <a:srgbClr val="F4C01E"/>
            </a:solidFill>
            <a:ln w="7374" cap="flat">
              <a:noFill/>
              <a:prstDash val="solid"/>
              <a:miter/>
            </a:ln>
          </p:spPr>
          <p:txBody>
            <a:bodyPr rtlCol="0" anchor="ctr"/>
            <a:lstStyle/>
            <a:p>
              <a:endParaRPr lang="en-US"/>
            </a:p>
          </p:txBody>
        </p:sp>
        <p:sp>
          <p:nvSpPr>
            <p:cNvPr id="17" name="Graphic 57">
              <a:extLst>
                <a:ext uri="{FF2B5EF4-FFF2-40B4-BE49-F238E27FC236}">
                  <a16:creationId xmlns="" xmlns:a16="http://schemas.microsoft.com/office/drawing/2014/main" id="{2CEF6F49-7552-407E-B072-D9E555E762EE}"/>
                </a:ext>
              </a:extLst>
            </p:cNvPr>
            <p:cNvSpPr/>
            <p:nvPr/>
          </p:nvSpPr>
          <p:spPr>
            <a:xfrm>
              <a:off x="9460999" y="4006077"/>
              <a:ext cx="62137" cy="73749"/>
            </a:xfrm>
            <a:custGeom>
              <a:avLst/>
              <a:gdLst>
                <a:gd name="connsiteX0" fmla="*/ 21577 w 190162"/>
                <a:gd name="connsiteY0" fmla="*/ 225641 h 225699"/>
                <a:gd name="connsiteX1" fmla="*/ 5943 w 190162"/>
                <a:gd name="connsiteY1" fmla="*/ 188180 h 225699"/>
                <a:gd name="connsiteX2" fmla="*/ 149445 w 190162"/>
                <a:gd name="connsiteY2" fmla="*/ 7881 h 225699"/>
                <a:gd name="connsiteX3" fmla="*/ 182260 w 190162"/>
                <a:gd name="connsiteY3" fmla="*/ 7217 h 225699"/>
                <a:gd name="connsiteX4" fmla="*/ 184399 w 190162"/>
                <a:gd name="connsiteY4" fmla="*/ 40475 h 225699"/>
                <a:gd name="connsiteX5" fmla="*/ 148855 w 190162"/>
                <a:gd name="connsiteY5" fmla="*/ 87006 h 225699"/>
                <a:gd name="connsiteX6" fmla="*/ 55940 w 190162"/>
                <a:gd name="connsiteY6" fmla="*/ 204920 h 225699"/>
                <a:gd name="connsiteX7" fmla="*/ 21577 w 190162"/>
                <a:gd name="connsiteY7" fmla="*/ 225641 h 225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62" h="225699">
                  <a:moveTo>
                    <a:pt x="21577" y="225641"/>
                  </a:moveTo>
                  <a:cubicBezTo>
                    <a:pt x="486" y="221217"/>
                    <a:pt x="-6003" y="203961"/>
                    <a:pt x="5943" y="188180"/>
                  </a:cubicBezTo>
                  <a:cubicBezTo>
                    <a:pt x="52253" y="126901"/>
                    <a:pt x="100849" y="67317"/>
                    <a:pt x="149445" y="7881"/>
                  </a:cubicBezTo>
                  <a:cubicBezTo>
                    <a:pt x="158147" y="-2811"/>
                    <a:pt x="171789" y="-2221"/>
                    <a:pt x="182260" y="7217"/>
                  </a:cubicBezTo>
                  <a:cubicBezTo>
                    <a:pt x="193174" y="16951"/>
                    <a:pt x="191699" y="29709"/>
                    <a:pt x="184399" y="40475"/>
                  </a:cubicBezTo>
                  <a:cubicBezTo>
                    <a:pt x="173411" y="56551"/>
                    <a:pt x="160949" y="71668"/>
                    <a:pt x="148855" y="87006"/>
                  </a:cubicBezTo>
                  <a:cubicBezTo>
                    <a:pt x="117957" y="126384"/>
                    <a:pt x="86986" y="165689"/>
                    <a:pt x="55940" y="204920"/>
                  </a:cubicBezTo>
                  <a:cubicBezTo>
                    <a:pt x="47460" y="215538"/>
                    <a:pt x="39349" y="226600"/>
                    <a:pt x="21577" y="225641"/>
                  </a:cubicBezTo>
                  <a:close/>
                </a:path>
              </a:pathLst>
            </a:custGeom>
            <a:solidFill>
              <a:srgbClr val="F3C120"/>
            </a:solidFill>
            <a:ln w="7374" cap="flat">
              <a:noFill/>
              <a:prstDash val="solid"/>
              <a:miter/>
            </a:ln>
          </p:spPr>
          <p:txBody>
            <a:bodyPr rtlCol="0" anchor="ctr"/>
            <a:lstStyle/>
            <a:p>
              <a:endParaRPr lang="en-US"/>
            </a:p>
          </p:txBody>
        </p:sp>
        <p:sp>
          <p:nvSpPr>
            <p:cNvPr id="18" name="Graphic 57">
              <a:extLst>
                <a:ext uri="{FF2B5EF4-FFF2-40B4-BE49-F238E27FC236}">
                  <a16:creationId xmlns="" xmlns:a16="http://schemas.microsoft.com/office/drawing/2014/main" id="{3EA95E51-993E-42C1-B9EB-D4652C819E73}"/>
                </a:ext>
              </a:extLst>
            </p:cNvPr>
            <p:cNvSpPr/>
            <p:nvPr/>
          </p:nvSpPr>
          <p:spPr>
            <a:xfrm>
              <a:off x="9059294" y="4044073"/>
              <a:ext cx="55700" cy="62323"/>
            </a:xfrm>
            <a:custGeom>
              <a:avLst/>
              <a:gdLst>
                <a:gd name="connsiteX0" fmla="*/ 24535 w 170461"/>
                <a:gd name="connsiteY0" fmla="*/ 0 h 190732"/>
                <a:gd name="connsiteX1" fmla="*/ 48280 w 170461"/>
                <a:gd name="connsiteY1" fmla="*/ 15265 h 190732"/>
                <a:gd name="connsiteX2" fmla="*/ 160515 w 170461"/>
                <a:gd name="connsiteY2" fmla="*/ 146157 h 190732"/>
                <a:gd name="connsiteX3" fmla="*/ 161179 w 170461"/>
                <a:gd name="connsiteY3" fmla="*/ 184576 h 190732"/>
                <a:gd name="connsiteX4" fmla="*/ 122538 w 170461"/>
                <a:gd name="connsiteY4" fmla="*/ 178013 h 190732"/>
                <a:gd name="connsiteX5" fmla="*/ 8164 w 170461"/>
                <a:gd name="connsiteY5" fmla="*/ 44171 h 190732"/>
                <a:gd name="connsiteX6" fmla="*/ 3518 w 170461"/>
                <a:gd name="connsiteY6" fmla="*/ 14011 h 190732"/>
                <a:gd name="connsiteX7" fmla="*/ 24535 w 170461"/>
                <a:gd name="connsiteY7" fmla="*/ 0 h 19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61" h="190732">
                  <a:moveTo>
                    <a:pt x="24535" y="0"/>
                  </a:moveTo>
                  <a:cubicBezTo>
                    <a:pt x="34932" y="959"/>
                    <a:pt x="41938" y="7890"/>
                    <a:pt x="48280" y="15265"/>
                  </a:cubicBezTo>
                  <a:cubicBezTo>
                    <a:pt x="85741" y="58846"/>
                    <a:pt x="123202" y="102428"/>
                    <a:pt x="160515" y="146157"/>
                  </a:cubicBezTo>
                  <a:cubicBezTo>
                    <a:pt x="171208" y="158693"/>
                    <a:pt x="175853" y="172704"/>
                    <a:pt x="161179" y="184576"/>
                  </a:cubicBezTo>
                  <a:cubicBezTo>
                    <a:pt x="147241" y="195785"/>
                    <a:pt x="133304" y="190549"/>
                    <a:pt x="122538" y="178013"/>
                  </a:cubicBezTo>
                  <a:cubicBezTo>
                    <a:pt x="84266" y="133547"/>
                    <a:pt x="46215" y="88859"/>
                    <a:pt x="8164" y="44171"/>
                  </a:cubicBezTo>
                  <a:cubicBezTo>
                    <a:pt x="569" y="35249"/>
                    <a:pt x="-3266" y="25515"/>
                    <a:pt x="3518" y="14011"/>
                  </a:cubicBezTo>
                  <a:cubicBezTo>
                    <a:pt x="8238" y="5899"/>
                    <a:pt x="16423" y="3392"/>
                    <a:pt x="24535" y="0"/>
                  </a:cubicBezTo>
                  <a:close/>
                </a:path>
              </a:pathLst>
            </a:custGeom>
            <a:solidFill>
              <a:srgbClr val="F2BF23"/>
            </a:solidFill>
            <a:ln w="7374" cap="flat">
              <a:noFill/>
              <a:prstDash val="solid"/>
              <a:miter/>
            </a:ln>
          </p:spPr>
          <p:txBody>
            <a:bodyPr rtlCol="0" anchor="ctr"/>
            <a:lstStyle/>
            <a:p>
              <a:endParaRPr lang="en-US"/>
            </a:p>
          </p:txBody>
        </p:sp>
        <p:sp>
          <p:nvSpPr>
            <p:cNvPr id="19" name="Graphic 57">
              <a:extLst>
                <a:ext uri="{FF2B5EF4-FFF2-40B4-BE49-F238E27FC236}">
                  <a16:creationId xmlns="" xmlns:a16="http://schemas.microsoft.com/office/drawing/2014/main" id="{91284370-D351-4BA9-8D9F-D2A761A1CF37}"/>
                </a:ext>
              </a:extLst>
            </p:cNvPr>
            <p:cNvSpPr/>
            <p:nvPr/>
          </p:nvSpPr>
          <p:spPr>
            <a:xfrm>
              <a:off x="8992267" y="4143203"/>
              <a:ext cx="66683" cy="75270"/>
            </a:xfrm>
            <a:custGeom>
              <a:avLst/>
              <a:gdLst>
                <a:gd name="connsiteX0" fmla="*/ 58035 w 146009"/>
                <a:gd name="connsiteY0" fmla="*/ 164813 h 164813"/>
                <a:gd name="connsiteX1" fmla="*/ 0 w 146009"/>
                <a:gd name="connsiteY1" fmla="*/ 66294 h 164813"/>
                <a:gd name="connsiteX2" fmla="*/ 89154 w 146009"/>
                <a:gd name="connsiteY2" fmla="*/ 0 h 164813"/>
                <a:gd name="connsiteX3" fmla="*/ 146009 w 146009"/>
                <a:gd name="connsiteY3" fmla="*/ 94979 h 164813"/>
                <a:gd name="connsiteX4" fmla="*/ 58035 w 146009"/>
                <a:gd name="connsiteY4" fmla="*/ 164813 h 164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009" h="164813">
                  <a:moveTo>
                    <a:pt x="58035" y="164813"/>
                  </a:moveTo>
                  <a:cubicBezTo>
                    <a:pt x="52652" y="115037"/>
                    <a:pt x="38051" y="84361"/>
                    <a:pt x="0" y="66294"/>
                  </a:cubicBezTo>
                  <a:cubicBezTo>
                    <a:pt x="39452" y="61132"/>
                    <a:pt x="67548" y="42918"/>
                    <a:pt x="89154" y="0"/>
                  </a:cubicBezTo>
                  <a:cubicBezTo>
                    <a:pt x="94316" y="45056"/>
                    <a:pt x="109581" y="74848"/>
                    <a:pt x="146009" y="94979"/>
                  </a:cubicBezTo>
                  <a:cubicBezTo>
                    <a:pt x="107368" y="101690"/>
                    <a:pt x="76913" y="118430"/>
                    <a:pt x="58035" y="164813"/>
                  </a:cubicBezTo>
                  <a:close/>
                </a:path>
              </a:pathLst>
            </a:custGeom>
            <a:solidFill>
              <a:srgbClr val="F1C122"/>
            </a:solidFill>
            <a:ln w="7374" cap="flat">
              <a:noFill/>
              <a:prstDash val="solid"/>
              <a:miter/>
            </a:ln>
          </p:spPr>
          <p:txBody>
            <a:bodyPr rtlCol="0" anchor="ctr"/>
            <a:lstStyle/>
            <a:p>
              <a:endParaRPr lang="en-US"/>
            </a:p>
          </p:txBody>
        </p:sp>
        <p:sp>
          <p:nvSpPr>
            <p:cNvPr id="22" name="Graphic 57">
              <a:extLst>
                <a:ext uri="{FF2B5EF4-FFF2-40B4-BE49-F238E27FC236}">
                  <a16:creationId xmlns="" xmlns:a16="http://schemas.microsoft.com/office/drawing/2014/main" id="{6C87B35B-00AC-42D1-B9D9-06B838F1CDBE}"/>
                </a:ext>
              </a:extLst>
            </p:cNvPr>
            <p:cNvSpPr/>
            <p:nvPr/>
          </p:nvSpPr>
          <p:spPr>
            <a:xfrm>
              <a:off x="9234286" y="4153251"/>
              <a:ext cx="127717" cy="208766"/>
            </a:xfrm>
            <a:custGeom>
              <a:avLst/>
              <a:gdLst>
                <a:gd name="connsiteX0" fmla="*/ 168085 w 390860"/>
                <a:gd name="connsiteY0" fmla="*/ 271149 h 638900"/>
                <a:gd name="connsiteX1" fmla="*/ 168085 w 390860"/>
                <a:gd name="connsiteY1" fmla="*/ 104935 h 638900"/>
                <a:gd name="connsiteX2" fmla="*/ 132025 w 390860"/>
                <a:gd name="connsiteY2" fmla="*/ 118946 h 638900"/>
                <a:gd name="connsiteX3" fmla="*/ 88518 w 390860"/>
                <a:gd name="connsiteY3" fmla="*/ 204265 h 638900"/>
                <a:gd name="connsiteX4" fmla="*/ 168085 w 390860"/>
                <a:gd name="connsiteY4" fmla="*/ 271149 h 638900"/>
                <a:gd name="connsiteX5" fmla="*/ 168085 w 390860"/>
                <a:gd name="connsiteY5" fmla="*/ 271149 h 638900"/>
                <a:gd name="connsiteX6" fmla="*/ 221032 w 390860"/>
                <a:gd name="connsiteY6" fmla="*/ 534408 h 638900"/>
                <a:gd name="connsiteX7" fmla="*/ 258788 w 390860"/>
                <a:gd name="connsiteY7" fmla="*/ 519954 h 638900"/>
                <a:gd name="connsiteX8" fmla="*/ 302295 w 390860"/>
                <a:gd name="connsiteY8" fmla="*/ 434635 h 638900"/>
                <a:gd name="connsiteX9" fmla="*/ 221032 w 390860"/>
                <a:gd name="connsiteY9" fmla="*/ 358607 h 638900"/>
                <a:gd name="connsiteX10" fmla="*/ 221032 w 390860"/>
                <a:gd name="connsiteY10" fmla="*/ 534408 h 638900"/>
                <a:gd name="connsiteX11" fmla="*/ 221032 w 390860"/>
                <a:gd name="connsiteY11" fmla="*/ 638900 h 638900"/>
                <a:gd name="connsiteX12" fmla="*/ 168085 w 390860"/>
                <a:gd name="connsiteY12" fmla="*/ 638900 h 638900"/>
                <a:gd name="connsiteX13" fmla="*/ 168085 w 390860"/>
                <a:gd name="connsiteY13" fmla="*/ 608297 h 638900"/>
                <a:gd name="connsiteX14" fmla="*/ 109313 w 390860"/>
                <a:gd name="connsiteY14" fmla="*/ 593328 h 638900"/>
                <a:gd name="connsiteX15" fmla="*/ 27 w 390860"/>
                <a:gd name="connsiteY15" fmla="*/ 452333 h 638900"/>
                <a:gd name="connsiteX16" fmla="*/ 87485 w 390860"/>
                <a:gd name="connsiteY16" fmla="*/ 450047 h 638900"/>
                <a:gd name="connsiteX17" fmla="*/ 147806 w 390860"/>
                <a:gd name="connsiteY17" fmla="*/ 527919 h 638900"/>
                <a:gd name="connsiteX18" fmla="*/ 168011 w 390860"/>
                <a:gd name="connsiteY18" fmla="*/ 533965 h 638900"/>
                <a:gd name="connsiteX19" fmla="*/ 168011 w 390860"/>
                <a:gd name="connsiteY19" fmla="*/ 344375 h 638900"/>
                <a:gd name="connsiteX20" fmla="*/ 1797 w 390860"/>
                <a:gd name="connsiteY20" fmla="*/ 213188 h 638900"/>
                <a:gd name="connsiteX21" fmla="*/ 80627 w 390860"/>
                <a:gd name="connsiteY21" fmla="*/ 59878 h 638900"/>
                <a:gd name="connsiteX22" fmla="*/ 168011 w 390860"/>
                <a:gd name="connsiteY22" fmla="*/ 30529 h 638900"/>
                <a:gd name="connsiteX23" fmla="*/ 168011 w 390860"/>
                <a:gd name="connsiteY23" fmla="*/ 0 h 638900"/>
                <a:gd name="connsiteX24" fmla="*/ 220958 w 390860"/>
                <a:gd name="connsiteY24" fmla="*/ 0 h 638900"/>
                <a:gd name="connsiteX25" fmla="*/ 220958 w 390860"/>
                <a:gd name="connsiteY25" fmla="*/ 30382 h 638900"/>
                <a:gd name="connsiteX26" fmla="*/ 281427 w 390860"/>
                <a:gd name="connsiteY26" fmla="*/ 45572 h 638900"/>
                <a:gd name="connsiteX27" fmla="*/ 390712 w 390860"/>
                <a:gd name="connsiteY27" fmla="*/ 186567 h 638900"/>
                <a:gd name="connsiteX28" fmla="*/ 303254 w 390860"/>
                <a:gd name="connsiteY28" fmla="*/ 188853 h 638900"/>
                <a:gd name="connsiteX29" fmla="*/ 242933 w 390860"/>
                <a:gd name="connsiteY29" fmla="*/ 110982 h 638900"/>
                <a:gd name="connsiteX30" fmla="*/ 221032 w 390860"/>
                <a:gd name="connsiteY30" fmla="*/ 104566 h 638900"/>
                <a:gd name="connsiteX31" fmla="*/ 221032 w 390860"/>
                <a:gd name="connsiteY31" fmla="*/ 281989 h 638900"/>
                <a:gd name="connsiteX32" fmla="*/ 388942 w 390860"/>
                <a:gd name="connsiteY32" fmla="*/ 424459 h 638900"/>
                <a:gd name="connsiteX33" fmla="*/ 310112 w 390860"/>
                <a:gd name="connsiteY33" fmla="*/ 578948 h 638900"/>
                <a:gd name="connsiteX34" fmla="*/ 221032 w 390860"/>
                <a:gd name="connsiteY34" fmla="*/ 608445 h 638900"/>
                <a:gd name="connsiteX35" fmla="*/ 221032 w 390860"/>
                <a:gd name="connsiteY35" fmla="*/ 638900 h 6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0860" h="638900">
                  <a:moveTo>
                    <a:pt x="168085" y="271149"/>
                  </a:moveTo>
                  <a:lnTo>
                    <a:pt x="168085" y="104935"/>
                  </a:lnTo>
                  <a:cubicBezTo>
                    <a:pt x="155328" y="107589"/>
                    <a:pt x="143087" y="112309"/>
                    <a:pt x="132025" y="118946"/>
                  </a:cubicBezTo>
                  <a:cubicBezTo>
                    <a:pt x="99653" y="138487"/>
                    <a:pt x="82913" y="171303"/>
                    <a:pt x="88518" y="204265"/>
                  </a:cubicBezTo>
                  <a:cubicBezTo>
                    <a:pt x="95302" y="247257"/>
                    <a:pt x="127085" y="261784"/>
                    <a:pt x="168085" y="271149"/>
                  </a:cubicBezTo>
                  <a:lnTo>
                    <a:pt x="168085" y="271149"/>
                  </a:lnTo>
                  <a:close/>
                  <a:moveTo>
                    <a:pt x="221032" y="534408"/>
                  </a:moveTo>
                  <a:cubicBezTo>
                    <a:pt x="234453" y="531753"/>
                    <a:pt x="247210" y="526960"/>
                    <a:pt x="258788" y="519954"/>
                  </a:cubicBezTo>
                  <a:cubicBezTo>
                    <a:pt x="291160" y="500413"/>
                    <a:pt x="307900" y="467598"/>
                    <a:pt x="302295" y="434635"/>
                  </a:cubicBezTo>
                  <a:cubicBezTo>
                    <a:pt x="291603" y="390685"/>
                    <a:pt x="260115" y="371217"/>
                    <a:pt x="221032" y="358607"/>
                  </a:cubicBezTo>
                  <a:lnTo>
                    <a:pt x="221032" y="534408"/>
                  </a:lnTo>
                  <a:close/>
                  <a:moveTo>
                    <a:pt x="221032" y="638900"/>
                  </a:moveTo>
                  <a:lnTo>
                    <a:pt x="168085" y="638900"/>
                  </a:lnTo>
                  <a:lnTo>
                    <a:pt x="168085" y="608297"/>
                  </a:lnTo>
                  <a:cubicBezTo>
                    <a:pt x="147954" y="606011"/>
                    <a:pt x="128117" y="600997"/>
                    <a:pt x="109313" y="593328"/>
                  </a:cubicBezTo>
                  <a:cubicBezTo>
                    <a:pt x="44346" y="566781"/>
                    <a:pt x="2313" y="512507"/>
                    <a:pt x="27" y="452333"/>
                  </a:cubicBezTo>
                  <a:lnTo>
                    <a:pt x="87485" y="450047"/>
                  </a:lnTo>
                  <a:cubicBezTo>
                    <a:pt x="88739" y="483305"/>
                    <a:pt x="111967" y="513244"/>
                    <a:pt x="147806" y="527919"/>
                  </a:cubicBezTo>
                  <a:cubicBezTo>
                    <a:pt x="154369" y="530573"/>
                    <a:pt x="161080" y="532638"/>
                    <a:pt x="168011" y="533965"/>
                  </a:cubicBezTo>
                  <a:lnTo>
                    <a:pt x="168011" y="344375"/>
                  </a:lnTo>
                  <a:cubicBezTo>
                    <a:pt x="98915" y="327783"/>
                    <a:pt x="25026" y="308831"/>
                    <a:pt x="1797" y="213188"/>
                  </a:cubicBezTo>
                  <a:cubicBezTo>
                    <a:pt x="-7937" y="153899"/>
                    <a:pt x="22371" y="95053"/>
                    <a:pt x="80627" y="59878"/>
                  </a:cubicBezTo>
                  <a:cubicBezTo>
                    <a:pt x="106953" y="44024"/>
                    <a:pt x="136966" y="34143"/>
                    <a:pt x="168011" y="30529"/>
                  </a:cubicBezTo>
                  <a:lnTo>
                    <a:pt x="168011" y="0"/>
                  </a:lnTo>
                  <a:lnTo>
                    <a:pt x="220958" y="0"/>
                  </a:lnTo>
                  <a:lnTo>
                    <a:pt x="220958" y="30382"/>
                  </a:lnTo>
                  <a:cubicBezTo>
                    <a:pt x="241679" y="32594"/>
                    <a:pt x="262106" y="37682"/>
                    <a:pt x="281427" y="45572"/>
                  </a:cubicBezTo>
                  <a:cubicBezTo>
                    <a:pt x="346393" y="72120"/>
                    <a:pt x="388426" y="126394"/>
                    <a:pt x="390712" y="186567"/>
                  </a:cubicBezTo>
                  <a:lnTo>
                    <a:pt x="303254" y="188853"/>
                  </a:lnTo>
                  <a:cubicBezTo>
                    <a:pt x="302001" y="155596"/>
                    <a:pt x="278772" y="125656"/>
                    <a:pt x="242933" y="110982"/>
                  </a:cubicBezTo>
                  <a:cubicBezTo>
                    <a:pt x="235854" y="108106"/>
                    <a:pt x="228553" y="105894"/>
                    <a:pt x="221032" y="104566"/>
                  </a:cubicBezTo>
                  <a:lnTo>
                    <a:pt x="221032" y="281989"/>
                  </a:lnTo>
                  <a:cubicBezTo>
                    <a:pt x="287547" y="295631"/>
                    <a:pt x="359814" y="319007"/>
                    <a:pt x="388942" y="424459"/>
                  </a:cubicBezTo>
                  <a:cubicBezTo>
                    <a:pt x="399045" y="484116"/>
                    <a:pt x="368737" y="543552"/>
                    <a:pt x="310112" y="578948"/>
                  </a:cubicBezTo>
                  <a:cubicBezTo>
                    <a:pt x="283344" y="595097"/>
                    <a:pt x="252667" y="605053"/>
                    <a:pt x="221032" y="608445"/>
                  </a:cubicBezTo>
                  <a:lnTo>
                    <a:pt x="221032" y="638900"/>
                  </a:lnTo>
                  <a:close/>
                </a:path>
              </a:pathLst>
            </a:custGeom>
            <a:solidFill>
              <a:srgbClr val="E25625"/>
            </a:solidFill>
            <a:ln w="7374" cap="flat">
              <a:noFill/>
              <a:prstDash val="solid"/>
              <a:miter/>
            </a:ln>
          </p:spPr>
          <p:txBody>
            <a:bodyPr rtlCol="0" anchor="ctr"/>
            <a:lstStyle/>
            <a:p>
              <a:endParaRPr lang="en-US"/>
            </a:p>
          </p:txBody>
        </p:sp>
        <p:sp>
          <p:nvSpPr>
            <p:cNvPr id="23" name="Graphic 57">
              <a:extLst>
                <a:ext uri="{FF2B5EF4-FFF2-40B4-BE49-F238E27FC236}">
                  <a16:creationId xmlns="" xmlns:a16="http://schemas.microsoft.com/office/drawing/2014/main" id="{EF07646D-5E9B-48B0-A15A-610E428368A6}"/>
                </a:ext>
              </a:extLst>
            </p:cNvPr>
            <p:cNvSpPr/>
            <p:nvPr/>
          </p:nvSpPr>
          <p:spPr>
            <a:xfrm>
              <a:off x="9023939" y="4838151"/>
              <a:ext cx="540976" cy="23397"/>
            </a:xfrm>
            <a:custGeom>
              <a:avLst/>
              <a:gdLst>
                <a:gd name="connsiteX0" fmla="*/ 1639504 w 1655580"/>
                <a:gd name="connsiteY0" fmla="*/ 71603 h 71603"/>
                <a:gd name="connsiteX1" fmla="*/ 9439 w 1655580"/>
                <a:gd name="connsiteY1" fmla="*/ 71603 h 71603"/>
                <a:gd name="connsiteX2" fmla="*/ 0 w 1655580"/>
                <a:gd name="connsiteY2" fmla="*/ 0 h 71603"/>
                <a:gd name="connsiteX3" fmla="*/ 1655580 w 1655580"/>
                <a:gd name="connsiteY3" fmla="*/ 0 h 71603"/>
              </a:gdLst>
              <a:ahLst/>
              <a:cxnLst>
                <a:cxn ang="0">
                  <a:pos x="connsiteX0" y="connsiteY0"/>
                </a:cxn>
                <a:cxn ang="0">
                  <a:pos x="connsiteX1" y="connsiteY1"/>
                </a:cxn>
                <a:cxn ang="0">
                  <a:pos x="connsiteX2" y="connsiteY2"/>
                </a:cxn>
                <a:cxn ang="0">
                  <a:pos x="connsiteX3" y="connsiteY3"/>
                </a:cxn>
              </a:cxnLst>
              <a:rect l="l" t="t" r="r" b="b"/>
              <a:pathLst>
                <a:path w="1655580" h="71603">
                  <a:moveTo>
                    <a:pt x="1639504" y="71603"/>
                  </a:moveTo>
                  <a:lnTo>
                    <a:pt x="9439" y="71603"/>
                  </a:lnTo>
                  <a:lnTo>
                    <a:pt x="0" y="0"/>
                  </a:lnTo>
                  <a:lnTo>
                    <a:pt x="1655580" y="0"/>
                  </a:lnTo>
                  <a:close/>
                </a:path>
              </a:pathLst>
            </a:custGeom>
            <a:solidFill>
              <a:srgbClr val="B65226"/>
            </a:solidFill>
            <a:ln w="7374" cap="flat">
              <a:noFill/>
              <a:prstDash val="solid"/>
              <a:miter/>
            </a:ln>
          </p:spPr>
          <p:txBody>
            <a:bodyPr rtlCol="0" anchor="ctr"/>
            <a:lstStyle/>
            <a:p>
              <a:endParaRPr lang="en-US"/>
            </a:p>
          </p:txBody>
        </p:sp>
        <p:sp>
          <p:nvSpPr>
            <p:cNvPr id="24" name="Graphic 57">
              <a:extLst>
                <a:ext uri="{FF2B5EF4-FFF2-40B4-BE49-F238E27FC236}">
                  <a16:creationId xmlns="" xmlns:a16="http://schemas.microsoft.com/office/drawing/2014/main" id="{87422962-4FF6-4F9D-A000-FDE0744237CA}"/>
                </a:ext>
              </a:extLst>
            </p:cNvPr>
            <p:cNvSpPr/>
            <p:nvPr/>
          </p:nvSpPr>
          <p:spPr>
            <a:xfrm rot="726821">
              <a:off x="9114402" y="3917434"/>
              <a:ext cx="95299" cy="106631"/>
            </a:xfrm>
            <a:custGeom>
              <a:avLst/>
              <a:gdLst>
                <a:gd name="connsiteX0" fmla="*/ 24535 w 170461"/>
                <a:gd name="connsiteY0" fmla="*/ 0 h 190732"/>
                <a:gd name="connsiteX1" fmla="*/ 48280 w 170461"/>
                <a:gd name="connsiteY1" fmla="*/ 15265 h 190732"/>
                <a:gd name="connsiteX2" fmla="*/ 160515 w 170461"/>
                <a:gd name="connsiteY2" fmla="*/ 146157 h 190732"/>
                <a:gd name="connsiteX3" fmla="*/ 161179 w 170461"/>
                <a:gd name="connsiteY3" fmla="*/ 184576 h 190732"/>
                <a:gd name="connsiteX4" fmla="*/ 122538 w 170461"/>
                <a:gd name="connsiteY4" fmla="*/ 178013 h 190732"/>
                <a:gd name="connsiteX5" fmla="*/ 8164 w 170461"/>
                <a:gd name="connsiteY5" fmla="*/ 44171 h 190732"/>
                <a:gd name="connsiteX6" fmla="*/ 3518 w 170461"/>
                <a:gd name="connsiteY6" fmla="*/ 14011 h 190732"/>
                <a:gd name="connsiteX7" fmla="*/ 24535 w 170461"/>
                <a:gd name="connsiteY7" fmla="*/ 0 h 19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61" h="190732">
                  <a:moveTo>
                    <a:pt x="24535" y="0"/>
                  </a:moveTo>
                  <a:cubicBezTo>
                    <a:pt x="34932" y="959"/>
                    <a:pt x="41938" y="7890"/>
                    <a:pt x="48280" y="15265"/>
                  </a:cubicBezTo>
                  <a:cubicBezTo>
                    <a:pt x="85741" y="58846"/>
                    <a:pt x="123202" y="102428"/>
                    <a:pt x="160515" y="146157"/>
                  </a:cubicBezTo>
                  <a:cubicBezTo>
                    <a:pt x="171208" y="158693"/>
                    <a:pt x="175853" y="172704"/>
                    <a:pt x="161179" y="184576"/>
                  </a:cubicBezTo>
                  <a:cubicBezTo>
                    <a:pt x="147241" y="195785"/>
                    <a:pt x="133304" y="190549"/>
                    <a:pt x="122538" y="178013"/>
                  </a:cubicBezTo>
                  <a:cubicBezTo>
                    <a:pt x="84266" y="133547"/>
                    <a:pt x="46215" y="88859"/>
                    <a:pt x="8164" y="44171"/>
                  </a:cubicBezTo>
                  <a:cubicBezTo>
                    <a:pt x="569" y="35249"/>
                    <a:pt x="-3266" y="25515"/>
                    <a:pt x="3518" y="14011"/>
                  </a:cubicBezTo>
                  <a:cubicBezTo>
                    <a:pt x="8238" y="5899"/>
                    <a:pt x="16423" y="3392"/>
                    <a:pt x="24535" y="0"/>
                  </a:cubicBezTo>
                  <a:close/>
                </a:path>
              </a:pathLst>
            </a:custGeom>
            <a:solidFill>
              <a:srgbClr val="F2BF23"/>
            </a:solidFill>
            <a:ln w="7374" cap="flat">
              <a:noFill/>
              <a:prstDash val="solid"/>
              <a:miter/>
            </a:ln>
          </p:spPr>
          <p:txBody>
            <a:bodyPr rtlCol="0" anchor="ctr"/>
            <a:lstStyle/>
            <a:p>
              <a:endParaRPr lang="en-US"/>
            </a:p>
          </p:txBody>
        </p:sp>
        <p:sp>
          <p:nvSpPr>
            <p:cNvPr id="25" name="Graphic 57">
              <a:extLst>
                <a:ext uri="{FF2B5EF4-FFF2-40B4-BE49-F238E27FC236}">
                  <a16:creationId xmlns="" xmlns:a16="http://schemas.microsoft.com/office/drawing/2014/main" id="{E67AC6EE-A16D-4780-9C08-B528504FBD96}"/>
                </a:ext>
              </a:extLst>
            </p:cNvPr>
            <p:cNvSpPr/>
            <p:nvPr/>
          </p:nvSpPr>
          <p:spPr>
            <a:xfrm rot="21230967" flipH="1">
              <a:off x="9367441" y="3906700"/>
              <a:ext cx="95299" cy="106631"/>
            </a:xfrm>
            <a:custGeom>
              <a:avLst/>
              <a:gdLst>
                <a:gd name="connsiteX0" fmla="*/ 24535 w 170461"/>
                <a:gd name="connsiteY0" fmla="*/ 0 h 190732"/>
                <a:gd name="connsiteX1" fmla="*/ 48280 w 170461"/>
                <a:gd name="connsiteY1" fmla="*/ 15265 h 190732"/>
                <a:gd name="connsiteX2" fmla="*/ 160515 w 170461"/>
                <a:gd name="connsiteY2" fmla="*/ 146157 h 190732"/>
                <a:gd name="connsiteX3" fmla="*/ 161179 w 170461"/>
                <a:gd name="connsiteY3" fmla="*/ 184576 h 190732"/>
                <a:gd name="connsiteX4" fmla="*/ 122538 w 170461"/>
                <a:gd name="connsiteY4" fmla="*/ 178013 h 190732"/>
                <a:gd name="connsiteX5" fmla="*/ 8164 w 170461"/>
                <a:gd name="connsiteY5" fmla="*/ 44171 h 190732"/>
                <a:gd name="connsiteX6" fmla="*/ 3518 w 170461"/>
                <a:gd name="connsiteY6" fmla="*/ 14011 h 190732"/>
                <a:gd name="connsiteX7" fmla="*/ 24535 w 170461"/>
                <a:gd name="connsiteY7" fmla="*/ 0 h 19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461" h="190732">
                  <a:moveTo>
                    <a:pt x="24535" y="0"/>
                  </a:moveTo>
                  <a:cubicBezTo>
                    <a:pt x="34932" y="959"/>
                    <a:pt x="41938" y="7890"/>
                    <a:pt x="48280" y="15265"/>
                  </a:cubicBezTo>
                  <a:cubicBezTo>
                    <a:pt x="85741" y="58846"/>
                    <a:pt x="123202" y="102428"/>
                    <a:pt x="160515" y="146157"/>
                  </a:cubicBezTo>
                  <a:cubicBezTo>
                    <a:pt x="171208" y="158693"/>
                    <a:pt x="175853" y="172704"/>
                    <a:pt x="161179" y="184576"/>
                  </a:cubicBezTo>
                  <a:cubicBezTo>
                    <a:pt x="147241" y="195785"/>
                    <a:pt x="133304" y="190549"/>
                    <a:pt x="122538" y="178013"/>
                  </a:cubicBezTo>
                  <a:cubicBezTo>
                    <a:pt x="84266" y="133547"/>
                    <a:pt x="46215" y="88859"/>
                    <a:pt x="8164" y="44171"/>
                  </a:cubicBezTo>
                  <a:cubicBezTo>
                    <a:pt x="569" y="35249"/>
                    <a:pt x="-3266" y="25515"/>
                    <a:pt x="3518" y="14011"/>
                  </a:cubicBezTo>
                  <a:cubicBezTo>
                    <a:pt x="8238" y="5899"/>
                    <a:pt x="16423" y="3392"/>
                    <a:pt x="24535" y="0"/>
                  </a:cubicBezTo>
                  <a:close/>
                </a:path>
              </a:pathLst>
            </a:custGeom>
            <a:solidFill>
              <a:srgbClr val="F2BF23"/>
            </a:solidFill>
            <a:ln w="7374" cap="flat">
              <a:noFill/>
              <a:prstDash val="solid"/>
              <a:miter/>
            </a:ln>
          </p:spPr>
          <p:txBody>
            <a:bodyPr rtlCol="0" anchor="ctr"/>
            <a:lstStyle/>
            <a:p>
              <a:endParaRPr lang="en-US"/>
            </a:p>
          </p:txBody>
        </p:sp>
        <p:sp>
          <p:nvSpPr>
            <p:cNvPr id="26" name="Graphic 57">
              <a:extLst>
                <a:ext uri="{FF2B5EF4-FFF2-40B4-BE49-F238E27FC236}">
                  <a16:creationId xmlns="" xmlns:a16="http://schemas.microsoft.com/office/drawing/2014/main" id="{41CE6308-9956-42CF-8491-578761C52B2B}"/>
                </a:ext>
              </a:extLst>
            </p:cNvPr>
            <p:cNvSpPr/>
            <p:nvPr/>
          </p:nvSpPr>
          <p:spPr>
            <a:xfrm rot="19329115">
              <a:off x="9261416" y="3909102"/>
              <a:ext cx="62137" cy="73749"/>
            </a:xfrm>
            <a:custGeom>
              <a:avLst/>
              <a:gdLst>
                <a:gd name="connsiteX0" fmla="*/ 21577 w 190162"/>
                <a:gd name="connsiteY0" fmla="*/ 225641 h 225699"/>
                <a:gd name="connsiteX1" fmla="*/ 5943 w 190162"/>
                <a:gd name="connsiteY1" fmla="*/ 188180 h 225699"/>
                <a:gd name="connsiteX2" fmla="*/ 149445 w 190162"/>
                <a:gd name="connsiteY2" fmla="*/ 7881 h 225699"/>
                <a:gd name="connsiteX3" fmla="*/ 182260 w 190162"/>
                <a:gd name="connsiteY3" fmla="*/ 7217 h 225699"/>
                <a:gd name="connsiteX4" fmla="*/ 184399 w 190162"/>
                <a:gd name="connsiteY4" fmla="*/ 40475 h 225699"/>
                <a:gd name="connsiteX5" fmla="*/ 148855 w 190162"/>
                <a:gd name="connsiteY5" fmla="*/ 87006 h 225699"/>
                <a:gd name="connsiteX6" fmla="*/ 55940 w 190162"/>
                <a:gd name="connsiteY6" fmla="*/ 204920 h 225699"/>
                <a:gd name="connsiteX7" fmla="*/ 21577 w 190162"/>
                <a:gd name="connsiteY7" fmla="*/ 225641 h 225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62" h="225699">
                  <a:moveTo>
                    <a:pt x="21577" y="225641"/>
                  </a:moveTo>
                  <a:cubicBezTo>
                    <a:pt x="486" y="221217"/>
                    <a:pt x="-6003" y="203961"/>
                    <a:pt x="5943" y="188180"/>
                  </a:cubicBezTo>
                  <a:cubicBezTo>
                    <a:pt x="52253" y="126901"/>
                    <a:pt x="100849" y="67317"/>
                    <a:pt x="149445" y="7881"/>
                  </a:cubicBezTo>
                  <a:cubicBezTo>
                    <a:pt x="158147" y="-2811"/>
                    <a:pt x="171789" y="-2221"/>
                    <a:pt x="182260" y="7217"/>
                  </a:cubicBezTo>
                  <a:cubicBezTo>
                    <a:pt x="193174" y="16951"/>
                    <a:pt x="191699" y="29709"/>
                    <a:pt x="184399" y="40475"/>
                  </a:cubicBezTo>
                  <a:cubicBezTo>
                    <a:pt x="173411" y="56551"/>
                    <a:pt x="160949" y="71668"/>
                    <a:pt x="148855" y="87006"/>
                  </a:cubicBezTo>
                  <a:cubicBezTo>
                    <a:pt x="117957" y="126384"/>
                    <a:pt x="86986" y="165689"/>
                    <a:pt x="55940" y="204920"/>
                  </a:cubicBezTo>
                  <a:cubicBezTo>
                    <a:pt x="47460" y="215538"/>
                    <a:pt x="39349" y="226600"/>
                    <a:pt x="21577" y="225641"/>
                  </a:cubicBezTo>
                  <a:close/>
                </a:path>
              </a:pathLst>
            </a:custGeom>
            <a:solidFill>
              <a:srgbClr val="F3C120"/>
            </a:solidFill>
            <a:ln w="7374" cap="flat">
              <a:noFill/>
              <a:prstDash val="solid"/>
              <a:miter/>
            </a:ln>
          </p:spPr>
          <p:txBody>
            <a:bodyPr rtlCol="0" anchor="ctr"/>
            <a:lstStyle/>
            <a:p>
              <a:endParaRPr lang="en-US"/>
            </a:p>
          </p:txBody>
        </p:sp>
      </p:grpSp>
      <p:sp>
        <p:nvSpPr>
          <p:cNvPr id="55" name="Isosceles Triangle 22">
            <a:extLst>
              <a:ext uri="{FF2B5EF4-FFF2-40B4-BE49-F238E27FC236}">
                <a16:creationId xmlns="" xmlns:a16="http://schemas.microsoft.com/office/drawing/2014/main" id="{9724C494-DBAE-46F4-8559-E834DB1D6B03}"/>
              </a:ext>
            </a:extLst>
          </p:cNvPr>
          <p:cNvSpPr/>
          <p:nvPr/>
        </p:nvSpPr>
        <p:spPr>
          <a:xfrm rot="19800000">
            <a:off x="4959643" y="4195765"/>
            <a:ext cx="404325" cy="404258"/>
          </a:xfrm>
          <a:custGeom>
            <a:avLst/>
            <a:gdLst/>
            <a:ahLst/>
            <a:cxnLst/>
            <a:rect l="l" t="t" r="r" b="b"/>
            <a:pathLst>
              <a:path w="3948369" h="3947711">
                <a:moveTo>
                  <a:pt x="1024184" y="1327019"/>
                </a:moveTo>
                <a:cubicBezTo>
                  <a:pt x="953964" y="1286477"/>
                  <a:pt x="864174" y="1310536"/>
                  <a:pt x="823632" y="1380756"/>
                </a:cubicBezTo>
                <a:cubicBezTo>
                  <a:pt x="783091" y="1450976"/>
                  <a:pt x="807150" y="1540767"/>
                  <a:pt x="877370" y="1581308"/>
                </a:cubicBezTo>
                <a:cubicBezTo>
                  <a:pt x="947590" y="1621850"/>
                  <a:pt x="1037380" y="1597790"/>
                  <a:pt x="1077922" y="1527570"/>
                </a:cubicBezTo>
                <a:cubicBezTo>
                  <a:pt x="1118463" y="1457350"/>
                  <a:pt x="1094404" y="1367560"/>
                  <a:pt x="1024184" y="1327019"/>
                </a:cubicBezTo>
                <a:close/>
                <a:moveTo>
                  <a:pt x="3610643" y="2228121"/>
                </a:moveTo>
                <a:cubicBezTo>
                  <a:pt x="3600833" y="2220477"/>
                  <a:pt x="3589363" y="2214630"/>
                  <a:pt x="3576595" y="2211209"/>
                </a:cubicBezTo>
                <a:cubicBezTo>
                  <a:pt x="3525522" y="2197524"/>
                  <a:pt x="3473024" y="2227833"/>
                  <a:pt x="3459339" y="2278906"/>
                </a:cubicBezTo>
                <a:cubicBezTo>
                  <a:pt x="3445654" y="2329979"/>
                  <a:pt x="3475964" y="2382476"/>
                  <a:pt x="3527037" y="2396161"/>
                </a:cubicBezTo>
                <a:cubicBezTo>
                  <a:pt x="3578110" y="2409846"/>
                  <a:pt x="3630607" y="2379537"/>
                  <a:pt x="3644292" y="2328464"/>
                </a:cubicBezTo>
                <a:cubicBezTo>
                  <a:pt x="3654556" y="2290159"/>
                  <a:pt x="3640073" y="2251053"/>
                  <a:pt x="3610643" y="2228121"/>
                </a:cubicBezTo>
                <a:close/>
                <a:moveTo>
                  <a:pt x="3948369" y="2177025"/>
                </a:moveTo>
                <a:lnTo>
                  <a:pt x="3902391" y="2247588"/>
                </a:lnTo>
                <a:cubicBezTo>
                  <a:pt x="3840166" y="2207044"/>
                  <a:pt x="3769677" y="2184131"/>
                  <a:pt x="3697935" y="2180296"/>
                </a:cubicBezTo>
                <a:cubicBezTo>
                  <a:pt x="3737123" y="2226403"/>
                  <a:pt x="3753617" y="2290363"/>
                  <a:pt x="3736768" y="2353243"/>
                </a:cubicBezTo>
                <a:cubicBezTo>
                  <a:pt x="3709398" y="2455390"/>
                  <a:pt x="3604404" y="2516008"/>
                  <a:pt x="3502258" y="2488638"/>
                </a:cubicBezTo>
                <a:cubicBezTo>
                  <a:pt x="3400111" y="2461268"/>
                  <a:pt x="3339493" y="2356274"/>
                  <a:pt x="3366863" y="2254127"/>
                </a:cubicBezTo>
                <a:cubicBezTo>
                  <a:pt x="3381032" y="2201247"/>
                  <a:pt x="3416004" y="2159497"/>
                  <a:pt x="3460818" y="2135698"/>
                </a:cubicBezTo>
                <a:cubicBezTo>
                  <a:pt x="3436032" y="2129730"/>
                  <a:pt x="3409996" y="2129302"/>
                  <a:pt x="3383900" y="2133133"/>
                </a:cubicBezTo>
                <a:cubicBezTo>
                  <a:pt x="3331988" y="2140756"/>
                  <a:pt x="3285146" y="2164460"/>
                  <a:pt x="3249703" y="2200200"/>
                </a:cubicBezTo>
                <a:cubicBezTo>
                  <a:pt x="3299772" y="2410806"/>
                  <a:pt x="3262997" y="2663063"/>
                  <a:pt x="3111944" y="2983361"/>
                </a:cubicBezTo>
                <a:cubicBezTo>
                  <a:pt x="2900481" y="3337269"/>
                  <a:pt x="2604169" y="3479398"/>
                  <a:pt x="2264290" y="3473876"/>
                </a:cubicBezTo>
                <a:lnTo>
                  <a:pt x="1854414" y="3947711"/>
                </a:lnTo>
                <a:lnTo>
                  <a:pt x="1615515" y="3809782"/>
                </a:lnTo>
                <a:lnTo>
                  <a:pt x="1764774" y="3379707"/>
                </a:lnTo>
                <a:cubicBezTo>
                  <a:pt x="1587770" y="3319643"/>
                  <a:pt x="1405350" y="3232972"/>
                  <a:pt x="1221865" y="3127037"/>
                </a:cubicBezTo>
                <a:cubicBezTo>
                  <a:pt x="1120271" y="3068382"/>
                  <a:pt x="1025311" y="3004264"/>
                  <a:pt x="938291" y="2935309"/>
                </a:cubicBezTo>
                <a:lnTo>
                  <a:pt x="509476" y="3157353"/>
                </a:lnTo>
                <a:lnTo>
                  <a:pt x="247593" y="2999226"/>
                </a:lnTo>
                <a:lnTo>
                  <a:pt x="599626" y="2603610"/>
                </a:lnTo>
                <a:cubicBezTo>
                  <a:pt x="384783" y="2338553"/>
                  <a:pt x="289709" y="2193107"/>
                  <a:pt x="174176" y="1843897"/>
                </a:cubicBezTo>
                <a:lnTo>
                  <a:pt x="0" y="1381252"/>
                </a:lnTo>
                <a:lnTo>
                  <a:pt x="107522" y="1111013"/>
                </a:lnTo>
                <a:cubicBezTo>
                  <a:pt x="159316" y="1021302"/>
                  <a:pt x="259400" y="1099908"/>
                  <a:pt x="349113" y="1151702"/>
                </a:cubicBezTo>
                <a:lnTo>
                  <a:pt x="486246" y="1217020"/>
                </a:lnTo>
                <a:cubicBezTo>
                  <a:pt x="628225" y="1148493"/>
                  <a:pt x="768311" y="1094036"/>
                  <a:pt x="908721" y="1057007"/>
                </a:cubicBezTo>
                <a:cubicBezTo>
                  <a:pt x="1011476" y="947354"/>
                  <a:pt x="1021990" y="857768"/>
                  <a:pt x="976491" y="611195"/>
                </a:cubicBezTo>
                <a:cubicBezTo>
                  <a:pt x="1335325" y="817429"/>
                  <a:pt x="1326102" y="899150"/>
                  <a:pt x="1389221" y="1007976"/>
                </a:cubicBezTo>
                <a:cubicBezTo>
                  <a:pt x="1615807" y="1002289"/>
                  <a:pt x="1836555" y="1044211"/>
                  <a:pt x="2066828" y="1133629"/>
                </a:cubicBezTo>
                <a:cubicBezTo>
                  <a:pt x="2047082" y="1203277"/>
                  <a:pt x="2048342" y="1275855"/>
                  <a:pt x="2067080" y="1343672"/>
                </a:cubicBezTo>
                <a:cubicBezTo>
                  <a:pt x="2009772" y="1325329"/>
                  <a:pt x="1950048" y="1312156"/>
                  <a:pt x="1888409" y="1302802"/>
                </a:cubicBezTo>
                <a:lnTo>
                  <a:pt x="1831983" y="1466454"/>
                </a:lnTo>
                <a:cubicBezTo>
                  <a:pt x="2171713" y="1545279"/>
                  <a:pt x="2334158" y="1639067"/>
                  <a:pt x="2533793" y="1871644"/>
                </a:cubicBezTo>
                <a:lnTo>
                  <a:pt x="2655130" y="1752801"/>
                </a:lnTo>
                <a:cubicBezTo>
                  <a:pt x="2623271" y="1710443"/>
                  <a:pt x="2589631" y="1671169"/>
                  <a:pt x="2553401" y="1635762"/>
                </a:cubicBezTo>
                <a:cubicBezTo>
                  <a:pt x="2626342" y="1620812"/>
                  <a:pt x="2694472" y="1585039"/>
                  <a:pt x="2748239" y="1530606"/>
                </a:cubicBezTo>
                <a:cubicBezTo>
                  <a:pt x="2959801" y="1699876"/>
                  <a:pt x="3152007" y="1908367"/>
                  <a:pt x="3223775" y="2111154"/>
                </a:cubicBezTo>
                <a:cubicBezTo>
                  <a:pt x="3265103" y="2076949"/>
                  <a:pt x="3316077" y="2055387"/>
                  <a:pt x="3371292" y="2047279"/>
                </a:cubicBezTo>
                <a:cubicBezTo>
                  <a:pt x="3454199" y="2035105"/>
                  <a:pt x="3536665" y="2054733"/>
                  <a:pt x="3603728" y="2099347"/>
                </a:cubicBezTo>
                <a:cubicBezTo>
                  <a:pt x="3679156" y="2088543"/>
                  <a:pt x="3756158" y="2095770"/>
                  <a:pt x="3828792" y="2119628"/>
                </a:cubicBezTo>
                <a:cubicBezTo>
                  <a:pt x="3870454" y="2133311"/>
                  <a:pt x="3910678" y="2152466"/>
                  <a:pt x="3948369" y="2177025"/>
                </a:cubicBezTo>
                <a:close/>
                <a:moveTo>
                  <a:pt x="2661401" y="883270"/>
                </a:moveTo>
                <a:cubicBezTo>
                  <a:pt x="2838812" y="985699"/>
                  <a:pt x="2899598" y="1212554"/>
                  <a:pt x="2797170" y="1389966"/>
                </a:cubicBezTo>
                <a:cubicBezTo>
                  <a:pt x="2694741" y="1567377"/>
                  <a:pt x="2467885" y="1628163"/>
                  <a:pt x="2290474" y="1525735"/>
                </a:cubicBezTo>
                <a:cubicBezTo>
                  <a:pt x="2113063" y="1423306"/>
                  <a:pt x="2052277" y="1196450"/>
                  <a:pt x="2154705" y="1019039"/>
                </a:cubicBezTo>
                <a:cubicBezTo>
                  <a:pt x="2257134" y="841627"/>
                  <a:pt x="2483990" y="780842"/>
                  <a:pt x="2661401" y="883270"/>
                </a:cubicBezTo>
                <a:close/>
                <a:moveTo>
                  <a:pt x="2494139" y="49756"/>
                </a:moveTo>
                <a:cubicBezTo>
                  <a:pt x="2671551" y="152184"/>
                  <a:pt x="2732337" y="379040"/>
                  <a:pt x="2629908" y="556451"/>
                </a:cubicBezTo>
                <a:cubicBezTo>
                  <a:pt x="2527480" y="733863"/>
                  <a:pt x="2300624" y="794648"/>
                  <a:pt x="2123212" y="692220"/>
                </a:cubicBezTo>
                <a:cubicBezTo>
                  <a:pt x="1945801" y="589791"/>
                  <a:pt x="1885015" y="362936"/>
                  <a:pt x="1987444" y="185524"/>
                </a:cubicBezTo>
                <a:cubicBezTo>
                  <a:pt x="2089872" y="8113"/>
                  <a:pt x="2316728" y="-52673"/>
                  <a:pt x="2494139" y="4975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6" name="Donut 15">
            <a:extLst>
              <a:ext uri="{FF2B5EF4-FFF2-40B4-BE49-F238E27FC236}">
                <a16:creationId xmlns="" xmlns:a16="http://schemas.microsoft.com/office/drawing/2014/main" id="{18E10403-E473-48DD-9A39-86947F40B0EF}"/>
              </a:ext>
            </a:extLst>
          </p:cNvPr>
          <p:cNvSpPr/>
          <p:nvPr/>
        </p:nvSpPr>
        <p:spPr>
          <a:xfrm>
            <a:off x="4870567" y="1994156"/>
            <a:ext cx="429048" cy="426062"/>
          </a:xfrm>
          <a:custGeom>
            <a:avLst/>
            <a:gdLst/>
            <a:ahLst/>
            <a:cxnLst/>
            <a:rect l="l" t="t" r="r" b="b"/>
            <a:pathLst>
              <a:path w="3821708" h="3795110">
                <a:moveTo>
                  <a:pt x="1910854" y="903842"/>
                </a:moveTo>
                <a:lnTo>
                  <a:pt x="1793831" y="1129420"/>
                </a:lnTo>
                <a:lnTo>
                  <a:pt x="1791613" y="1129420"/>
                </a:lnTo>
                <a:lnTo>
                  <a:pt x="1791892" y="1133157"/>
                </a:lnTo>
                <a:lnTo>
                  <a:pt x="1791613" y="1133695"/>
                </a:lnTo>
                <a:lnTo>
                  <a:pt x="1791933" y="1133695"/>
                </a:lnTo>
                <a:lnTo>
                  <a:pt x="1833002" y="1683464"/>
                </a:lnTo>
                <a:cubicBezTo>
                  <a:pt x="1744939" y="1714584"/>
                  <a:pt x="1682254" y="1798749"/>
                  <a:pt x="1682254" y="1897555"/>
                </a:cubicBezTo>
                <a:cubicBezTo>
                  <a:pt x="1682254" y="2023808"/>
                  <a:pt x="1784602" y="2126156"/>
                  <a:pt x="1910855" y="2126156"/>
                </a:cubicBezTo>
                <a:cubicBezTo>
                  <a:pt x="1975561" y="2126156"/>
                  <a:pt x="2033988" y="2099273"/>
                  <a:pt x="2075304" y="2055803"/>
                </a:cubicBezTo>
                <a:lnTo>
                  <a:pt x="2443125" y="2288080"/>
                </a:lnTo>
                <a:lnTo>
                  <a:pt x="2443003" y="2288309"/>
                </a:lnTo>
                <a:lnTo>
                  <a:pt x="2443494" y="2288314"/>
                </a:lnTo>
                <a:lnTo>
                  <a:pt x="2446061" y="2289935"/>
                </a:lnTo>
                <a:lnTo>
                  <a:pt x="2446904" y="2288348"/>
                </a:lnTo>
                <a:lnTo>
                  <a:pt x="2652725" y="2290436"/>
                </a:lnTo>
                <a:lnTo>
                  <a:pt x="2535900" y="2120971"/>
                </a:lnTo>
                <a:lnTo>
                  <a:pt x="2536744" y="2119385"/>
                </a:lnTo>
                <a:lnTo>
                  <a:pt x="2533964" y="2118163"/>
                </a:lnTo>
                <a:lnTo>
                  <a:pt x="2533686" y="2117759"/>
                </a:lnTo>
                <a:lnTo>
                  <a:pt x="2533565" y="2117988"/>
                </a:lnTo>
                <a:lnTo>
                  <a:pt x="2134900" y="1942755"/>
                </a:lnTo>
                <a:cubicBezTo>
                  <a:pt x="2137918" y="1928156"/>
                  <a:pt x="2139456" y="1913035"/>
                  <a:pt x="2139456" y="1897555"/>
                </a:cubicBezTo>
                <a:cubicBezTo>
                  <a:pt x="2139456" y="1798748"/>
                  <a:pt x="2076770" y="1714583"/>
                  <a:pt x="1988706" y="1683463"/>
                </a:cubicBezTo>
                <a:lnTo>
                  <a:pt x="2029775" y="1133695"/>
                </a:lnTo>
                <a:lnTo>
                  <a:pt x="2030094" y="1133695"/>
                </a:lnTo>
                <a:lnTo>
                  <a:pt x="2029815" y="1133157"/>
                </a:lnTo>
                <a:lnTo>
                  <a:pt x="2030094" y="1129420"/>
                </a:lnTo>
                <a:lnTo>
                  <a:pt x="2027877" y="1129420"/>
                </a:lnTo>
                <a:close/>
                <a:moveTo>
                  <a:pt x="1910854" y="565406"/>
                </a:moveTo>
                <a:cubicBezTo>
                  <a:pt x="2646579" y="565406"/>
                  <a:pt x="3243002" y="1161829"/>
                  <a:pt x="3243002" y="1897554"/>
                </a:cubicBezTo>
                <a:cubicBezTo>
                  <a:pt x="3243002" y="2633279"/>
                  <a:pt x="2646579" y="3229702"/>
                  <a:pt x="1910854" y="3229702"/>
                </a:cubicBezTo>
                <a:cubicBezTo>
                  <a:pt x="1175129" y="3229702"/>
                  <a:pt x="578706" y="2633279"/>
                  <a:pt x="578706" y="1897554"/>
                </a:cubicBezTo>
                <a:cubicBezTo>
                  <a:pt x="578706" y="1161829"/>
                  <a:pt x="1175129" y="565406"/>
                  <a:pt x="1910854" y="565406"/>
                </a:cubicBezTo>
                <a:close/>
                <a:moveTo>
                  <a:pt x="1766837" y="367010"/>
                </a:moveTo>
                <a:cubicBezTo>
                  <a:pt x="1050362" y="432397"/>
                  <a:pt x="475174" y="981146"/>
                  <a:pt x="377476" y="1681610"/>
                </a:cubicBezTo>
                <a:lnTo>
                  <a:pt x="426306" y="1681610"/>
                </a:lnTo>
                <a:cubicBezTo>
                  <a:pt x="510474" y="1681610"/>
                  <a:pt x="578706" y="1746088"/>
                  <a:pt x="578706" y="1825626"/>
                </a:cubicBezTo>
                <a:cubicBezTo>
                  <a:pt x="578706" y="1905164"/>
                  <a:pt x="510474" y="1969642"/>
                  <a:pt x="426306" y="1969642"/>
                </a:cubicBezTo>
                <a:lnTo>
                  <a:pt x="364094" y="1969642"/>
                </a:lnTo>
                <a:cubicBezTo>
                  <a:pt x="398055" y="2738400"/>
                  <a:pt x="1003246" y="3359660"/>
                  <a:pt x="1769417" y="3427809"/>
                </a:cubicBezTo>
                <a:lnTo>
                  <a:pt x="1769417" y="3382101"/>
                </a:lnTo>
                <a:cubicBezTo>
                  <a:pt x="1769417" y="3297933"/>
                  <a:pt x="1833895" y="3229701"/>
                  <a:pt x="1913433" y="3229701"/>
                </a:cubicBezTo>
                <a:cubicBezTo>
                  <a:pt x="1992971" y="3229701"/>
                  <a:pt x="2057449" y="3297933"/>
                  <a:pt x="2057449" y="3382101"/>
                </a:cubicBezTo>
                <a:lnTo>
                  <a:pt x="2057449" y="3427707"/>
                </a:lnTo>
                <a:cubicBezTo>
                  <a:pt x="2804164" y="3358467"/>
                  <a:pt x="3396856" y="2764020"/>
                  <a:pt x="3455018" y="2020616"/>
                </a:cubicBezTo>
                <a:lnTo>
                  <a:pt x="3395402" y="2020616"/>
                </a:lnTo>
                <a:cubicBezTo>
                  <a:pt x="3311234" y="2020616"/>
                  <a:pt x="3243002" y="1956138"/>
                  <a:pt x="3243002" y="1876600"/>
                </a:cubicBezTo>
                <a:cubicBezTo>
                  <a:pt x="3243002" y="1797062"/>
                  <a:pt x="3311234" y="1732584"/>
                  <a:pt x="3395402" y="1732584"/>
                </a:cubicBezTo>
                <a:lnTo>
                  <a:pt x="3451747" y="1732584"/>
                </a:lnTo>
                <a:cubicBezTo>
                  <a:pt x="3374444" y="1008025"/>
                  <a:pt x="2788738" y="434055"/>
                  <a:pt x="2054869" y="367632"/>
                </a:cubicBezTo>
                <a:lnTo>
                  <a:pt x="2054869" y="407296"/>
                </a:lnTo>
                <a:cubicBezTo>
                  <a:pt x="2054869" y="491464"/>
                  <a:pt x="1990391" y="559696"/>
                  <a:pt x="1910853" y="559696"/>
                </a:cubicBezTo>
                <a:cubicBezTo>
                  <a:pt x="1831315" y="559696"/>
                  <a:pt x="1766837" y="491464"/>
                  <a:pt x="1766837" y="407296"/>
                </a:cubicBezTo>
                <a:close/>
                <a:moveTo>
                  <a:pt x="1910854" y="0"/>
                </a:moveTo>
                <a:cubicBezTo>
                  <a:pt x="2966190" y="0"/>
                  <a:pt x="3821708" y="849564"/>
                  <a:pt x="3821708" y="1897555"/>
                </a:cubicBezTo>
                <a:cubicBezTo>
                  <a:pt x="3821708" y="2945546"/>
                  <a:pt x="2966190" y="3795110"/>
                  <a:pt x="1910854" y="3795110"/>
                </a:cubicBezTo>
                <a:cubicBezTo>
                  <a:pt x="855518" y="3795110"/>
                  <a:pt x="0" y="2945546"/>
                  <a:pt x="0" y="1897555"/>
                </a:cubicBezTo>
                <a:cubicBezTo>
                  <a:pt x="0" y="849564"/>
                  <a:pt x="855518" y="0"/>
                  <a:pt x="191085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58" name="Rectangle 57"/>
          <p:cNvSpPr/>
          <p:nvPr/>
        </p:nvSpPr>
        <p:spPr>
          <a:xfrm>
            <a:off x="0" y="1551661"/>
            <a:ext cx="9554818" cy="5109091"/>
          </a:xfrm>
          <a:prstGeom prst="rect">
            <a:avLst/>
          </a:prstGeom>
        </p:spPr>
        <p:txBody>
          <a:bodyPr wrap="square">
            <a:spAutoFit/>
          </a:bodyPr>
          <a:lstStyle/>
          <a:p>
            <a:r>
              <a:rPr lang="en-US" sz="2400" b="1" dirty="0" smtClean="0">
                <a:solidFill>
                  <a:srgbClr val="C00000"/>
                </a:solidFill>
                <a:latin typeface="Arial Black" pitchFamily="34" charset="0"/>
              </a:rPr>
              <a:t>                  Key Features:    </a:t>
            </a:r>
            <a:r>
              <a:rPr lang="en-US" sz="2000" dirty="0" smtClean="0">
                <a:solidFill>
                  <a:srgbClr val="0070C0"/>
                </a:solidFill>
                <a:latin typeface="Segoe UI Black" pitchFamily="34" charset="0"/>
                <a:ea typeface="Segoe UI Black" pitchFamily="34" charset="0"/>
              </a:rPr>
              <a:t>13 Columns , 148654 Rows</a:t>
            </a:r>
          </a:p>
          <a:p>
            <a:endParaRPr lang="en-US" sz="1600" dirty="0" smtClean="0">
              <a:latin typeface="Segoe UI Variable Small Semibol" pitchFamily="2" charset="0"/>
            </a:endParaRPr>
          </a:p>
          <a:p>
            <a:r>
              <a:rPr lang="en-US" b="1" dirty="0" smtClean="0">
                <a:solidFill>
                  <a:srgbClr val="0070C0"/>
                </a:solidFill>
              </a:rPr>
              <a:t>  Unique identifiers      </a:t>
            </a:r>
            <a:r>
              <a:rPr lang="en-US" sz="1600" b="1" dirty="0" smtClean="0">
                <a:solidFill>
                  <a:schemeClr val="accent5">
                    <a:lumMod val="75000"/>
                  </a:schemeClr>
                </a:solidFill>
              </a:rPr>
              <a:t>for each employee entry, including </a:t>
            </a:r>
            <a:r>
              <a:rPr lang="en-US" sz="1600" b="1" dirty="0" smtClean="0">
                <a:latin typeface="Segoe UI Black" pitchFamily="34" charset="0"/>
                <a:ea typeface="Segoe UI Black" pitchFamily="34" charset="0"/>
              </a:rPr>
              <a:t>name, job title, and status</a:t>
            </a:r>
          </a:p>
          <a:p>
            <a:r>
              <a:rPr lang="en-US" b="1" dirty="0" smtClean="0">
                <a:solidFill>
                  <a:srgbClr val="0070C0"/>
                </a:solidFill>
              </a:rPr>
              <a:t>  Financial details        </a:t>
            </a:r>
            <a:r>
              <a:rPr lang="en-US" dirty="0" smtClean="0">
                <a:solidFill>
                  <a:srgbClr val="0070C0"/>
                </a:solidFill>
              </a:rPr>
              <a:t> </a:t>
            </a:r>
            <a:r>
              <a:rPr lang="en-US" sz="1600" dirty="0" smtClean="0">
                <a:solidFill>
                  <a:schemeClr val="accent5">
                    <a:lumMod val="50000"/>
                  </a:schemeClr>
                </a:solidFill>
                <a:latin typeface="Segoe UI Variable Small Semibol" pitchFamily="2" charset="0"/>
              </a:rPr>
              <a:t>such as   </a:t>
            </a:r>
            <a:r>
              <a:rPr lang="en-US" sz="1600" dirty="0" smtClean="0">
                <a:latin typeface="Segoe UI Black" pitchFamily="34" charset="0"/>
                <a:ea typeface="Segoe UI Black" pitchFamily="34" charset="0"/>
              </a:rPr>
              <a:t>BasePay, OvertimePay, OtherPay, and Benefits</a:t>
            </a:r>
          </a:p>
          <a:p>
            <a:r>
              <a:rPr lang="en-US" b="1" dirty="0" smtClean="0">
                <a:solidFill>
                  <a:srgbClr val="0070C0"/>
                </a:solidFill>
              </a:rPr>
              <a:t>  Summarized totals</a:t>
            </a:r>
            <a:r>
              <a:rPr lang="en-US" dirty="0" smtClean="0">
                <a:solidFill>
                  <a:srgbClr val="0070C0"/>
                </a:solidFill>
              </a:rPr>
              <a:t>     </a:t>
            </a:r>
            <a:r>
              <a:rPr lang="en-US" sz="1600" dirty="0" smtClean="0">
                <a:solidFill>
                  <a:schemeClr val="accent5">
                    <a:lumMod val="50000"/>
                  </a:schemeClr>
                </a:solidFill>
                <a:latin typeface="Segoe UI Variable Small Semibol" pitchFamily="2" charset="0"/>
              </a:rPr>
              <a:t>for both </a:t>
            </a:r>
            <a:r>
              <a:rPr lang="en-US" sz="1600" b="1" dirty="0" smtClean="0">
                <a:latin typeface="Segoe UI Black" pitchFamily="34" charset="0"/>
                <a:ea typeface="Segoe UI Black" pitchFamily="34" charset="0"/>
              </a:rPr>
              <a:t>total pay </a:t>
            </a:r>
            <a:r>
              <a:rPr lang="en-US" sz="1600" b="1" dirty="0" smtClean="0">
                <a:latin typeface="Segoe UI Variable Small Semibol" pitchFamily="2" charset="0"/>
              </a:rPr>
              <a:t>and </a:t>
            </a:r>
            <a:r>
              <a:rPr lang="en-US" sz="1600" b="1" dirty="0" smtClean="0">
                <a:latin typeface="Segoe UI Black" pitchFamily="34" charset="0"/>
                <a:ea typeface="Segoe UI Black" pitchFamily="34" charset="0"/>
              </a:rPr>
              <a:t>total compensation including benefits</a:t>
            </a:r>
          </a:p>
          <a:p>
            <a:r>
              <a:rPr lang="en-US" b="1" dirty="0" smtClean="0">
                <a:solidFill>
                  <a:srgbClr val="0070C0"/>
                </a:solidFill>
              </a:rPr>
              <a:t>  Annual data                </a:t>
            </a:r>
            <a:r>
              <a:rPr lang="en-US" sz="1600" b="1" dirty="0" smtClean="0">
                <a:solidFill>
                  <a:schemeClr val="accent5">
                    <a:lumMod val="75000"/>
                  </a:schemeClr>
                </a:solidFill>
              </a:rPr>
              <a:t>allowing for </a:t>
            </a:r>
            <a:r>
              <a:rPr lang="en-US" sz="1600" b="1" dirty="0" smtClean="0">
                <a:latin typeface="Segoe UI Black" pitchFamily="34" charset="0"/>
                <a:ea typeface="Segoe UI Black" pitchFamily="34" charset="0"/>
              </a:rPr>
              <a:t>year-wise</a:t>
            </a:r>
            <a:r>
              <a:rPr lang="en-US" sz="1600" b="1" dirty="0" smtClean="0">
                <a:solidFill>
                  <a:schemeClr val="accent5">
                    <a:lumMod val="75000"/>
                  </a:schemeClr>
                </a:solidFill>
              </a:rPr>
              <a:t> comparison and trend analysis</a:t>
            </a:r>
          </a:p>
          <a:p>
            <a:endParaRPr lang="en-US" sz="1600" dirty="0" smtClean="0"/>
          </a:p>
          <a:p>
            <a:endParaRPr lang="en-US" sz="1600" dirty="0" smtClean="0"/>
          </a:p>
          <a:p>
            <a:r>
              <a:rPr lang="en-US" sz="1600" dirty="0" smtClean="0"/>
              <a:t>                                   </a:t>
            </a:r>
            <a:r>
              <a:rPr lang="en-US" b="1" dirty="0" smtClean="0">
                <a:solidFill>
                  <a:srgbClr val="0070C0"/>
                </a:solidFill>
                <a:latin typeface="Segoe UI Black" pitchFamily="34" charset="0"/>
                <a:ea typeface="Segoe UI Black" pitchFamily="34" charset="0"/>
              </a:rPr>
              <a:t>This dataset serves as a powerful resource for</a:t>
            </a:r>
            <a:r>
              <a:rPr lang="en-US" b="1" dirty="0" smtClean="0">
                <a:latin typeface="Segoe UI Black" pitchFamily="34" charset="0"/>
                <a:ea typeface="Segoe UI Black" pitchFamily="34" charset="0"/>
              </a:rPr>
              <a:t>:</a:t>
            </a:r>
            <a:endParaRPr lang="en-US" sz="1600" b="1" dirty="0" smtClean="0">
              <a:latin typeface="Segoe UI Black" pitchFamily="34" charset="0"/>
              <a:ea typeface="Segoe UI Black" pitchFamily="34" charset="0"/>
            </a:endParaRPr>
          </a:p>
          <a:p>
            <a:endParaRPr lang="en-US" sz="1600" dirty="0" smtClean="0"/>
          </a:p>
          <a:p>
            <a:r>
              <a:rPr lang="en-US" sz="1600" b="1" dirty="0" smtClean="0"/>
              <a:t>                 Workforce analysis </a:t>
            </a:r>
            <a:r>
              <a:rPr lang="en-US" sz="1600" dirty="0" smtClean="0"/>
              <a:t>and budgeting </a:t>
            </a:r>
            <a:r>
              <a:rPr lang="en-US" sz="1600" b="1" dirty="0" smtClean="0"/>
              <a:t>Compensation equity assessments</a:t>
            </a:r>
          </a:p>
          <a:p>
            <a:r>
              <a:rPr lang="en-US" sz="1600" b="1" dirty="0" smtClean="0"/>
              <a:t>                                    Public sector transparency and accountability</a:t>
            </a:r>
          </a:p>
          <a:p>
            <a:endParaRPr lang="en-US" sz="1600" dirty="0" smtClean="0"/>
          </a:p>
          <a:p>
            <a:r>
              <a:rPr lang="en-US" b="1" dirty="0" smtClean="0">
                <a:solidFill>
                  <a:srgbClr val="0070C0"/>
                </a:solidFill>
                <a:latin typeface="Segoe UI Black" pitchFamily="34" charset="0"/>
                <a:ea typeface="Segoe UI Black" pitchFamily="34" charset="0"/>
              </a:rPr>
              <a:t>                                               </a:t>
            </a:r>
            <a:r>
              <a:rPr lang="en-US" sz="2000" b="1" dirty="0" smtClean="0">
                <a:solidFill>
                  <a:srgbClr val="0070C0"/>
                </a:solidFill>
                <a:effectLst/>
                <a:latin typeface="Segoe UI Black" pitchFamily="34" charset="0"/>
                <a:ea typeface="Segoe UI Black" pitchFamily="34" charset="0"/>
              </a:rPr>
              <a:t>Data science projects</a:t>
            </a:r>
            <a:endParaRPr lang="en-US" b="1" dirty="0" smtClean="0">
              <a:solidFill>
                <a:srgbClr val="0070C0"/>
              </a:solidFill>
              <a:effectLst/>
              <a:latin typeface="Segoe UI Black" pitchFamily="34" charset="0"/>
              <a:ea typeface="Segoe UI Black" pitchFamily="34" charset="0"/>
            </a:endParaRPr>
          </a:p>
          <a:p>
            <a:endParaRPr lang="en-US" sz="1600" b="1" dirty="0" smtClean="0"/>
          </a:p>
          <a:p>
            <a:r>
              <a:rPr lang="en-US" sz="1600" b="1" dirty="0" smtClean="0"/>
              <a:t>                        focused on classification, regression, and pattern discovery</a:t>
            </a:r>
          </a:p>
          <a:p>
            <a:endParaRPr lang="en-US" sz="1600" dirty="0" smtClean="0"/>
          </a:p>
          <a:p>
            <a:r>
              <a:rPr lang="en-US" sz="1600" b="1" dirty="0" smtClean="0">
                <a:solidFill>
                  <a:schemeClr val="accent5">
                    <a:lumMod val="75000"/>
                  </a:schemeClr>
                </a:solidFill>
                <a:latin typeface="Segoe UI Variable Small Semibol" pitchFamily="2" charset="0"/>
              </a:rPr>
              <a:t>    Whether you're exploring salary distributions, identifying high-paying roles, or studying pay                          </a:t>
            </a:r>
          </a:p>
          <a:p>
            <a:r>
              <a:rPr lang="en-US" sz="1600" b="1" dirty="0" smtClean="0">
                <a:solidFill>
                  <a:schemeClr val="accent5">
                    <a:lumMod val="75000"/>
                  </a:schemeClr>
                </a:solidFill>
                <a:latin typeface="Segoe UI Variable Small Semibol" pitchFamily="2" charset="0"/>
              </a:rPr>
              <a:t>      trends over time, this dataset provides the foundation for insightful and impactful analysis.</a:t>
            </a:r>
            <a:endParaRPr lang="en-US" sz="1600" b="1" dirty="0">
              <a:solidFill>
                <a:schemeClr val="accent5">
                  <a:lumMod val="75000"/>
                </a:schemeClr>
              </a:solidFill>
              <a:latin typeface="Segoe UI Variable Small Semibol" pitchFamily="2" charset="0"/>
            </a:endParaRPr>
          </a:p>
        </p:txBody>
      </p:sp>
      <p:sp>
        <p:nvSpPr>
          <p:cNvPr id="60" name="Rectangle 59"/>
          <p:cNvSpPr/>
          <p:nvPr/>
        </p:nvSpPr>
        <p:spPr>
          <a:xfrm>
            <a:off x="344557" y="808529"/>
            <a:ext cx="11383617" cy="523220"/>
          </a:xfrm>
          <a:prstGeom prst="rect">
            <a:avLst/>
          </a:prstGeom>
        </p:spPr>
        <p:txBody>
          <a:bodyPr wrap="square">
            <a:spAutoFit/>
          </a:bodyPr>
          <a:lstStyle/>
          <a:p>
            <a:r>
              <a:rPr lang="en-US" sz="1400" dirty="0" smtClean="0">
                <a:solidFill>
                  <a:schemeClr val="accent5">
                    <a:lumMod val="75000"/>
                  </a:schemeClr>
                </a:solidFill>
                <a:latin typeface="Segoe UI Variable Small Semibol" pitchFamily="2" charset="0"/>
              </a:rPr>
              <a:t>This dataset provides a detailed breakdown of compensation for public employees working for the City and County of San Francisco. Spanning multiple years, it includes comprehensive pay information such as base salary, overtime, and additional benefits.</a:t>
            </a:r>
          </a:p>
        </p:txBody>
      </p:sp>
    </p:spTree>
    <p:extLst>
      <p:ext uri="{BB962C8B-B14F-4D97-AF65-F5344CB8AC3E}">
        <p14:creationId xmlns="" xmlns:p14="http://schemas.microsoft.com/office/powerpoint/2010/main" val="1279224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D735F7F3-C1B5-4B60-A00A-4EB618DDFB5A}"/>
              </a:ext>
            </a:extLst>
          </p:cNvPr>
          <p:cNvSpPr>
            <a:spLocks noGrp="1"/>
          </p:cNvSpPr>
          <p:nvPr>
            <p:ph type="body" sz="quarter" idx="10"/>
          </p:nvPr>
        </p:nvSpPr>
        <p:spPr>
          <a:xfrm>
            <a:off x="323529" y="153981"/>
            <a:ext cx="11573197" cy="724247"/>
          </a:xfrm>
        </p:spPr>
        <p:txBody>
          <a:bodyPr/>
          <a:lstStyle/>
          <a:p>
            <a:r>
              <a:rPr lang="en-US" dirty="0" smtClean="0">
                <a:solidFill>
                  <a:srgbClr val="0070C0"/>
                </a:solidFill>
                <a:latin typeface="Algerian" pitchFamily="82" charset="0"/>
              </a:rPr>
              <a:t>Business Requirement</a:t>
            </a:r>
            <a:endParaRPr lang="en-US" dirty="0">
              <a:solidFill>
                <a:srgbClr val="0070C0"/>
              </a:solidFill>
              <a:latin typeface="Algerian" pitchFamily="82" charset="0"/>
            </a:endParaRPr>
          </a:p>
        </p:txBody>
      </p:sp>
      <p:sp>
        <p:nvSpPr>
          <p:cNvPr id="184" name="Oval 9">
            <a:extLst>
              <a:ext uri="{FF2B5EF4-FFF2-40B4-BE49-F238E27FC236}">
                <a16:creationId xmlns="" xmlns:a16="http://schemas.microsoft.com/office/drawing/2014/main" id="{8149BFCA-0C2B-4901-ADC9-F44197DE7C12}"/>
              </a:ext>
            </a:extLst>
          </p:cNvPr>
          <p:cNvSpPr/>
          <p:nvPr/>
        </p:nvSpPr>
        <p:spPr>
          <a:xfrm>
            <a:off x="3575200" y="2206333"/>
            <a:ext cx="509349" cy="50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5" name="Oval 12">
            <a:extLst>
              <a:ext uri="{FF2B5EF4-FFF2-40B4-BE49-F238E27FC236}">
                <a16:creationId xmlns="" xmlns:a16="http://schemas.microsoft.com/office/drawing/2014/main" id="{4698324C-748E-4DDE-A9D4-AFB239C6BA54}"/>
              </a:ext>
            </a:extLst>
          </p:cNvPr>
          <p:cNvSpPr/>
          <p:nvPr/>
        </p:nvSpPr>
        <p:spPr>
          <a:xfrm>
            <a:off x="3556206" y="1606555"/>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6" name="Oval 13">
            <a:extLst>
              <a:ext uri="{FF2B5EF4-FFF2-40B4-BE49-F238E27FC236}">
                <a16:creationId xmlns="" xmlns:a16="http://schemas.microsoft.com/office/drawing/2014/main" id="{9BF26B95-F351-4C51-9D16-AFAB1DF2C04E}"/>
              </a:ext>
            </a:extLst>
          </p:cNvPr>
          <p:cNvSpPr/>
          <p:nvPr/>
        </p:nvSpPr>
        <p:spPr>
          <a:xfrm>
            <a:off x="3556207" y="2819375"/>
            <a:ext cx="509349" cy="5093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95" name="TextBox 194">
            <a:extLst>
              <a:ext uri="{FF2B5EF4-FFF2-40B4-BE49-F238E27FC236}">
                <a16:creationId xmlns="" xmlns:a16="http://schemas.microsoft.com/office/drawing/2014/main" id="{E7E30EE5-E086-42C3-9E7A-75AE32394CC0}"/>
              </a:ext>
            </a:extLst>
          </p:cNvPr>
          <p:cNvSpPr txBox="1"/>
          <p:nvPr/>
        </p:nvSpPr>
        <p:spPr>
          <a:xfrm>
            <a:off x="4351377" y="1055061"/>
            <a:ext cx="3228868" cy="307777"/>
          </a:xfrm>
          <a:prstGeom prst="rect">
            <a:avLst/>
          </a:prstGeom>
          <a:noFill/>
        </p:spPr>
        <p:txBody>
          <a:bodyPr wrap="square" rtlCol="0">
            <a:spAutoFit/>
          </a:bodyPr>
          <a:lstStyle/>
          <a:p>
            <a:r>
              <a:rPr lang="en-US" sz="1400" b="1" dirty="0" smtClean="0">
                <a:latin typeface="Segoe UI Variable Small Semibol" pitchFamily="2" charset="0"/>
              </a:rPr>
              <a:t>Display Top 10 Rows of The Dataset</a:t>
            </a:r>
            <a:endParaRPr lang="ko-KR" altLang="en-US" sz="1400" b="1" dirty="0">
              <a:solidFill>
                <a:schemeClr val="tx1">
                  <a:lumMod val="75000"/>
                  <a:lumOff val="25000"/>
                </a:schemeClr>
              </a:solidFill>
              <a:latin typeface="Segoe UI Variable Small Semibol" pitchFamily="2" charset="0"/>
              <a:cs typeface="Arial" pitchFamily="34" charset="0"/>
            </a:endParaRPr>
          </a:p>
        </p:txBody>
      </p:sp>
      <p:sp>
        <p:nvSpPr>
          <p:cNvPr id="199" name="Round Same Side Corner Rectangle 7">
            <a:extLst>
              <a:ext uri="{FF2B5EF4-FFF2-40B4-BE49-F238E27FC236}">
                <a16:creationId xmlns="" xmlns:a16="http://schemas.microsoft.com/office/drawing/2014/main" id="{908E386B-B259-49EA-9B3F-429DA113F73C}"/>
              </a:ext>
            </a:extLst>
          </p:cNvPr>
          <p:cNvSpPr>
            <a:spLocks noChangeAspect="1"/>
          </p:cNvSpPr>
          <p:nvPr/>
        </p:nvSpPr>
        <p:spPr>
          <a:xfrm rot="10800000">
            <a:off x="5795164" y="4108588"/>
            <a:ext cx="259261" cy="272563"/>
          </a:xfrm>
          <a:custGeom>
            <a:avLst/>
            <a:gdLst/>
            <a:ahLst/>
            <a:cxnLst/>
            <a:rect l="l" t="t" r="r" b="b"/>
            <a:pathLst>
              <a:path w="3749229" h="3941586">
                <a:moveTo>
                  <a:pt x="1841173" y="2251014"/>
                </a:moveTo>
                <a:cubicBezTo>
                  <a:pt x="1901032" y="2251014"/>
                  <a:pt x="1949557" y="2202489"/>
                  <a:pt x="1949557" y="2142630"/>
                </a:cubicBezTo>
                <a:cubicBezTo>
                  <a:pt x="1949557" y="2082771"/>
                  <a:pt x="1901032" y="2034246"/>
                  <a:pt x="1841173" y="2034246"/>
                </a:cubicBezTo>
                <a:cubicBezTo>
                  <a:pt x="1781314" y="2034246"/>
                  <a:pt x="1732789" y="2082771"/>
                  <a:pt x="1732789" y="2142630"/>
                </a:cubicBezTo>
                <a:cubicBezTo>
                  <a:pt x="1732789" y="2202489"/>
                  <a:pt x="1781314" y="2251014"/>
                  <a:pt x="1841173" y="2251014"/>
                </a:cubicBezTo>
                <a:close/>
                <a:moveTo>
                  <a:pt x="2197713" y="2395667"/>
                </a:moveTo>
                <a:lnTo>
                  <a:pt x="1492210" y="2296503"/>
                </a:lnTo>
                <a:lnTo>
                  <a:pt x="1492210" y="2109382"/>
                </a:lnTo>
                <a:cubicBezTo>
                  <a:pt x="1492210" y="2024878"/>
                  <a:pt x="1583949" y="1956178"/>
                  <a:pt x="1697980" y="1955114"/>
                </a:cubicBezTo>
                <a:lnTo>
                  <a:pt x="1697980" y="1800200"/>
                </a:lnTo>
                <a:lnTo>
                  <a:pt x="1431133" y="1800200"/>
                </a:lnTo>
                <a:lnTo>
                  <a:pt x="1431133" y="1461593"/>
                </a:lnTo>
                <a:lnTo>
                  <a:pt x="643489" y="471679"/>
                </a:lnTo>
                <a:lnTo>
                  <a:pt x="785968" y="352125"/>
                </a:lnTo>
                <a:lnTo>
                  <a:pt x="1699128" y="1384562"/>
                </a:lnTo>
                <a:lnTo>
                  <a:pt x="1735187" y="0"/>
                </a:lnTo>
                <a:lnTo>
                  <a:pt x="1921179" y="0"/>
                </a:lnTo>
                <a:lnTo>
                  <a:pt x="1958328" y="1426402"/>
                </a:lnTo>
                <a:lnTo>
                  <a:pt x="1976872" y="1426402"/>
                </a:lnTo>
                <a:lnTo>
                  <a:pt x="1972364" y="1422619"/>
                </a:lnTo>
                <a:lnTo>
                  <a:pt x="2919184" y="352125"/>
                </a:lnTo>
                <a:lnTo>
                  <a:pt x="3061662" y="471679"/>
                </a:lnTo>
                <a:lnTo>
                  <a:pt x="2239212" y="1505339"/>
                </a:lnTo>
                <a:lnTo>
                  <a:pt x="2239212" y="1800200"/>
                </a:lnTo>
                <a:lnTo>
                  <a:pt x="1972364" y="1800200"/>
                </a:lnTo>
                <a:lnTo>
                  <a:pt x="1972364" y="1954485"/>
                </a:lnTo>
                <a:lnTo>
                  <a:pt x="1987720" y="1954485"/>
                </a:lnTo>
                <a:cubicBezTo>
                  <a:pt x="2103696" y="1954485"/>
                  <a:pt x="2197713" y="2023835"/>
                  <a:pt x="2197713" y="2109382"/>
                </a:cubicBezTo>
                <a:close/>
                <a:moveTo>
                  <a:pt x="112363" y="2735659"/>
                </a:moveTo>
                <a:cubicBezTo>
                  <a:pt x="100580" y="2737300"/>
                  <a:pt x="88281" y="2736658"/>
                  <a:pt x="76067" y="2733385"/>
                </a:cubicBezTo>
                <a:lnTo>
                  <a:pt x="67901" y="2731197"/>
                </a:lnTo>
                <a:cubicBezTo>
                  <a:pt x="19046" y="2718106"/>
                  <a:pt x="-9948" y="2667888"/>
                  <a:pt x="3143" y="2619032"/>
                </a:cubicBezTo>
                <a:lnTo>
                  <a:pt x="136132" y="2122709"/>
                </a:lnTo>
                <a:cubicBezTo>
                  <a:pt x="149223" y="2073853"/>
                  <a:pt x="199442" y="2044859"/>
                  <a:pt x="248297" y="2057950"/>
                </a:cubicBezTo>
                <a:lnTo>
                  <a:pt x="256463" y="2060138"/>
                </a:lnTo>
                <a:cubicBezTo>
                  <a:pt x="305319" y="2073229"/>
                  <a:pt x="334312" y="2123447"/>
                  <a:pt x="321221" y="2172303"/>
                </a:cubicBezTo>
                <a:lnTo>
                  <a:pt x="188232" y="2668627"/>
                </a:lnTo>
                <a:cubicBezTo>
                  <a:pt x="178414" y="2705268"/>
                  <a:pt x="147712" y="2730738"/>
                  <a:pt x="112363" y="2735659"/>
                </a:cubicBezTo>
                <a:close/>
                <a:moveTo>
                  <a:pt x="816379" y="2803284"/>
                </a:moveTo>
                <a:lnTo>
                  <a:pt x="296148" y="2663889"/>
                </a:lnTo>
                <a:lnTo>
                  <a:pt x="412311" y="2230363"/>
                </a:lnTo>
                <a:lnTo>
                  <a:pt x="932542" y="2369758"/>
                </a:lnTo>
                <a:close/>
                <a:moveTo>
                  <a:pt x="2025342" y="3266622"/>
                </a:moveTo>
                <a:lnTo>
                  <a:pt x="881030" y="2960004"/>
                </a:lnTo>
                <a:lnTo>
                  <a:pt x="1066890" y="2266362"/>
                </a:lnTo>
                <a:lnTo>
                  <a:pt x="2211202" y="2572980"/>
                </a:lnTo>
                <a:close/>
                <a:moveTo>
                  <a:pt x="2928285" y="3694425"/>
                </a:moveTo>
                <a:lnTo>
                  <a:pt x="2109557" y="3475047"/>
                </a:lnTo>
                <a:lnTo>
                  <a:pt x="2388347" y="2434586"/>
                </a:lnTo>
                <a:lnTo>
                  <a:pt x="3207076" y="2653963"/>
                </a:lnTo>
                <a:close/>
                <a:moveTo>
                  <a:pt x="3361202" y="3940500"/>
                </a:moveTo>
                <a:cubicBezTo>
                  <a:pt x="3346463" y="3942552"/>
                  <a:pt x="3331077" y="3941748"/>
                  <a:pt x="3315798" y="3937654"/>
                </a:cubicBezTo>
                <a:lnTo>
                  <a:pt x="3103596" y="3880795"/>
                </a:lnTo>
                <a:cubicBezTo>
                  <a:pt x="3042479" y="3864419"/>
                  <a:pt x="3006210" y="3801598"/>
                  <a:pt x="3022586" y="3740481"/>
                </a:cubicBezTo>
                <a:lnTo>
                  <a:pt x="3311771" y="2661227"/>
                </a:lnTo>
                <a:cubicBezTo>
                  <a:pt x="3328148" y="2600110"/>
                  <a:pt x="3390968" y="2563840"/>
                  <a:pt x="3452085" y="2580216"/>
                </a:cubicBezTo>
                <a:lnTo>
                  <a:pt x="3664287" y="2637076"/>
                </a:lnTo>
                <a:cubicBezTo>
                  <a:pt x="3725404" y="2653452"/>
                  <a:pt x="3761673" y="2716273"/>
                  <a:pt x="3745297" y="2777390"/>
                </a:cubicBezTo>
                <a:lnTo>
                  <a:pt x="3456112" y="3856644"/>
                </a:lnTo>
                <a:cubicBezTo>
                  <a:pt x="3443830" y="3902482"/>
                  <a:pt x="3405423" y="3934343"/>
                  <a:pt x="3361202" y="39405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3" name="Oval 30">
            <a:extLst>
              <a:ext uri="{FF2B5EF4-FFF2-40B4-BE49-F238E27FC236}">
                <a16:creationId xmlns="" xmlns:a16="http://schemas.microsoft.com/office/drawing/2014/main" id="{FCEB4A66-A2AA-4E4C-ACAB-EE5D6E15834C}"/>
              </a:ext>
            </a:extLst>
          </p:cNvPr>
          <p:cNvSpPr/>
          <p:nvPr/>
        </p:nvSpPr>
        <p:spPr>
          <a:xfrm>
            <a:off x="3540241" y="1007164"/>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44" name="TextBox 43"/>
          <p:cNvSpPr txBox="1"/>
          <p:nvPr/>
        </p:nvSpPr>
        <p:spPr>
          <a:xfrm>
            <a:off x="3657600" y="1669773"/>
            <a:ext cx="304800" cy="369332"/>
          </a:xfrm>
          <a:prstGeom prst="rect">
            <a:avLst/>
          </a:prstGeom>
          <a:noFill/>
        </p:spPr>
        <p:txBody>
          <a:bodyPr wrap="square" rtlCol="0">
            <a:spAutoFit/>
          </a:bodyPr>
          <a:lstStyle/>
          <a:p>
            <a:r>
              <a:rPr lang="en-US" b="1" dirty="0" smtClean="0"/>
              <a:t>2</a:t>
            </a:r>
            <a:endParaRPr lang="en-US" b="1" dirty="0"/>
          </a:p>
        </p:txBody>
      </p:sp>
      <p:sp>
        <p:nvSpPr>
          <p:cNvPr id="45" name="TextBox 44"/>
          <p:cNvSpPr txBox="1"/>
          <p:nvPr/>
        </p:nvSpPr>
        <p:spPr>
          <a:xfrm>
            <a:off x="3637721" y="1066800"/>
            <a:ext cx="304800" cy="369332"/>
          </a:xfrm>
          <a:prstGeom prst="rect">
            <a:avLst/>
          </a:prstGeom>
          <a:noFill/>
        </p:spPr>
        <p:txBody>
          <a:bodyPr wrap="square" rtlCol="0">
            <a:spAutoFit/>
          </a:bodyPr>
          <a:lstStyle/>
          <a:p>
            <a:r>
              <a:rPr lang="en-US" b="1" dirty="0" smtClean="0"/>
              <a:t>1</a:t>
            </a:r>
            <a:endParaRPr lang="en-US" b="1" dirty="0"/>
          </a:p>
        </p:txBody>
      </p:sp>
      <p:sp>
        <p:nvSpPr>
          <p:cNvPr id="46" name="TextBox 45"/>
          <p:cNvSpPr txBox="1"/>
          <p:nvPr/>
        </p:nvSpPr>
        <p:spPr>
          <a:xfrm>
            <a:off x="3670852" y="2266121"/>
            <a:ext cx="304800" cy="369332"/>
          </a:xfrm>
          <a:prstGeom prst="rect">
            <a:avLst/>
          </a:prstGeom>
          <a:noFill/>
        </p:spPr>
        <p:txBody>
          <a:bodyPr wrap="square" rtlCol="0">
            <a:spAutoFit/>
          </a:bodyPr>
          <a:lstStyle/>
          <a:p>
            <a:r>
              <a:rPr lang="en-US" b="1" dirty="0" smtClean="0"/>
              <a:t>3</a:t>
            </a:r>
            <a:endParaRPr lang="en-US" b="1" dirty="0"/>
          </a:p>
        </p:txBody>
      </p:sp>
      <p:sp>
        <p:nvSpPr>
          <p:cNvPr id="47" name="TextBox 46"/>
          <p:cNvSpPr txBox="1"/>
          <p:nvPr/>
        </p:nvSpPr>
        <p:spPr>
          <a:xfrm>
            <a:off x="3677478" y="2869095"/>
            <a:ext cx="304800" cy="369332"/>
          </a:xfrm>
          <a:prstGeom prst="rect">
            <a:avLst/>
          </a:prstGeom>
          <a:noFill/>
        </p:spPr>
        <p:txBody>
          <a:bodyPr wrap="square" rtlCol="0">
            <a:spAutoFit/>
          </a:bodyPr>
          <a:lstStyle/>
          <a:p>
            <a:r>
              <a:rPr lang="en-US" b="1" dirty="0" smtClean="0"/>
              <a:t>4</a:t>
            </a:r>
            <a:endParaRPr lang="en-US" b="1" dirty="0"/>
          </a:p>
        </p:txBody>
      </p:sp>
      <p:sp>
        <p:nvSpPr>
          <p:cNvPr id="51" name="Rectangle 50"/>
          <p:cNvSpPr/>
          <p:nvPr/>
        </p:nvSpPr>
        <p:spPr>
          <a:xfrm>
            <a:off x="4357874" y="1680577"/>
            <a:ext cx="3076483" cy="307777"/>
          </a:xfrm>
          <a:prstGeom prst="rect">
            <a:avLst/>
          </a:prstGeom>
        </p:spPr>
        <p:txBody>
          <a:bodyPr wrap="none">
            <a:spAutoFit/>
          </a:bodyPr>
          <a:lstStyle/>
          <a:p>
            <a:r>
              <a:rPr lang="en-US" sz="1400" b="1" dirty="0" smtClean="0">
                <a:latin typeface="Segoe UI Variable Small Semibol" pitchFamily="2" charset="0"/>
              </a:rPr>
              <a:t>Check Last 10 Rows of The Dataset</a:t>
            </a:r>
          </a:p>
        </p:txBody>
      </p:sp>
      <p:sp>
        <p:nvSpPr>
          <p:cNvPr id="52" name="Rectangle 51"/>
          <p:cNvSpPr/>
          <p:nvPr/>
        </p:nvSpPr>
        <p:spPr>
          <a:xfrm>
            <a:off x="4404256" y="2270299"/>
            <a:ext cx="6136616" cy="307777"/>
          </a:xfrm>
          <a:prstGeom prst="rect">
            <a:avLst/>
          </a:prstGeom>
        </p:spPr>
        <p:txBody>
          <a:bodyPr wrap="none">
            <a:spAutoFit/>
          </a:bodyPr>
          <a:lstStyle/>
          <a:p>
            <a:r>
              <a:rPr lang="en-US" sz="1400" b="1" dirty="0" smtClean="0">
                <a:latin typeface="Segoe UI Variable Small Semibol" pitchFamily="2" charset="0"/>
              </a:rPr>
              <a:t>Find Shape of Our Dataset (Number of Rows And Number of Columns)</a:t>
            </a:r>
          </a:p>
        </p:txBody>
      </p:sp>
      <p:sp>
        <p:nvSpPr>
          <p:cNvPr id="53" name="Rectangle 52"/>
          <p:cNvSpPr/>
          <p:nvPr/>
        </p:nvSpPr>
        <p:spPr>
          <a:xfrm>
            <a:off x="4341456" y="2793762"/>
            <a:ext cx="7152920" cy="523220"/>
          </a:xfrm>
          <a:prstGeom prst="rect">
            <a:avLst/>
          </a:prstGeom>
        </p:spPr>
        <p:txBody>
          <a:bodyPr wrap="none">
            <a:spAutoFit/>
          </a:bodyPr>
          <a:lstStyle/>
          <a:p>
            <a:r>
              <a:rPr lang="en-US" sz="1400" b="1" dirty="0" smtClean="0">
                <a:latin typeface="Segoe UI Variable Small Semibol" pitchFamily="2" charset="0"/>
              </a:rPr>
              <a:t> Getting Information About Our Dataset Like Total Number Rows, Total Number of</a:t>
            </a:r>
          </a:p>
          <a:p>
            <a:r>
              <a:rPr lang="en-US" sz="1400" b="1" dirty="0" smtClean="0">
                <a:latin typeface="Segoe UI Variable Small Semibol" pitchFamily="2" charset="0"/>
              </a:rPr>
              <a:t> Columns, Datatypes of Each Column And Memory Requirement</a:t>
            </a:r>
          </a:p>
        </p:txBody>
      </p:sp>
      <p:sp>
        <p:nvSpPr>
          <p:cNvPr id="54" name="Rectangle 53"/>
          <p:cNvSpPr/>
          <p:nvPr/>
        </p:nvSpPr>
        <p:spPr>
          <a:xfrm>
            <a:off x="4442095" y="3509377"/>
            <a:ext cx="2956259" cy="307777"/>
          </a:xfrm>
          <a:prstGeom prst="rect">
            <a:avLst/>
          </a:prstGeom>
        </p:spPr>
        <p:txBody>
          <a:bodyPr wrap="none">
            <a:spAutoFit/>
          </a:bodyPr>
          <a:lstStyle/>
          <a:p>
            <a:r>
              <a:rPr lang="en-US" sz="1400" b="1" dirty="0" smtClean="0">
                <a:latin typeface="Segoe UI Variable Small Semibol" pitchFamily="2" charset="0"/>
              </a:rPr>
              <a:t>Check Null Values In The Dataset</a:t>
            </a:r>
          </a:p>
        </p:txBody>
      </p:sp>
      <p:sp>
        <p:nvSpPr>
          <p:cNvPr id="55" name="Oval 30">
            <a:extLst>
              <a:ext uri="{FF2B5EF4-FFF2-40B4-BE49-F238E27FC236}">
                <a16:creationId xmlns="" xmlns:a16="http://schemas.microsoft.com/office/drawing/2014/main" id="{FCEB4A66-A2AA-4E4C-ACAB-EE5D6E15834C}"/>
              </a:ext>
            </a:extLst>
          </p:cNvPr>
          <p:cNvSpPr/>
          <p:nvPr/>
        </p:nvSpPr>
        <p:spPr>
          <a:xfrm>
            <a:off x="3560119" y="3452190"/>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49" name="TextBox 48"/>
          <p:cNvSpPr txBox="1"/>
          <p:nvPr/>
        </p:nvSpPr>
        <p:spPr>
          <a:xfrm>
            <a:off x="3664225" y="3518452"/>
            <a:ext cx="304800" cy="369332"/>
          </a:xfrm>
          <a:prstGeom prst="rect">
            <a:avLst/>
          </a:prstGeom>
          <a:noFill/>
        </p:spPr>
        <p:txBody>
          <a:bodyPr wrap="square" rtlCol="0">
            <a:spAutoFit/>
          </a:bodyPr>
          <a:lstStyle/>
          <a:p>
            <a:r>
              <a:rPr lang="en-US" b="1" dirty="0" smtClean="0"/>
              <a:t>5</a:t>
            </a:r>
            <a:endParaRPr lang="en-US" b="1" dirty="0"/>
          </a:p>
        </p:txBody>
      </p:sp>
      <p:sp>
        <p:nvSpPr>
          <p:cNvPr id="56" name="Oval 12">
            <a:extLst>
              <a:ext uri="{FF2B5EF4-FFF2-40B4-BE49-F238E27FC236}">
                <a16:creationId xmlns="" xmlns:a16="http://schemas.microsoft.com/office/drawing/2014/main" id="{4698324C-748E-4DDE-A9D4-AFB239C6BA54}"/>
              </a:ext>
            </a:extLst>
          </p:cNvPr>
          <p:cNvSpPr/>
          <p:nvPr/>
        </p:nvSpPr>
        <p:spPr>
          <a:xfrm>
            <a:off x="3576085" y="4011824"/>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7" name="Oval 9">
            <a:extLst>
              <a:ext uri="{FF2B5EF4-FFF2-40B4-BE49-F238E27FC236}">
                <a16:creationId xmlns="" xmlns:a16="http://schemas.microsoft.com/office/drawing/2014/main" id="{8149BFCA-0C2B-4901-ADC9-F44197DE7C12}"/>
              </a:ext>
            </a:extLst>
          </p:cNvPr>
          <p:cNvSpPr/>
          <p:nvPr/>
        </p:nvSpPr>
        <p:spPr>
          <a:xfrm>
            <a:off x="3581826" y="4571846"/>
            <a:ext cx="509349" cy="50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8" name="Oval 13">
            <a:extLst>
              <a:ext uri="{FF2B5EF4-FFF2-40B4-BE49-F238E27FC236}">
                <a16:creationId xmlns="" xmlns:a16="http://schemas.microsoft.com/office/drawing/2014/main" id="{9BF26B95-F351-4C51-9D16-AFAB1DF2C04E}"/>
              </a:ext>
            </a:extLst>
          </p:cNvPr>
          <p:cNvSpPr/>
          <p:nvPr/>
        </p:nvSpPr>
        <p:spPr>
          <a:xfrm>
            <a:off x="3602590" y="5145132"/>
            <a:ext cx="509349" cy="5093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9" name="Oval 30">
            <a:extLst>
              <a:ext uri="{FF2B5EF4-FFF2-40B4-BE49-F238E27FC236}">
                <a16:creationId xmlns="" xmlns:a16="http://schemas.microsoft.com/office/drawing/2014/main" id="{FCEB4A66-A2AA-4E4C-ACAB-EE5D6E15834C}"/>
              </a:ext>
            </a:extLst>
          </p:cNvPr>
          <p:cNvSpPr/>
          <p:nvPr/>
        </p:nvSpPr>
        <p:spPr>
          <a:xfrm>
            <a:off x="3586624" y="5758068"/>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60" name="Oval 12">
            <a:extLst>
              <a:ext uri="{FF2B5EF4-FFF2-40B4-BE49-F238E27FC236}">
                <a16:creationId xmlns="" xmlns:a16="http://schemas.microsoft.com/office/drawing/2014/main" id="{4698324C-748E-4DDE-A9D4-AFB239C6BA54}"/>
              </a:ext>
            </a:extLst>
          </p:cNvPr>
          <p:cNvSpPr/>
          <p:nvPr/>
        </p:nvSpPr>
        <p:spPr>
          <a:xfrm>
            <a:off x="3602589" y="6308895"/>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1" name="Rectangle 60"/>
          <p:cNvSpPr/>
          <p:nvPr/>
        </p:nvSpPr>
        <p:spPr>
          <a:xfrm>
            <a:off x="4432741" y="4012960"/>
            <a:ext cx="3932487" cy="307777"/>
          </a:xfrm>
          <a:prstGeom prst="rect">
            <a:avLst/>
          </a:prstGeom>
        </p:spPr>
        <p:txBody>
          <a:bodyPr wrap="none">
            <a:spAutoFit/>
          </a:bodyPr>
          <a:lstStyle/>
          <a:p>
            <a:r>
              <a:rPr lang="en-US" sz="1400" b="1" dirty="0" smtClean="0">
                <a:latin typeface="Segoe UI Variable Small Semibol" pitchFamily="2" charset="0"/>
              </a:rPr>
              <a:t>Drop ID, Notes, Agency, and Status Columns</a:t>
            </a:r>
          </a:p>
        </p:txBody>
      </p:sp>
      <p:sp>
        <p:nvSpPr>
          <p:cNvPr id="62" name="Rectangle 61"/>
          <p:cNvSpPr/>
          <p:nvPr/>
        </p:nvSpPr>
        <p:spPr>
          <a:xfrm>
            <a:off x="4435469" y="5225534"/>
            <a:ext cx="4289957" cy="307777"/>
          </a:xfrm>
          <a:prstGeom prst="rect">
            <a:avLst/>
          </a:prstGeom>
        </p:spPr>
        <p:txBody>
          <a:bodyPr wrap="none">
            <a:spAutoFit/>
          </a:bodyPr>
          <a:lstStyle/>
          <a:p>
            <a:r>
              <a:rPr lang="en-US" sz="1400" b="1" dirty="0" smtClean="0">
                <a:latin typeface="Segoe UI Variable Small Semibol" pitchFamily="2" charset="0"/>
              </a:rPr>
              <a:t>Find Occurrence of The Employee Names (Top 5)</a:t>
            </a:r>
          </a:p>
        </p:txBody>
      </p:sp>
      <p:sp>
        <p:nvSpPr>
          <p:cNvPr id="63" name="Rectangle 62"/>
          <p:cNvSpPr/>
          <p:nvPr/>
        </p:nvSpPr>
        <p:spPr>
          <a:xfrm>
            <a:off x="4442094" y="5748994"/>
            <a:ext cx="3374642" cy="307777"/>
          </a:xfrm>
          <a:prstGeom prst="rect">
            <a:avLst/>
          </a:prstGeom>
        </p:spPr>
        <p:txBody>
          <a:bodyPr wrap="none">
            <a:spAutoFit/>
          </a:bodyPr>
          <a:lstStyle/>
          <a:p>
            <a:r>
              <a:rPr lang="en-US" sz="1400" b="1" dirty="0" smtClean="0">
                <a:latin typeface="Segoe UI Variable Small Semibol" pitchFamily="2" charset="0"/>
              </a:rPr>
              <a:t>Find The Number of Unique Job Titles</a:t>
            </a:r>
          </a:p>
        </p:txBody>
      </p:sp>
      <p:sp>
        <p:nvSpPr>
          <p:cNvPr id="64" name="Rectangle 63"/>
          <p:cNvSpPr/>
          <p:nvPr/>
        </p:nvSpPr>
        <p:spPr>
          <a:xfrm>
            <a:off x="4435470" y="6338716"/>
            <a:ext cx="3833101" cy="307777"/>
          </a:xfrm>
          <a:prstGeom prst="rect">
            <a:avLst/>
          </a:prstGeom>
        </p:spPr>
        <p:txBody>
          <a:bodyPr wrap="none">
            <a:spAutoFit/>
          </a:bodyPr>
          <a:lstStyle/>
          <a:p>
            <a:r>
              <a:rPr lang="en-US" sz="1400" b="1" dirty="0" smtClean="0">
                <a:latin typeface="Segoe UI Variable Small Semibol" pitchFamily="2" charset="0"/>
              </a:rPr>
              <a:t>Total Number of Job Titles Contain Captain</a:t>
            </a:r>
          </a:p>
        </p:txBody>
      </p:sp>
      <p:sp>
        <p:nvSpPr>
          <p:cNvPr id="65" name="Rectangle 64"/>
          <p:cNvSpPr/>
          <p:nvPr/>
        </p:nvSpPr>
        <p:spPr>
          <a:xfrm>
            <a:off x="4442096" y="4609308"/>
            <a:ext cx="3802644" cy="307777"/>
          </a:xfrm>
          <a:prstGeom prst="rect">
            <a:avLst/>
          </a:prstGeom>
        </p:spPr>
        <p:txBody>
          <a:bodyPr wrap="none">
            <a:spAutoFit/>
          </a:bodyPr>
          <a:lstStyle/>
          <a:p>
            <a:r>
              <a:rPr lang="en-US" sz="1400" b="1" dirty="0" smtClean="0">
                <a:latin typeface="Segoe UI Variable Small Semibol" pitchFamily="2" charset="0"/>
              </a:rPr>
              <a:t>Get Overall Statistics About The Dataframe</a:t>
            </a:r>
          </a:p>
        </p:txBody>
      </p:sp>
      <p:sp>
        <p:nvSpPr>
          <p:cNvPr id="48" name="TextBox 47"/>
          <p:cNvSpPr txBox="1"/>
          <p:nvPr/>
        </p:nvSpPr>
        <p:spPr>
          <a:xfrm>
            <a:off x="3670852" y="4068417"/>
            <a:ext cx="304800" cy="369332"/>
          </a:xfrm>
          <a:prstGeom prst="rect">
            <a:avLst/>
          </a:prstGeom>
          <a:noFill/>
        </p:spPr>
        <p:txBody>
          <a:bodyPr wrap="square" rtlCol="0">
            <a:spAutoFit/>
          </a:bodyPr>
          <a:lstStyle/>
          <a:p>
            <a:r>
              <a:rPr lang="en-US" b="1" dirty="0" smtClean="0"/>
              <a:t>6</a:t>
            </a:r>
            <a:endParaRPr lang="en-US" b="1" dirty="0"/>
          </a:p>
        </p:txBody>
      </p:sp>
      <p:sp>
        <p:nvSpPr>
          <p:cNvPr id="66" name="TextBox 65"/>
          <p:cNvSpPr txBox="1"/>
          <p:nvPr/>
        </p:nvSpPr>
        <p:spPr>
          <a:xfrm>
            <a:off x="3690730" y="4644886"/>
            <a:ext cx="304800" cy="369332"/>
          </a:xfrm>
          <a:prstGeom prst="rect">
            <a:avLst/>
          </a:prstGeom>
          <a:noFill/>
        </p:spPr>
        <p:txBody>
          <a:bodyPr wrap="square" rtlCol="0">
            <a:spAutoFit/>
          </a:bodyPr>
          <a:lstStyle/>
          <a:p>
            <a:r>
              <a:rPr lang="en-US" b="1" dirty="0" smtClean="0"/>
              <a:t>7</a:t>
            </a:r>
            <a:endParaRPr lang="en-US" b="1" dirty="0"/>
          </a:p>
        </p:txBody>
      </p:sp>
      <p:sp>
        <p:nvSpPr>
          <p:cNvPr id="50" name="TextBox 49"/>
          <p:cNvSpPr txBox="1"/>
          <p:nvPr/>
        </p:nvSpPr>
        <p:spPr>
          <a:xfrm>
            <a:off x="3710609" y="5194852"/>
            <a:ext cx="304800" cy="369332"/>
          </a:xfrm>
          <a:prstGeom prst="rect">
            <a:avLst/>
          </a:prstGeom>
          <a:noFill/>
        </p:spPr>
        <p:txBody>
          <a:bodyPr wrap="square" rtlCol="0">
            <a:spAutoFit/>
          </a:bodyPr>
          <a:lstStyle/>
          <a:p>
            <a:r>
              <a:rPr lang="en-US" b="1" dirty="0" smtClean="0"/>
              <a:t>8</a:t>
            </a:r>
            <a:endParaRPr lang="en-US" b="1" dirty="0"/>
          </a:p>
        </p:txBody>
      </p:sp>
      <p:sp>
        <p:nvSpPr>
          <p:cNvPr id="68" name="TextBox 67"/>
          <p:cNvSpPr txBox="1"/>
          <p:nvPr/>
        </p:nvSpPr>
        <p:spPr>
          <a:xfrm>
            <a:off x="3690730" y="5797826"/>
            <a:ext cx="304800" cy="369332"/>
          </a:xfrm>
          <a:prstGeom prst="rect">
            <a:avLst/>
          </a:prstGeom>
          <a:noFill/>
        </p:spPr>
        <p:txBody>
          <a:bodyPr wrap="square" rtlCol="0">
            <a:spAutoFit/>
          </a:bodyPr>
          <a:lstStyle/>
          <a:p>
            <a:r>
              <a:rPr lang="en-US" b="1" dirty="0" smtClean="0"/>
              <a:t>9</a:t>
            </a:r>
            <a:endParaRPr lang="en-US" b="1" dirty="0"/>
          </a:p>
        </p:txBody>
      </p:sp>
      <p:sp>
        <p:nvSpPr>
          <p:cNvPr id="67" name="TextBox 66"/>
          <p:cNvSpPr txBox="1"/>
          <p:nvPr/>
        </p:nvSpPr>
        <p:spPr>
          <a:xfrm>
            <a:off x="3604591" y="6382652"/>
            <a:ext cx="450574" cy="369332"/>
          </a:xfrm>
          <a:prstGeom prst="rect">
            <a:avLst/>
          </a:prstGeom>
          <a:noFill/>
        </p:spPr>
        <p:txBody>
          <a:bodyPr wrap="square" rtlCol="0">
            <a:spAutoFit/>
          </a:bodyPr>
          <a:lstStyle/>
          <a:p>
            <a:r>
              <a:rPr lang="en-US" b="1" dirty="0" smtClean="0"/>
              <a:t>10</a:t>
            </a:r>
            <a:endParaRPr lang="en-US" b="1" dirty="0"/>
          </a:p>
        </p:txBody>
      </p:sp>
      <p:grpSp>
        <p:nvGrpSpPr>
          <p:cNvPr id="70" name="그룹 27">
            <a:extLst>
              <a:ext uri="{FF2B5EF4-FFF2-40B4-BE49-F238E27FC236}">
                <a16:creationId xmlns="" xmlns:a16="http://schemas.microsoft.com/office/drawing/2014/main" id="{5708D4EE-65AB-4401-8D80-2CF2725BD7BB}"/>
              </a:ext>
            </a:extLst>
          </p:cNvPr>
          <p:cNvGrpSpPr/>
          <p:nvPr/>
        </p:nvGrpSpPr>
        <p:grpSpPr>
          <a:xfrm>
            <a:off x="225284" y="2464905"/>
            <a:ext cx="2974365" cy="2570922"/>
            <a:chOff x="323529" y="1300005"/>
            <a:chExt cx="4516200" cy="4877411"/>
          </a:xfrm>
        </p:grpSpPr>
        <p:grpSp>
          <p:nvGrpSpPr>
            <p:cNvPr id="71" name="그룹 28">
              <a:extLst>
                <a:ext uri="{FF2B5EF4-FFF2-40B4-BE49-F238E27FC236}">
                  <a16:creationId xmlns="" xmlns:a16="http://schemas.microsoft.com/office/drawing/2014/main" id="{856A1AB8-2F8F-4605-B7B6-00975CE0A0F1}"/>
                </a:ext>
              </a:extLst>
            </p:cNvPr>
            <p:cNvGrpSpPr/>
            <p:nvPr/>
          </p:nvGrpSpPr>
          <p:grpSpPr>
            <a:xfrm>
              <a:off x="846996" y="3192064"/>
              <a:ext cx="3992733" cy="2985352"/>
              <a:chOff x="6221919" y="4549629"/>
              <a:chExt cx="2918117" cy="2181865"/>
            </a:xfrm>
          </p:grpSpPr>
          <p:sp>
            <p:nvSpPr>
              <p:cNvPr id="81" name="자유형: 도형 38">
                <a:extLst>
                  <a:ext uri="{FF2B5EF4-FFF2-40B4-BE49-F238E27FC236}">
                    <a16:creationId xmlns="" xmlns:a16="http://schemas.microsoft.com/office/drawing/2014/main" id="{0180D675-A211-4AD9-B849-91E0EA9E55E1}"/>
                  </a:ext>
                </a:extLst>
              </p:cNvPr>
              <p:cNvSpPr/>
              <p:nvPr/>
            </p:nvSpPr>
            <p:spPr>
              <a:xfrm>
                <a:off x="6221919" y="4549629"/>
                <a:ext cx="2918117" cy="2181865"/>
              </a:xfrm>
              <a:custGeom>
                <a:avLst/>
                <a:gdLst>
                  <a:gd name="connsiteX0" fmla="*/ 5675238 w 5677079"/>
                  <a:gd name="connsiteY0" fmla="*/ 1960820 h 4244730"/>
                  <a:gd name="connsiteX1" fmla="*/ 5658436 w 5677079"/>
                  <a:gd name="connsiteY1" fmla="*/ 1855101 h 4244730"/>
                  <a:gd name="connsiteX2" fmla="*/ 5572260 w 5677079"/>
                  <a:gd name="connsiteY2" fmla="*/ 1834332 h 4244730"/>
                  <a:gd name="connsiteX3" fmla="*/ 5540819 w 5677079"/>
                  <a:gd name="connsiteY3" fmla="*/ 1889932 h 4244730"/>
                  <a:gd name="connsiteX4" fmla="*/ 5511252 w 5677079"/>
                  <a:gd name="connsiteY4" fmla="*/ 1901831 h 4244730"/>
                  <a:gd name="connsiteX5" fmla="*/ 5107128 w 5677079"/>
                  <a:gd name="connsiteY5" fmla="*/ 1679360 h 4244730"/>
                  <a:gd name="connsiteX6" fmla="*/ 5085277 w 5677079"/>
                  <a:gd name="connsiteY6" fmla="*/ 1648784 h 4244730"/>
                  <a:gd name="connsiteX7" fmla="*/ 5003212 w 5677079"/>
                  <a:gd name="connsiteY7" fmla="*/ 1315764 h 4244730"/>
                  <a:gd name="connsiteX8" fmla="*/ 4997443 w 5677079"/>
                  <a:gd name="connsiteY8" fmla="*/ 1259371 h 4244730"/>
                  <a:gd name="connsiteX9" fmla="*/ 5016986 w 5677079"/>
                  <a:gd name="connsiteY9" fmla="*/ 1132019 h 4244730"/>
                  <a:gd name="connsiteX10" fmla="*/ 5068475 w 5677079"/>
                  <a:gd name="connsiteY10" fmla="*/ 671357 h 4244730"/>
                  <a:gd name="connsiteX11" fmla="*/ 5071648 w 5677079"/>
                  <a:gd name="connsiteY11" fmla="*/ 296799 h 4244730"/>
                  <a:gd name="connsiteX12" fmla="*/ 5045326 w 5677079"/>
                  <a:gd name="connsiteY12" fmla="*/ 186754 h 4244730"/>
                  <a:gd name="connsiteX13" fmla="*/ 4968525 w 5677079"/>
                  <a:gd name="connsiteY13" fmla="*/ 144928 h 4244730"/>
                  <a:gd name="connsiteX14" fmla="*/ 4801438 w 5677079"/>
                  <a:gd name="connsiteY14" fmla="*/ 183941 h 4244730"/>
                  <a:gd name="connsiteX15" fmla="*/ 4325128 w 5677079"/>
                  <a:gd name="connsiteY15" fmla="*/ 397542 h 4244730"/>
                  <a:gd name="connsiteX16" fmla="*/ 4259721 w 5677079"/>
                  <a:gd name="connsiteY16" fmla="*/ 394657 h 4244730"/>
                  <a:gd name="connsiteX17" fmla="*/ 3291669 w 5677079"/>
                  <a:gd name="connsiteY17" fmla="*/ 25652 h 4244730"/>
                  <a:gd name="connsiteX18" fmla="*/ 2819397 w 5677079"/>
                  <a:gd name="connsiteY18" fmla="*/ 989 h 4244730"/>
                  <a:gd name="connsiteX19" fmla="*/ 1618850 w 5677079"/>
                  <a:gd name="connsiteY19" fmla="*/ 371148 h 4244730"/>
                  <a:gd name="connsiteX20" fmla="*/ 845721 w 5677079"/>
                  <a:gd name="connsiteY20" fmla="*/ 1300764 h 4244730"/>
                  <a:gd name="connsiteX21" fmla="*/ 761059 w 5677079"/>
                  <a:gd name="connsiteY21" fmla="*/ 1632775 h 4244730"/>
                  <a:gd name="connsiteX22" fmla="*/ 746420 w 5677079"/>
                  <a:gd name="connsiteY22" fmla="*/ 1630900 h 4244730"/>
                  <a:gd name="connsiteX23" fmla="*/ 629452 w 5677079"/>
                  <a:gd name="connsiteY23" fmla="*/ 1503620 h 4244730"/>
                  <a:gd name="connsiteX24" fmla="*/ 636159 w 5677079"/>
                  <a:gd name="connsiteY24" fmla="*/ 1470231 h 4244730"/>
                  <a:gd name="connsiteX25" fmla="*/ 751036 w 5677079"/>
                  <a:gd name="connsiteY25" fmla="*/ 1256919 h 4244730"/>
                  <a:gd name="connsiteX26" fmla="*/ 780602 w 5677079"/>
                  <a:gd name="connsiteY26" fmla="*/ 999762 h 4244730"/>
                  <a:gd name="connsiteX27" fmla="*/ 458254 w 5677079"/>
                  <a:gd name="connsiteY27" fmla="*/ 882145 h 4244730"/>
                  <a:gd name="connsiteX28" fmla="*/ 324412 w 5677079"/>
                  <a:gd name="connsiteY28" fmla="*/ 1137788 h 4244730"/>
                  <a:gd name="connsiteX29" fmla="*/ 393929 w 5677079"/>
                  <a:gd name="connsiteY29" fmla="*/ 1438212 h 4244730"/>
                  <a:gd name="connsiteX30" fmla="*/ 382463 w 5677079"/>
                  <a:gd name="connsiteY30" fmla="*/ 1467202 h 4244730"/>
                  <a:gd name="connsiteX31" fmla="*/ 119176 w 5677079"/>
                  <a:gd name="connsiteY31" fmla="*/ 1419319 h 4244730"/>
                  <a:gd name="connsiteX32" fmla="*/ 2064 w 5677079"/>
                  <a:gd name="connsiteY32" fmla="*/ 1285043 h 4244730"/>
                  <a:gd name="connsiteX33" fmla="*/ 45 w 5677079"/>
                  <a:gd name="connsiteY33" fmla="*/ 1292038 h 4244730"/>
                  <a:gd name="connsiteX34" fmla="*/ 9997 w 5677079"/>
                  <a:gd name="connsiteY34" fmla="*/ 1333792 h 4244730"/>
                  <a:gd name="connsiteX35" fmla="*/ 139729 w 5677079"/>
                  <a:gd name="connsiteY35" fmla="*/ 1559508 h 4244730"/>
                  <a:gd name="connsiteX36" fmla="*/ 469576 w 5677079"/>
                  <a:gd name="connsiteY36" fmla="*/ 1632054 h 4244730"/>
                  <a:gd name="connsiteX37" fmla="*/ 525032 w 5677079"/>
                  <a:gd name="connsiteY37" fmla="*/ 1660539 h 4244730"/>
                  <a:gd name="connsiteX38" fmla="*/ 535560 w 5677079"/>
                  <a:gd name="connsiteY38" fmla="*/ 1679216 h 4244730"/>
                  <a:gd name="connsiteX39" fmla="*/ 742238 w 5677079"/>
                  <a:gd name="connsiteY39" fmla="*/ 1825102 h 4244730"/>
                  <a:gd name="connsiteX40" fmla="*/ 742238 w 5677079"/>
                  <a:gd name="connsiteY40" fmla="*/ 1825102 h 4244730"/>
                  <a:gd name="connsiteX41" fmla="*/ 746781 w 5677079"/>
                  <a:gd name="connsiteY41" fmla="*/ 2006396 h 4244730"/>
                  <a:gd name="connsiteX42" fmla="*/ 896344 w 5677079"/>
                  <a:gd name="connsiteY42" fmla="*/ 2573136 h 4244730"/>
                  <a:gd name="connsiteX43" fmla="*/ 1414192 w 5677079"/>
                  <a:gd name="connsiteY43" fmla="*/ 3233047 h 4244730"/>
                  <a:gd name="connsiteX44" fmla="*/ 1444407 w 5677079"/>
                  <a:gd name="connsiteY44" fmla="*/ 3273935 h 4244730"/>
                  <a:gd name="connsiteX45" fmla="*/ 1481402 w 5677079"/>
                  <a:gd name="connsiteY45" fmla="*/ 3475998 h 4244730"/>
                  <a:gd name="connsiteX46" fmla="*/ 1624115 w 5677079"/>
                  <a:gd name="connsiteY46" fmla="*/ 4031272 h 4244730"/>
                  <a:gd name="connsiteX47" fmla="*/ 1708632 w 5677079"/>
                  <a:gd name="connsiteY47" fmla="*/ 4208311 h 4244730"/>
                  <a:gd name="connsiteX48" fmla="*/ 1777500 w 5677079"/>
                  <a:gd name="connsiteY48" fmla="*/ 4244728 h 4244730"/>
                  <a:gd name="connsiteX49" fmla="*/ 2513563 w 5677079"/>
                  <a:gd name="connsiteY49" fmla="*/ 4243791 h 4244730"/>
                  <a:gd name="connsiteX50" fmla="*/ 2549259 w 5677079"/>
                  <a:gd name="connsiteY50" fmla="*/ 4239248 h 4244730"/>
                  <a:gd name="connsiteX51" fmla="*/ 2609042 w 5677079"/>
                  <a:gd name="connsiteY51" fmla="*/ 4163673 h 4244730"/>
                  <a:gd name="connsiteX52" fmla="*/ 2745120 w 5677079"/>
                  <a:gd name="connsiteY52" fmla="*/ 3764668 h 4244730"/>
                  <a:gd name="connsiteX53" fmla="*/ 2745120 w 5677079"/>
                  <a:gd name="connsiteY53" fmla="*/ 3764668 h 4244730"/>
                  <a:gd name="connsiteX54" fmla="*/ 2778869 w 5677079"/>
                  <a:gd name="connsiteY54" fmla="*/ 3751327 h 4244730"/>
                  <a:gd name="connsiteX55" fmla="*/ 3190277 w 5677079"/>
                  <a:gd name="connsiteY55" fmla="*/ 3739789 h 4244730"/>
                  <a:gd name="connsiteX56" fmla="*/ 3214796 w 5677079"/>
                  <a:gd name="connsiteY56" fmla="*/ 3758322 h 4244730"/>
                  <a:gd name="connsiteX57" fmla="*/ 3268087 w 5677079"/>
                  <a:gd name="connsiteY57" fmla="*/ 3975745 h 4244730"/>
                  <a:gd name="connsiteX58" fmla="*/ 3341499 w 5677079"/>
                  <a:gd name="connsiteY58" fmla="*/ 4206508 h 4244730"/>
                  <a:gd name="connsiteX59" fmla="*/ 3399911 w 5677079"/>
                  <a:gd name="connsiteY59" fmla="*/ 4244584 h 4244730"/>
                  <a:gd name="connsiteX60" fmla="*/ 4157320 w 5677079"/>
                  <a:gd name="connsiteY60" fmla="*/ 4243647 h 4244730"/>
                  <a:gd name="connsiteX61" fmla="*/ 4192583 w 5677079"/>
                  <a:gd name="connsiteY61" fmla="*/ 4238166 h 4244730"/>
                  <a:gd name="connsiteX62" fmla="*/ 4233760 w 5677079"/>
                  <a:gd name="connsiteY62" fmla="*/ 4193600 h 4244730"/>
                  <a:gd name="connsiteX63" fmla="*/ 4315537 w 5677079"/>
                  <a:gd name="connsiteY63" fmla="*/ 4012018 h 4244730"/>
                  <a:gd name="connsiteX64" fmla="*/ 4444332 w 5677079"/>
                  <a:gd name="connsiteY64" fmla="*/ 3513208 h 4244730"/>
                  <a:gd name="connsiteX65" fmla="*/ 4481470 w 5677079"/>
                  <a:gd name="connsiteY65" fmla="*/ 3289656 h 4244730"/>
                  <a:gd name="connsiteX66" fmla="*/ 4481470 w 5677079"/>
                  <a:gd name="connsiteY66" fmla="*/ 3289656 h 4244730"/>
                  <a:gd name="connsiteX67" fmla="*/ 4495100 w 5677079"/>
                  <a:gd name="connsiteY67" fmla="*/ 3283310 h 4244730"/>
                  <a:gd name="connsiteX68" fmla="*/ 5136406 w 5677079"/>
                  <a:gd name="connsiteY68" fmla="*/ 3062066 h 4244730"/>
                  <a:gd name="connsiteX69" fmla="*/ 5528631 w 5677079"/>
                  <a:gd name="connsiteY69" fmla="*/ 2840317 h 4244730"/>
                  <a:gd name="connsiteX70" fmla="*/ 5646032 w 5677079"/>
                  <a:gd name="connsiteY70" fmla="*/ 2623543 h 4244730"/>
                  <a:gd name="connsiteX71" fmla="*/ 5659012 w 5677079"/>
                  <a:gd name="connsiteY71" fmla="*/ 2451985 h 4244730"/>
                  <a:gd name="connsiteX72" fmla="*/ 5675238 w 5677079"/>
                  <a:gd name="connsiteY72" fmla="*/ 1960820 h 4244730"/>
                  <a:gd name="connsiteX73" fmla="*/ 543348 w 5677079"/>
                  <a:gd name="connsiteY73" fmla="*/ 1367686 h 4244730"/>
                  <a:gd name="connsiteX74" fmla="*/ 535560 w 5677079"/>
                  <a:gd name="connsiteY74" fmla="*/ 1377205 h 4244730"/>
                  <a:gd name="connsiteX75" fmla="*/ 469720 w 5677079"/>
                  <a:gd name="connsiteY75" fmla="*/ 1371507 h 4244730"/>
                  <a:gd name="connsiteX76" fmla="*/ 441019 w 5677079"/>
                  <a:gd name="connsiteY76" fmla="*/ 1229588 h 4244730"/>
                  <a:gd name="connsiteX77" fmla="*/ 492292 w 5677079"/>
                  <a:gd name="connsiteY77" fmla="*/ 1025218 h 4244730"/>
                  <a:gd name="connsiteX78" fmla="*/ 607241 w 5677079"/>
                  <a:gd name="connsiteY78" fmla="*/ 966085 h 4244730"/>
                  <a:gd name="connsiteX79" fmla="*/ 678201 w 5677079"/>
                  <a:gd name="connsiteY79" fmla="*/ 1092140 h 4244730"/>
                  <a:gd name="connsiteX80" fmla="*/ 543348 w 5677079"/>
                  <a:gd name="connsiteY80" fmla="*/ 1367686 h 4244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677079" h="4244730">
                    <a:moveTo>
                      <a:pt x="5675238" y="1960820"/>
                    </a:moveTo>
                    <a:cubicBezTo>
                      <a:pt x="5674012" y="1925123"/>
                      <a:pt x="5670406" y="1889139"/>
                      <a:pt x="5658436" y="1855101"/>
                    </a:cubicBezTo>
                    <a:cubicBezTo>
                      <a:pt x="5644590" y="1815727"/>
                      <a:pt x="5602692" y="1805919"/>
                      <a:pt x="5572260" y="1834332"/>
                    </a:cubicBezTo>
                    <a:cubicBezTo>
                      <a:pt x="5556034" y="1849404"/>
                      <a:pt x="5546804" y="1869091"/>
                      <a:pt x="5540819" y="1889932"/>
                    </a:cubicBezTo>
                    <a:cubicBezTo>
                      <a:pt x="5535698" y="1907744"/>
                      <a:pt x="5529352" y="1911926"/>
                      <a:pt x="5511252" y="1901831"/>
                    </a:cubicBezTo>
                    <a:cubicBezTo>
                      <a:pt x="5376904" y="1826977"/>
                      <a:pt x="5242052" y="1753132"/>
                      <a:pt x="5107128" y="1679360"/>
                    </a:cubicBezTo>
                    <a:cubicBezTo>
                      <a:pt x="5094363" y="1672365"/>
                      <a:pt x="5087152" y="1663856"/>
                      <a:pt x="5085277" y="1648784"/>
                    </a:cubicBezTo>
                    <a:cubicBezTo>
                      <a:pt x="5070926" y="1534628"/>
                      <a:pt x="5042658" y="1423790"/>
                      <a:pt x="5003212" y="1315764"/>
                    </a:cubicBezTo>
                    <a:cubicBezTo>
                      <a:pt x="4996361" y="1297086"/>
                      <a:pt x="4993188" y="1279851"/>
                      <a:pt x="4997443" y="1259371"/>
                    </a:cubicBezTo>
                    <a:cubicBezTo>
                      <a:pt x="5006096" y="1217329"/>
                      <a:pt x="5011289" y="1174637"/>
                      <a:pt x="5016986" y="1132019"/>
                    </a:cubicBezTo>
                    <a:cubicBezTo>
                      <a:pt x="5037466" y="978849"/>
                      <a:pt x="5057081" y="825608"/>
                      <a:pt x="5068475" y="671357"/>
                    </a:cubicBezTo>
                    <a:cubicBezTo>
                      <a:pt x="5077705" y="546456"/>
                      <a:pt x="5084556" y="421627"/>
                      <a:pt x="5071648" y="296799"/>
                    </a:cubicBezTo>
                    <a:cubicBezTo>
                      <a:pt x="5067753" y="259372"/>
                      <a:pt x="5062345" y="221440"/>
                      <a:pt x="5045326" y="186754"/>
                    </a:cubicBezTo>
                    <a:cubicBezTo>
                      <a:pt x="5028019" y="151562"/>
                      <a:pt x="5006385" y="140168"/>
                      <a:pt x="4968525" y="144928"/>
                    </a:cubicBezTo>
                    <a:cubicBezTo>
                      <a:pt x="4911483" y="152139"/>
                      <a:pt x="4855812" y="165552"/>
                      <a:pt x="4801438" y="183941"/>
                    </a:cubicBezTo>
                    <a:cubicBezTo>
                      <a:pt x="4635937" y="240046"/>
                      <a:pt x="4479307" y="316270"/>
                      <a:pt x="4325128" y="397542"/>
                    </a:cubicBezTo>
                    <a:cubicBezTo>
                      <a:pt x="4299960" y="410810"/>
                      <a:pt x="4283374" y="410450"/>
                      <a:pt x="4259721" y="394657"/>
                    </a:cubicBezTo>
                    <a:cubicBezTo>
                      <a:pt x="3965137" y="198292"/>
                      <a:pt x="3641203" y="78583"/>
                      <a:pt x="3291669" y="25652"/>
                    </a:cubicBezTo>
                    <a:cubicBezTo>
                      <a:pt x="3134966" y="1927"/>
                      <a:pt x="2977397" y="-2328"/>
                      <a:pt x="2819397" y="989"/>
                    </a:cubicBezTo>
                    <a:cubicBezTo>
                      <a:pt x="2803171" y="-309"/>
                      <a:pt x="2127611" y="37695"/>
                      <a:pt x="1618850" y="371148"/>
                    </a:cubicBezTo>
                    <a:cubicBezTo>
                      <a:pt x="1265926" y="602488"/>
                      <a:pt x="998818" y="904284"/>
                      <a:pt x="845721" y="1300764"/>
                    </a:cubicBezTo>
                    <a:cubicBezTo>
                      <a:pt x="804400" y="1407781"/>
                      <a:pt x="773823" y="1518187"/>
                      <a:pt x="761059" y="1632775"/>
                    </a:cubicBezTo>
                    <a:cubicBezTo>
                      <a:pt x="756156" y="1632198"/>
                      <a:pt x="750242" y="1633208"/>
                      <a:pt x="746420" y="1630900"/>
                    </a:cubicBezTo>
                    <a:cubicBezTo>
                      <a:pt x="695148" y="1599819"/>
                      <a:pt x="656927" y="1556767"/>
                      <a:pt x="629452" y="1503620"/>
                    </a:cubicBezTo>
                    <a:cubicBezTo>
                      <a:pt x="622241" y="1489702"/>
                      <a:pt x="629164" y="1480760"/>
                      <a:pt x="636159" y="1470231"/>
                    </a:cubicBezTo>
                    <a:cubicBezTo>
                      <a:pt x="681157" y="1402733"/>
                      <a:pt x="722046" y="1332855"/>
                      <a:pt x="751036" y="1256919"/>
                    </a:cubicBezTo>
                    <a:cubicBezTo>
                      <a:pt x="782693" y="1173988"/>
                      <a:pt x="805986" y="1090409"/>
                      <a:pt x="780602" y="999762"/>
                    </a:cubicBezTo>
                    <a:cubicBezTo>
                      <a:pt x="749954" y="890294"/>
                      <a:pt x="567146" y="804046"/>
                      <a:pt x="458254" y="882145"/>
                    </a:cubicBezTo>
                    <a:cubicBezTo>
                      <a:pt x="370492" y="945100"/>
                      <a:pt x="335950" y="1036179"/>
                      <a:pt x="324412" y="1137788"/>
                    </a:cubicBezTo>
                    <a:cubicBezTo>
                      <a:pt x="312152" y="1245381"/>
                      <a:pt x="342368" y="1344897"/>
                      <a:pt x="393929" y="1438212"/>
                    </a:cubicBezTo>
                    <a:cubicBezTo>
                      <a:pt x="404386" y="1457106"/>
                      <a:pt x="399698" y="1461794"/>
                      <a:pt x="382463" y="1467202"/>
                    </a:cubicBezTo>
                    <a:cubicBezTo>
                      <a:pt x="286191" y="1497273"/>
                      <a:pt x="198934" y="1479678"/>
                      <a:pt x="119176" y="1419319"/>
                    </a:cubicBezTo>
                    <a:cubicBezTo>
                      <a:pt x="71221" y="1382974"/>
                      <a:pt x="34948" y="1336388"/>
                      <a:pt x="2064" y="1285043"/>
                    </a:cubicBezTo>
                    <a:cubicBezTo>
                      <a:pt x="910" y="1288793"/>
                      <a:pt x="-244" y="1290596"/>
                      <a:pt x="45" y="1292038"/>
                    </a:cubicBezTo>
                    <a:cubicBezTo>
                      <a:pt x="3218" y="1306028"/>
                      <a:pt x="6102" y="1320018"/>
                      <a:pt x="9997" y="1333792"/>
                    </a:cubicBezTo>
                    <a:cubicBezTo>
                      <a:pt x="34443" y="1419824"/>
                      <a:pt x="70211" y="1499653"/>
                      <a:pt x="139729" y="1559508"/>
                    </a:cubicBezTo>
                    <a:cubicBezTo>
                      <a:pt x="236433" y="1642655"/>
                      <a:pt x="350300" y="1654265"/>
                      <a:pt x="469576" y="1632054"/>
                    </a:cubicBezTo>
                    <a:cubicBezTo>
                      <a:pt x="500729" y="1626285"/>
                      <a:pt x="515080" y="1633857"/>
                      <a:pt x="525032" y="1660539"/>
                    </a:cubicBezTo>
                    <a:cubicBezTo>
                      <a:pt x="527484" y="1667173"/>
                      <a:pt x="531666" y="1673303"/>
                      <a:pt x="535560" y="1679216"/>
                    </a:cubicBezTo>
                    <a:cubicBezTo>
                      <a:pt x="585391" y="1754863"/>
                      <a:pt x="649355" y="1810463"/>
                      <a:pt x="742238" y="1825102"/>
                    </a:cubicBezTo>
                    <a:cubicBezTo>
                      <a:pt x="742238" y="1825102"/>
                      <a:pt x="742238" y="1825102"/>
                      <a:pt x="742238" y="1825102"/>
                    </a:cubicBezTo>
                    <a:cubicBezTo>
                      <a:pt x="744257" y="1885533"/>
                      <a:pt x="742165" y="1945820"/>
                      <a:pt x="746781" y="2006396"/>
                    </a:cubicBezTo>
                    <a:cubicBezTo>
                      <a:pt x="761997" y="2204708"/>
                      <a:pt x="812620" y="2393285"/>
                      <a:pt x="896344" y="2573136"/>
                    </a:cubicBezTo>
                    <a:cubicBezTo>
                      <a:pt x="1017423" y="2833394"/>
                      <a:pt x="1192947" y="3051177"/>
                      <a:pt x="1414192" y="3233047"/>
                    </a:cubicBezTo>
                    <a:cubicBezTo>
                      <a:pt x="1427749" y="3244225"/>
                      <a:pt x="1441018" y="3254897"/>
                      <a:pt x="1444407" y="3273935"/>
                    </a:cubicBezTo>
                    <a:cubicBezTo>
                      <a:pt x="1456378" y="3341362"/>
                      <a:pt x="1468133" y="3408860"/>
                      <a:pt x="1481402" y="3475998"/>
                    </a:cubicBezTo>
                    <a:cubicBezTo>
                      <a:pt x="1518612" y="3663709"/>
                      <a:pt x="1560294" y="3850411"/>
                      <a:pt x="1624115" y="4031272"/>
                    </a:cubicBezTo>
                    <a:cubicBezTo>
                      <a:pt x="1645965" y="4093146"/>
                      <a:pt x="1670628" y="4154010"/>
                      <a:pt x="1708632" y="4208311"/>
                    </a:cubicBezTo>
                    <a:cubicBezTo>
                      <a:pt x="1725218" y="4232036"/>
                      <a:pt x="1745121" y="4244945"/>
                      <a:pt x="1777500" y="4244728"/>
                    </a:cubicBezTo>
                    <a:cubicBezTo>
                      <a:pt x="2022830" y="4243214"/>
                      <a:pt x="2268233" y="4244007"/>
                      <a:pt x="2513563" y="4243791"/>
                    </a:cubicBezTo>
                    <a:cubicBezTo>
                      <a:pt x="2525462" y="4243791"/>
                      <a:pt x="2538298" y="4247613"/>
                      <a:pt x="2549259" y="4239248"/>
                    </a:cubicBezTo>
                    <a:cubicBezTo>
                      <a:pt x="2580124" y="4222734"/>
                      <a:pt x="2594258" y="4192302"/>
                      <a:pt x="2609042" y="4163673"/>
                    </a:cubicBezTo>
                    <a:cubicBezTo>
                      <a:pt x="2674160" y="4037546"/>
                      <a:pt x="2712092" y="3901900"/>
                      <a:pt x="2745120" y="3764668"/>
                    </a:cubicBezTo>
                    <a:cubicBezTo>
                      <a:pt x="2745120" y="3764668"/>
                      <a:pt x="2745120" y="3764668"/>
                      <a:pt x="2745120" y="3764668"/>
                    </a:cubicBezTo>
                    <a:cubicBezTo>
                      <a:pt x="2751610" y="3748082"/>
                      <a:pt x="2765816" y="3750895"/>
                      <a:pt x="2778869" y="3751327"/>
                    </a:cubicBezTo>
                    <a:cubicBezTo>
                      <a:pt x="2916245" y="3756375"/>
                      <a:pt x="3053550" y="3756664"/>
                      <a:pt x="3190277" y="3739789"/>
                    </a:cubicBezTo>
                    <a:cubicBezTo>
                      <a:pt x="3205709" y="3737914"/>
                      <a:pt x="3211262" y="3743034"/>
                      <a:pt x="3214796" y="3758322"/>
                    </a:cubicBezTo>
                    <a:cubicBezTo>
                      <a:pt x="3231670" y="3831013"/>
                      <a:pt x="3249698" y="3903487"/>
                      <a:pt x="3268087" y="3975745"/>
                    </a:cubicBezTo>
                    <a:cubicBezTo>
                      <a:pt x="3288063" y="4054060"/>
                      <a:pt x="3309264" y="4132015"/>
                      <a:pt x="3341499" y="4206508"/>
                    </a:cubicBezTo>
                    <a:cubicBezTo>
                      <a:pt x="3352748" y="4232541"/>
                      <a:pt x="3368470" y="4244800"/>
                      <a:pt x="3399911" y="4244584"/>
                    </a:cubicBezTo>
                    <a:cubicBezTo>
                      <a:pt x="3652381" y="4243142"/>
                      <a:pt x="3904850" y="4243863"/>
                      <a:pt x="4157320" y="4243647"/>
                    </a:cubicBezTo>
                    <a:cubicBezTo>
                      <a:pt x="4169146" y="4243647"/>
                      <a:pt x="4182127" y="4247974"/>
                      <a:pt x="4192583" y="4238166"/>
                    </a:cubicBezTo>
                    <a:cubicBezTo>
                      <a:pt x="4211044" y="4227710"/>
                      <a:pt x="4222799" y="4210907"/>
                      <a:pt x="4233760" y="4193600"/>
                    </a:cubicBezTo>
                    <a:cubicBezTo>
                      <a:pt x="4269601" y="4136991"/>
                      <a:pt x="4293975" y="4075045"/>
                      <a:pt x="4315537" y="4012018"/>
                    </a:cubicBezTo>
                    <a:cubicBezTo>
                      <a:pt x="4371281" y="3849113"/>
                      <a:pt x="4411015" y="3681882"/>
                      <a:pt x="4444332" y="3513208"/>
                    </a:cubicBezTo>
                    <a:cubicBezTo>
                      <a:pt x="4458971" y="3439148"/>
                      <a:pt x="4480461" y="3366025"/>
                      <a:pt x="4481470" y="3289656"/>
                    </a:cubicBezTo>
                    <a:lnTo>
                      <a:pt x="4481470" y="3289656"/>
                    </a:lnTo>
                    <a:cubicBezTo>
                      <a:pt x="4486013" y="3287493"/>
                      <a:pt x="4490340" y="3284680"/>
                      <a:pt x="4495100" y="3283310"/>
                    </a:cubicBezTo>
                    <a:cubicBezTo>
                      <a:pt x="4712594" y="3220283"/>
                      <a:pt x="4928069" y="3151559"/>
                      <a:pt x="5136406" y="3062066"/>
                    </a:cubicBezTo>
                    <a:cubicBezTo>
                      <a:pt x="5275224" y="3002428"/>
                      <a:pt x="5410654" y="2936804"/>
                      <a:pt x="5528631" y="2840317"/>
                    </a:cubicBezTo>
                    <a:cubicBezTo>
                      <a:pt x="5597355" y="2784140"/>
                      <a:pt x="5643364" y="2716353"/>
                      <a:pt x="5646032" y="2623543"/>
                    </a:cubicBezTo>
                    <a:cubicBezTo>
                      <a:pt x="5647691" y="2566285"/>
                      <a:pt x="5653893" y="2509099"/>
                      <a:pt x="5659012" y="2451985"/>
                    </a:cubicBezTo>
                    <a:cubicBezTo>
                      <a:pt x="5673579" y="2288792"/>
                      <a:pt x="5680719" y="2125022"/>
                      <a:pt x="5675238" y="1960820"/>
                    </a:cubicBezTo>
                    <a:close/>
                    <a:moveTo>
                      <a:pt x="543348" y="1367686"/>
                    </a:moveTo>
                    <a:cubicBezTo>
                      <a:pt x="541041" y="1371003"/>
                      <a:pt x="538084" y="1373959"/>
                      <a:pt x="535560" y="1377205"/>
                    </a:cubicBezTo>
                    <a:cubicBezTo>
                      <a:pt x="501523" y="1421843"/>
                      <a:pt x="495104" y="1421410"/>
                      <a:pt x="469720" y="1371507"/>
                    </a:cubicBezTo>
                    <a:cubicBezTo>
                      <a:pt x="447365" y="1327591"/>
                      <a:pt x="442678" y="1279851"/>
                      <a:pt x="441019" y="1229588"/>
                    </a:cubicBezTo>
                    <a:cubicBezTo>
                      <a:pt x="444337" y="1159277"/>
                      <a:pt x="456307" y="1089255"/>
                      <a:pt x="492292" y="1025218"/>
                    </a:cubicBezTo>
                    <a:cubicBezTo>
                      <a:pt x="521210" y="973657"/>
                      <a:pt x="565704" y="950941"/>
                      <a:pt x="607241" y="966085"/>
                    </a:cubicBezTo>
                    <a:cubicBezTo>
                      <a:pt x="656711" y="984041"/>
                      <a:pt x="686133" y="1037622"/>
                      <a:pt x="678201" y="1092140"/>
                    </a:cubicBezTo>
                    <a:cubicBezTo>
                      <a:pt x="662552" y="1198435"/>
                      <a:pt x="602626" y="1282808"/>
                      <a:pt x="543348" y="1367686"/>
                    </a:cubicBezTo>
                    <a:close/>
                  </a:path>
                </a:pathLst>
              </a:custGeom>
              <a:solidFill>
                <a:schemeClr val="accent3"/>
              </a:solidFill>
              <a:ln w="7205" cap="flat">
                <a:noFill/>
                <a:prstDash val="solid"/>
                <a:miter/>
              </a:ln>
            </p:spPr>
            <p:txBody>
              <a:bodyPr rtlCol="0" anchor="ctr"/>
              <a:lstStyle/>
              <a:p>
                <a:endParaRPr lang="ko-KR" altLang="en-US"/>
              </a:p>
            </p:txBody>
          </p:sp>
          <p:sp>
            <p:nvSpPr>
              <p:cNvPr id="82" name="자유형: 도형 39">
                <a:extLst>
                  <a:ext uri="{FF2B5EF4-FFF2-40B4-BE49-F238E27FC236}">
                    <a16:creationId xmlns="" xmlns:a16="http://schemas.microsoft.com/office/drawing/2014/main" id="{1028B35D-CDD4-4641-819B-5341B1E230CF}"/>
                  </a:ext>
                </a:extLst>
              </p:cNvPr>
              <p:cNvSpPr/>
              <p:nvPr/>
            </p:nvSpPr>
            <p:spPr>
              <a:xfrm>
                <a:off x="7451436" y="4645052"/>
                <a:ext cx="603138" cy="95286"/>
              </a:xfrm>
              <a:custGeom>
                <a:avLst/>
                <a:gdLst>
                  <a:gd name="connsiteX0" fmla="*/ 559172 w 1173380"/>
                  <a:gd name="connsiteY0" fmla="*/ 464 h 185375"/>
                  <a:gd name="connsiteX1" fmla="*/ 1115889 w 1173380"/>
                  <a:gd name="connsiteY1" fmla="*/ 54837 h 185375"/>
                  <a:gd name="connsiteX2" fmla="*/ 1165070 w 1173380"/>
                  <a:gd name="connsiteY2" fmla="*/ 132937 h 185375"/>
                  <a:gd name="connsiteX3" fmla="*/ 1093894 w 1173380"/>
                  <a:gd name="connsiteY3" fmla="*/ 177575 h 185375"/>
                  <a:gd name="connsiteX4" fmla="*/ 787989 w 1173380"/>
                  <a:gd name="connsiteY4" fmla="*/ 134739 h 185375"/>
                  <a:gd name="connsiteX5" fmla="*/ 607344 w 1173380"/>
                  <a:gd name="connsiteY5" fmla="*/ 126662 h 185375"/>
                  <a:gd name="connsiteX6" fmla="*/ 316510 w 1173380"/>
                  <a:gd name="connsiteY6" fmla="*/ 140220 h 185375"/>
                  <a:gd name="connsiteX7" fmla="*/ 51132 w 1173380"/>
                  <a:gd name="connsiteY7" fmla="*/ 184498 h 185375"/>
                  <a:gd name="connsiteX8" fmla="*/ 28272 w 1173380"/>
                  <a:gd name="connsiteY8" fmla="*/ 170435 h 185375"/>
                  <a:gd name="connsiteX9" fmla="*/ 1230 w 1173380"/>
                  <a:gd name="connsiteY9" fmla="*/ 79428 h 185375"/>
                  <a:gd name="connsiteX10" fmla="*/ 18248 w 1173380"/>
                  <a:gd name="connsiteY10" fmla="*/ 62121 h 185375"/>
                  <a:gd name="connsiteX11" fmla="*/ 198316 w 1173380"/>
                  <a:gd name="connsiteY11" fmla="*/ 26713 h 185375"/>
                  <a:gd name="connsiteX12" fmla="*/ 559172 w 1173380"/>
                  <a:gd name="connsiteY12" fmla="*/ 464 h 18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3380" h="185375">
                    <a:moveTo>
                      <a:pt x="559172" y="464"/>
                    </a:moveTo>
                    <a:cubicBezTo>
                      <a:pt x="762893" y="-690"/>
                      <a:pt x="940365" y="17555"/>
                      <a:pt x="1115889" y="54837"/>
                    </a:cubicBezTo>
                    <a:cubicBezTo>
                      <a:pt x="1180214" y="68467"/>
                      <a:pt x="1180286" y="67962"/>
                      <a:pt x="1165070" y="132937"/>
                    </a:cubicBezTo>
                    <a:cubicBezTo>
                      <a:pt x="1151513" y="190772"/>
                      <a:pt x="1151873" y="189113"/>
                      <a:pt x="1093894" y="177575"/>
                    </a:cubicBezTo>
                    <a:cubicBezTo>
                      <a:pt x="992791" y="157383"/>
                      <a:pt x="890894" y="143609"/>
                      <a:pt x="787989" y="134739"/>
                    </a:cubicBezTo>
                    <a:cubicBezTo>
                      <a:pt x="727774" y="129547"/>
                      <a:pt x="667054" y="126518"/>
                      <a:pt x="607344" y="126662"/>
                    </a:cubicBezTo>
                    <a:cubicBezTo>
                      <a:pt x="510495" y="126879"/>
                      <a:pt x="413214" y="128826"/>
                      <a:pt x="316510" y="140220"/>
                    </a:cubicBezTo>
                    <a:cubicBezTo>
                      <a:pt x="227233" y="150676"/>
                      <a:pt x="138317" y="162070"/>
                      <a:pt x="51132" y="184498"/>
                    </a:cubicBezTo>
                    <a:cubicBezTo>
                      <a:pt x="38368" y="187743"/>
                      <a:pt x="31589" y="181757"/>
                      <a:pt x="28272" y="170435"/>
                    </a:cubicBezTo>
                    <a:cubicBezTo>
                      <a:pt x="19186" y="140148"/>
                      <a:pt x="10532" y="109644"/>
                      <a:pt x="1230" y="79428"/>
                    </a:cubicBezTo>
                    <a:cubicBezTo>
                      <a:pt x="-4035" y="62265"/>
                      <a:pt x="8729" y="63996"/>
                      <a:pt x="18248" y="62121"/>
                    </a:cubicBezTo>
                    <a:cubicBezTo>
                      <a:pt x="78247" y="50078"/>
                      <a:pt x="137813" y="35078"/>
                      <a:pt x="198316" y="26713"/>
                    </a:cubicBezTo>
                    <a:cubicBezTo>
                      <a:pt x="325885" y="8973"/>
                      <a:pt x="454175" y="-2493"/>
                      <a:pt x="559172" y="464"/>
                    </a:cubicBezTo>
                    <a:close/>
                  </a:path>
                </a:pathLst>
              </a:custGeom>
              <a:solidFill>
                <a:schemeClr val="accent3">
                  <a:lumMod val="75000"/>
                </a:schemeClr>
              </a:solidFill>
              <a:ln w="7205" cap="flat">
                <a:noFill/>
                <a:prstDash val="solid"/>
                <a:miter/>
              </a:ln>
            </p:spPr>
            <p:txBody>
              <a:bodyPr rtlCol="0" anchor="ctr"/>
              <a:lstStyle/>
              <a:p>
                <a:endParaRPr lang="ko-KR" altLang="en-US"/>
              </a:p>
            </p:txBody>
          </p:sp>
          <p:sp>
            <p:nvSpPr>
              <p:cNvPr id="83" name="자유형: 도형 40">
                <a:extLst>
                  <a:ext uri="{FF2B5EF4-FFF2-40B4-BE49-F238E27FC236}">
                    <a16:creationId xmlns="" xmlns:a16="http://schemas.microsoft.com/office/drawing/2014/main" id="{3989E32E-A2E6-48E9-B86C-AC129C1E6893}"/>
                  </a:ext>
                </a:extLst>
              </p:cNvPr>
              <p:cNvSpPr/>
              <p:nvPr/>
            </p:nvSpPr>
            <p:spPr>
              <a:xfrm>
                <a:off x="8609201" y="4777029"/>
                <a:ext cx="170741" cy="351067"/>
              </a:xfrm>
              <a:custGeom>
                <a:avLst/>
                <a:gdLst>
                  <a:gd name="connsiteX0" fmla="*/ 332169 w 332169"/>
                  <a:gd name="connsiteY0" fmla="*/ 0 h 682987"/>
                  <a:gd name="connsiteX1" fmla="*/ 250969 w 332169"/>
                  <a:gd name="connsiteY1" fmla="*/ 681978 h 682987"/>
                  <a:gd name="connsiteX2" fmla="*/ 243686 w 332169"/>
                  <a:gd name="connsiteY2" fmla="*/ 682988 h 682987"/>
                  <a:gd name="connsiteX3" fmla="*/ 7225 w 332169"/>
                  <a:gd name="connsiteY3" fmla="*/ 325809 h 682987"/>
                  <a:gd name="connsiteX4" fmla="*/ 13139 w 332169"/>
                  <a:gd name="connsiteY4" fmla="*/ 288887 h 682987"/>
                  <a:gd name="connsiteX5" fmla="*/ 332169 w 332169"/>
                  <a:gd name="connsiteY5" fmla="*/ 0 h 68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169" h="682987">
                    <a:moveTo>
                      <a:pt x="332169" y="0"/>
                    </a:moveTo>
                    <a:cubicBezTo>
                      <a:pt x="304405" y="233143"/>
                      <a:pt x="277724" y="457561"/>
                      <a:pt x="250969" y="681978"/>
                    </a:cubicBezTo>
                    <a:cubicBezTo>
                      <a:pt x="248517" y="682339"/>
                      <a:pt x="246138" y="682627"/>
                      <a:pt x="243686" y="682988"/>
                    </a:cubicBezTo>
                    <a:cubicBezTo>
                      <a:pt x="214912" y="639936"/>
                      <a:pt x="57993" y="401384"/>
                      <a:pt x="7225" y="325809"/>
                    </a:cubicBezTo>
                    <a:cubicBezTo>
                      <a:pt x="-3736" y="309512"/>
                      <a:pt x="-2582" y="302300"/>
                      <a:pt x="13139" y="288887"/>
                    </a:cubicBezTo>
                    <a:cubicBezTo>
                      <a:pt x="66791" y="243095"/>
                      <a:pt x="273036" y="53580"/>
                      <a:pt x="332169" y="0"/>
                    </a:cubicBezTo>
                    <a:close/>
                  </a:path>
                </a:pathLst>
              </a:custGeom>
              <a:solidFill>
                <a:schemeClr val="accent4"/>
              </a:solidFill>
              <a:ln w="7205" cap="flat">
                <a:noFill/>
                <a:prstDash val="solid"/>
                <a:miter/>
              </a:ln>
            </p:spPr>
            <p:txBody>
              <a:bodyPr rtlCol="0" anchor="ctr"/>
              <a:lstStyle/>
              <a:p>
                <a:endParaRPr lang="ko-KR" altLang="en-US"/>
              </a:p>
            </p:txBody>
          </p:sp>
          <p:sp>
            <p:nvSpPr>
              <p:cNvPr id="84" name="자유형: 도형 41">
                <a:extLst>
                  <a:ext uri="{FF2B5EF4-FFF2-40B4-BE49-F238E27FC236}">
                    <a16:creationId xmlns="" xmlns:a16="http://schemas.microsoft.com/office/drawing/2014/main" id="{9392208D-9EC0-4EF5-BEE4-AF620E4322BC}"/>
                  </a:ext>
                </a:extLst>
              </p:cNvPr>
              <p:cNvSpPr/>
              <p:nvPr/>
            </p:nvSpPr>
            <p:spPr>
              <a:xfrm>
                <a:off x="8634974" y="5315247"/>
                <a:ext cx="116222" cy="173865"/>
              </a:xfrm>
              <a:custGeom>
                <a:avLst/>
                <a:gdLst>
                  <a:gd name="connsiteX0" fmla="*/ 225997 w 226106"/>
                  <a:gd name="connsiteY0" fmla="*/ 180003 h 338248"/>
                  <a:gd name="connsiteX1" fmla="*/ 189652 w 226106"/>
                  <a:gd name="connsiteY1" fmla="*/ 294807 h 338248"/>
                  <a:gd name="connsiteX2" fmla="*/ 39367 w 226106"/>
                  <a:gd name="connsiteY2" fmla="*/ 298990 h 338248"/>
                  <a:gd name="connsiteX3" fmla="*/ 42612 w 226106"/>
                  <a:gd name="connsiteY3" fmla="*/ 37074 h 338248"/>
                  <a:gd name="connsiteX4" fmla="*/ 180421 w 226106"/>
                  <a:gd name="connsiteY4" fmla="*/ 33612 h 338248"/>
                  <a:gd name="connsiteX5" fmla="*/ 225997 w 226106"/>
                  <a:gd name="connsiteY5" fmla="*/ 180003 h 338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6" h="338248">
                    <a:moveTo>
                      <a:pt x="225997" y="180003"/>
                    </a:moveTo>
                    <a:cubicBezTo>
                      <a:pt x="227367" y="215699"/>
                      <a:pt x="215973" y="257597"/>
                      <a:pt x="189652" y="294807"/>
                    </a:cubicBezTo>
                    <a:cubicBezTo>
                      <a:pt x="149701" y="351200"/>
                      <a:pt x="81914" y="352787"/>
                      <a:pt x="39367" y="298990"/>
                    </a:cubicBezTo>
                    <a:cubicBezTo>
                      <a:pt x="-14430" y="230915"/>
                      <a:pt x="-12843" y="103851"/>
                      <a:pt x="42612" y="37074"/>
                    </a:cubicBezTo>
                    <a:cubicBezTo>
                      <a:pt x="82419" y="-10954"/>
                      <a:pt x="138018" y="-12541"/>
                      <a:pt x="180421" y="33612"/>
                    </a:cubicBezTo>
                    <a:cubicBezTo>
                      <a:pt x="215829" y="72193"/>
                      <a:pt x="225853" y="119572"/>
                      <a:pt x="225997" y="180003"/>
                    </a:cubicBezTo>
                    <a:close/>
                  </a:path>
                </a:pathLst>
              </a:custGeom>
              <a:solidFill>
                <a:srgbClr val="663132"/>
              </a:solidFill>
              <a:ln w="7205" cap="flat">
                <a:noFill/>
                <a:prstDash val="solid"/>
                <a:miter/>
              </a:ln>
            </p:spPr>
            <p:txBody>
              <a:bodyPr rtlCol="0" anchor="ctr"/>
              <a:lstStyle/>
              <a:p>
                <a:endParaRPr lang="ko-KR" altLang="en-US"/>
              </a:p>
            </p:txBody>
          </p:sp>
          <p:sp>
            <p:nvSpPr>
              <p:cNvPr id="85" name="자유형: 도형 42">
                <a:extLst>
                  <a:ext uri="{FF2B5EF4-FFF2-40B4-BE49-F238E27FC236}">
                    <a16:creationId xmlns="" xmlns:a16="http://schemas.microsoft.com/office/drawing/2014/main" id="{078EF759-E33B-4A77-BA3F-538CB30C041D}"/>
                  </a:ext>
                </a:extLst>
              </p:cNvPr>
              <p:cNvSpPr/>
              <p:nvPr/>
            </p:nvSpPr>
            <p:spPr>
              <a:xfrm>
                <a:off x="8312630" y="6226002"/>
                <a:ext cx="213991" cy="487550"/>
              </a:xfrm>
              <a:custGeom>
                <a:avLst/>
                <a:gdLst>
                  <a:gd name="connsiteX0" fmla="*/ 127425 w 416311"/>
                  <a:gd name="connsiteY0" fmla="*/ 948510 h 948509"/>
                  <a:gd name="connsiteX1" fmla="*/ 0 w 416311"/>
                  <a:gd name="connsiteY1" fmla="*/ 948510 h 948509"/>
                  <a:gd name="connsiteX2" fmla="*/ 61801 w 416311"/>
                  <a:gd name="connsiteY2" fmla="*/ 845027 h 948509"/>
                  <a:gd name="connsiteX3" fmla="*/ 176462 w 416311"/>
                  <a:gd name="connsiteY3" fmla="*/ 503136 h 948509"/>
                  <a:gd name="connsiteX4" fmla="*/ 228095 w 416311"/>
                  <a:gd name="connsiteY4" fmla="*/ 289247 h 948509"/>
                  <a:gd name="connsiteX5" fmla="*/ 274392 w 416311"/>
                  <a:gd name="connsiteY5" fmla="*/ 55528 h 948509"/>
                  <a:gd name="connsiteX6" fmla="*/ 291699 w 416311"/>
                  <a:gd name="connsiteY6" fmla="*/ 30720 h 948509"/>
                  <a:gd name="connsiteX7" fmla="*/ 416311 w 416311"/>
                  <a:gd name="connsiteY7" fmla="*/ 0 h 948509"/>
                  <a:gd name="connsiteX8" fmla="*/ 379173 w 416311"/>
                  <a:gd name="connsiteY8" fmla="*/ 223552 h 948509"/>
                  <a:gd name="connsiteX9" fmla="*/ 250378 w 416311"/>
                  <a:gd name="connsiteY9" fmla="*/ 722361 h 948509"/>
                  <a:gd name="connsiteX10" fmla="*/ 168602 w 416311"/>
                  <a:gd name="connsiteY10" fmla="*/ 903944 h 948509"/>
                  <a:gd name="connsiteX11" fmla="*/ 127425 w 416311"/>
                  <a:gd name="connsiteY11" fmla="*/ 948510 h 94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6311" h="948509">
                    <a:moveTo>
                      <a:pt x="127425" y="948510"/>
                    </a:moveTo>
                    <a:cubicBezTo>
                      <a:pt x="86392" y="948510"/>
                      <a:pt x="45359" y="948510"/>
                      <a:pt x="0" y="948510"/>
                    </a:cubicBezTo>
                    <a:cubicBezTo>
                      <a:pt x="22716" y="912669"/>
                      <a:pt x="45215" y="880651"/>
                      <a:pt x="61801" y="845027"/>
                    </a:cubicBezTo>
                    <a:cubicBezTo>
                      <a:pt x="113074" y="735342"/>
                      <a:pt x="147688" y="620249"/>
                      <a:pt x="176462" y="503136"/>
                    </a:cubicBezTo>
                    <a:cubicBezTo>
                      <a:pt x="193985" y="431888"/>
                      <a:pt x="212446" y="360857"/>
                      <a:pt x="228095" y="289247"/>
                    </a:cubicBezTo>
                    <a:cubicBezTo>
                      <a:pt x="245042" y="211654"/>
                      <a:pt x="259609" y="133554"/>
                      <a:pt x="274392" y="55528"/>
                    </a:cubicBezTo>
                    <a:cubicBezTo>
                      <a:pt x="276628" y="43701"/>
                      <a:pt x="277205" y="34110"/>
                      <a:pt x="291699" y="30720"/>
                    </a:cubicBezTo>
                    <a:cubicBezTo>
                      <a:pt x="333381" y="21057"/>
                      <a:pt x="374846" y="10312"/>
                      <a:pt x="416311" y="0"/>
                    </a:cubicBezTo>
                    <a:cubicBezTo>
                      <a:pt x="415302" y="76368"/>
                      <a:pt x="393812" y="149492"/>
                      <a:pt x="379173" y="223552"/>
                    </a:cubicBezTo>
                    <a:cubicBezTo>
                      <a:pt x="345785" y="392226"/>
                      <a:pt x="306122" y="559385"/>
                      <a:pt x="250378" y="722361"/>
                    </a:cubicBezTo>
                    <a:cubicBezTo>
                      <a:pt x="228816" y="785389"/>
                      <a:pt x="204442" y="847334"/>
                      <a:pt x="168602" y="903944"/>
                    </a:cubicBezTo>
                    <a:cubicBezTo>
                      <a:pt x="157640" y="921179"/>
                      <a:pt x="145886" y="938053"/>
                      <a:pt x="127425" y="948510"/>
                    </a:cubicBezTo>
                    <a:close/>
                  </a:path>
                </a:pathLst>
              </a:custGeom>
              <a:solidFill>
                <a:schemeClr val="accent3">
                  <a:lumMod val="75000"/>
                </a:schemeClr>
              </a:solidFill>
              <a:ln w="7205" cap="flat">
                <a:noFill/>
                <a:prstDash val="solid"/>
                <a:miter/>
              </a:ln>
            </p:spPr>
            <p:txBody>
              <a:bodyPr rtlCol="0" anchor="ctr"/>
              <a:lstStyle/>
              <a:p>
                <a:endParaRPr lang="ko-KR" altLang="en-US"/>
              </a:p>
            </p:txBody>
          </p:sp>
          <p:sp>
            <p:nvSpPr>
              <p:cNvPr id="86" name="자유형: 도형 43">
                <a:extLst>
                  <a:ext uri="{FF2B5EF4-FFF2-40B4-BE49-F238E27FC236}">
                    <a16:creationId xmlns="" xmlns:a16="http://schemas.microsoft.com/office/drawing/2014/main" id="{5001A74C-51A5-41BB-915D-ABF3E2524062}"/>
                  </a:ext>
                </a:extLst>
              </p:cNvPr>
              <p:cNvSpPr/>
              <p:nvPr/>
            </p:nvSpPr>
            <p:spPr>
              <a:xfrm>
                <a:off x="7475606" y="6454437"/>
                <a:ext cx="158523" cy="259598"/>
              </a:xfrm>
              <a:custGeom>
                <a:avLst/>
                <a:gdLst>
                  <a:gd name="connsiteX0" fmla="*/ 112497 w 308400"/>
                  <a:gd name="connsiteY0" fmla="*/ 505038 h 505037"/>
                  <a:gd name="connsiteX1" fmla="*/ 0 w 308400"/>
                  <a:gd name="connsiteY1" fmla="*/ 505038 h 505037"/>
                  <a:gd name="connsiteX2" fmla="*/ 66633 w 308400"/>
                  <a:gd name="connsiteY2" fmla="*/ 326340 h 505037"/>
                  <a:gd name="connsiteX3" fmla="*/ 141703 w 308400"/>
                  <a:gd name="connsiteY3" fmla="*/ 27574 h 505037"/>
                  <a:gd name="connsiteX4" fmla="*/ 181366 w 308400"/>
                  <a:gd name="connsiteY4" fmla="*/ 1973 h 505037"/>
                  <a:gd name="connsiteX5" fmla="*/ 284632 w 308400"/>
                  <a:gd name="connsiteY5" fmla="*/ 11276 h 505037"/>
                  <a:gd name="connsiteX6" fmla="*/ 308357 w 308400"/>
                  <a:gd name="connsiteY6" fmla="*/ 30602 h 505037"/>
                  <a:gd name="connsiteX7" fmla="*/ 172279 w 308400"/>
                  <a:gd name="connsiteY7" fmla="*/ 429607 h 505037"/>
                  <a:gd name="connsiteX8" fmla="*/ 112497 w 308400"/>
                  <a:gd name="connsiteY8" fmla="*/ 505038 h 50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400" h="505037">
                    <a:moveTo>
                      <a:pt x="112497" y="505038"/>
                    </a:moveTo>
                    <a:cubicBezTo>
                      <a:pt x="76801" y="505038"/>
                      <a:pt x="41105" y="505038"/>
                      <a:pt x="0" y="505038"/>
                    </a:cubicBezTo>
                    <a:cubicBezTo>
                      <a:pt x="31369" y="445183"/>
                      <a:pt x="49253" y="385834"/>
                      <a:pt x="66633" y="326340"/>
                    </a:cubicBezTo>
                    <a:cubicBezTo>
                      <a:pt x="95406" y="227689"/>
                      <a:pt x="121079" y="128244"/>
                      <a:pt x="141703" y="27574"/>
                    </a:cubicBezTo>
                    <a:cubicBezTo>
                      <a:pt x="146463" y="4425"/>
                      <a:pt x="154900" y="-4300"/>
                      <a:pt x="181366" y="1973"/>
                    </a:cubicBezTo>
                    <a:cubicBezTo>
                      <a:pt x="214826" y="9834"/>
                      <a:pt x="249729" y="14088"/>
                      <a:pt x="284632" y="11276"/>
                    </a:cubicBezTo>
                    <a:cubicBezTo>
                      <a:pt x="298839" y="10122"/>
                      <a:pt x="309151" y="13368"/>
                      <a:pt x="308357" y="30602"/>
                    </a:cubicBezTo>
                    <a:cubicBezTo>
                      <a:pt x="275330" y="167835"/>
                      <a:pt x="237470" y="303408"/>
                      <a:pt x="172279" y="429607"/>
                    </a:cubicBezTo>
                    <a:cubicBezTo>
                      <a:pt x="157496" y="458092"/>
                      <a:pt x="143362" y="488523"/>
                      <a:pt x="112497" y="505038"/>
                    </a:cubicBezTo>
                    <a:close/>
                  </a:path>
                </a:pathLst>
              </a:custGeom>
              <a:solidFill>
                <a:schemeClr val="accent3">
                  <a:lumMod val="75000"/>
                </a:schemeClr>
              </a:solidFill>
              <a:ln w="7205" cap="flat">
                <a:noFill/>
                <a:prstDash val="solid"/>
                <a:miter/>
              </a:ln>
            </p:spPr>
            <p:txBody>
              <a:bodyPr rtlCol="0" anchor="ctr"/>
              <a:lstStyle/>
              <a:p>
                <a:endParaRPr lang="ko-KR" altLang="en-US"/>
              </a:p>
            </p:txBody>
          </p:sp>
        </p:grpSp>
        <p:grpSp>
          <p:nvGrpSpPr>
            <p:cNvPr id="72" name="그룹 29">
              <a:extLst>
                <a:ext uri="{FF2B5EF4-FFF2-40B4-BE49-F238E27FC236}">
                  <a16:creationId xmlns="" xmlns:a16="http://schemas.microsoft.com/office/drawing/2014/main" id="{134F562E-12FC-4E0E-9EEE-AE864AA74579}"/>
                </a:ext>
              </a:extLst>
            </p:cNvPr>
            <p:cNvGrpSpPr/>
            <p:nvPr/>
          </p:nvGrpSpPr>
          <p:grpSpPr>
            <a:xfrm>
              <a:off x="323529" y="1300005"/>
              <a:ext cx="3092843" cy="1916936"/>
              <a:chOff x="466725" y="1354522"/>
              <a:chExt cx="3092843" cy="1916936"/>
            </a:xfrm>
          </p:grpSpPr>
          <p:sp>
            <p:nvSpPr>
              <p:cNvPr id="77" name="자유형: 도형 34">
                <a:extLst>
                  <a:ext uri="{FF2B5EF4-FFF2-40B4-BE49-F238E27FC236}">
                    <a16:creationId xmlns="" xmlns:a16="http://schemas.microsoft.com/office/drawing/2014/main" id="{861FAC96-C5CA-4602-82DD-09704A2A2C88}"/>
                  </a:ext>
                </a:extLst>
              </p:cNvPr>
              <p:cNvSpPr/>
              <p:nvPr/>
            </p:nvSpPr>
            <p:spPr>
              <a:xfrm>
                <a:off x="1365448" y="1665082"/>
                <a:ext cx="2194120" cy="1606376"/>
              </a:xfrm>
              <a:custGeom>
                <a:avLst/>
                <a:gdLst>
                  <a:gd name="connsiteX0" fmla="*/ 2082165 w 3119715"/>
                  <a:gd name="connsiteY0" fmla="*/ 2172277 h 2284031"/>
                  <a:gd name="connsiteX1" fmla="*/ 1956543 w 3119715"/>
                  <a:gd name="connsiteY1" fmla="*/ 2277346 h 2284031"/>
                  <a:gd name="connsiteX2" fmla="*/ 1810585 w 3119715"/>
                  <a:gd name="connsiteY2" fmla="*/ 2261770 h 2284031"/>
                  <a:gd name="connsiteX3" fmla="*/ 1710636 w 3119715"/>
                  <a:gd name="connsiteY3" fmla="*/ 2215401 h 2284031"/>
                  <a:gd name="connsiteX4" fmla="*/ 1563668 w 3119715"/>
                  <a:gd name="connsiteY4" fmla="*/ 2139970 h 2284031"/>
                  <a:gd name="connsiteX5" fmla="*/ 1117286 w 3119715"/>
                  <a:gd name="connsiteY5" fmla="*/ 1934735 h 2284031"/>
                  <a:gd name="connsiteX6" fmla="*/ 648980 w 3119715"/>
                  <a:gd name="connsiteY6" fmla="*/ 1680318 h 2284031"/>
                  <a:gd name="connsiteX7" fmla="*/ 417928 w 3119715"/>
                  <a:gd name="connsiteY7" fmla="*/ 1464555 h 2284031"/>
                  <a:gd name="connsiteX8" fmla="*/ 4934 w 3119715"/>
                  <a:gd name="connsiteY8" fmla="*/ 1051199 h 2284031"/>
                  <a:gd name="connsiteX9" fmla="*/ 5655 w 3119715"/>
                  <a:gd name="connsiteY9" fmla="*/ 1016224 h 2284031"/>
                  <a:gd name="connsiteX10" fmla="*/ 166612 w 3119715"/>
                  <a:gd name="connsiteY10" fmla="*/ 547847 h 2284031"/>
                  <a:gd name="connsiteX11" fmla="*/ 256538 w 3119715"/>
                  <a:gd name="connsiteY11" fmla="*/ 286002 h 2284031"/>
                  <a:gd name="connsiteX12" fmla="*/ 343723 w 3119715"/>
                  <a:gd name="connsiteY12" fmla="*/ 32956 h 2284031"/>
                  <a:gd name="connsiteX13" fmla="*/ 363843 w 3119715"/>
                  <a:gd name="connsiteY13" fmla="*/ 0 h 2284031"/>
                  <a:gd name="connsiteX14" fmla="*/ 843254 w 3119715"/>
                  <a:gd name="connsiteY14" fmla="*/ 72979 h 2284031"/>
                  <a:gd name="connsiteX15" fmla="*/ 1401773 w 3119715"/>
                  <a:gd name="connsiteY15" fmla="*/ 157135 h 2284031"/>
                  <a:gd name="connsiteX16" fmla="*/ 1805898 w 3119715"/>
                  <a:gd name="connsiteY16" fmla="*/ 214682 h 2284031"/>
                  <a:gd name="connsiteX17" fmla="*/ 2134159 w 3119715"/>
                  <a:gd name="connsiteY17" fmla="*/ 369726 h 2284031"/>
                  <a:gd name="connsiteX18" fmla="*/ 2673208 w 3119715"/>
                  <a:gd name="connsiteY18" fmla="*/ 879064 h 2284031"/>
                  <a:gd name="connsiteX19" fmla="*/ 2875919 w 3119715"/>
                  <a:gd name="connsiteY19" fmla="*/ 1118049 h 2284031"/>
                  <a:gd name="connsiteX20" fmla="*/ 2977383 w 3119715"/>
                  <a:gd name="connsiteY20" fmla="*/ 1334534 h 2284031"/>
                  <a:gd name="connsiteX21" fmla="*/ 3112596 w 3119715"/>
                  <a:gd name="connsiteY21" fmla="*/ 1693876 h 2284031"/>
                  <a:gd name="connsiteX22" fmla="*/ 3083678 w 3119715"/>
                  <a:gd name="connsiteY22" fmla="*/ 1758994 h 2284031"/>
                  <a:gd name="connsiteX23" fmla="*/ 2910461 w 3119715"/>
                  <a:gd name="connsiteY23" fmla="*/ 1723586 h 2284031"/>
                  <a:gd name="connsiteX24" fmla="*/ 2821041 w 3119715"/>
                  <a:gd name="connsiteY24" fmla="*/ 1626449 h 2284031"/>
                  <a:gd name="connsiteX25" fmla="*/ 2807051 w 3119715"/>
                  <a:gd name="connsiteY25" fmla="*/ 1618661 h 2284031"/>
                  <a:gd name="connsiteX26" fmla="*/ 2790969 w 3119715"/>
                  <a:gd name="connsiteY26" fmla="*/ 1599263 h 2284031"/>
                  <a:gd name="connsiteX27" fmla="*/ 2668304 w 3119715"/>
                  <a:gd name="connsiteY27" fmla="*/ 1408378 h 2284031"/>
                  <a:gd name="connsiteX28" fmla="*/ 2660588 w 3119715"/>
                  <a:gd name="connsiteY28" fmla="*/ 1398859 h 2284031"/>
                  <a:gd name="connsiteX29" fmla="*/ 2500063 w 3119715"/>
                  <a:gd name="connsiteY29" fmla="*/ 1225570 h 2284031"/>
                  <a:gd name="connsiteX30" fmla="*/ 2093270 w 3119715"/>
                  <a:gd name="connsiteY30" fmla="*/ 954207 h 2284031"/>
                  <a:gd name="connsiteX31" fmla="*/ 2045748 w 3119715"/>
                  <a:gd name="connsiteY31" fmla="*/ 933150 h 2284031"/>
                  <a:gd name="connsiteX32" fmla="*/ 1657777 w 3119715"/>
                  <a:gd name="connsiteY32" fmla="*/ 852022 h 2284031"/>
                  <a:gd name="connsiteX33" fmla="*/ 1396365 w 3119715"/>
                  <a:gd name="connsiteY33" fmla="*/ 893415 h 2284031"/>
                  <a:gd name="connsiteX34" fmla="*/ 1203173 w 3119715"/>
                  <a:gd name="connsiteY34" fmla="*/ 980961 h 2284031"/>
                  <a:gd name="connsiteX35" fmla="*/ 1170938 w 3119715"/>
                  <a:gd name="connsiteY35" fmla="*/ 1038435 h 2284031"/>
                  <a:gd name="connsiteX36" fmla="*/ 1184351 w 3119715"/>
                  <a:gd name="connsiteY36" fmla="*/ 1116823 h 2284031"/>
                  <a:gd name="connsiteX37" fmla="*/ 1517588 w 3119715"/>
                  <a:gd name="connsiteY37" fmla="*/ 1562340 h 2284031"/>
                  <a:gd name="connsiteX38" fmla="*/ 2006734 w 3119715"/>
                  <a:gd name="connsiteY38" fmla="*/ 1954710 h 2284031"/>
                  <a:gd name="connsiteX39" fmla="*/ 2021950 w 3119715"/>
                  <a:gd name="connsiteY39" fmla="*/ 1965023 h 2284031"/>
                  <a:gd name="connsiteX40" fmla="*/ 2093631 w 3119715"/>
                  <a:gd name="connsiteY40" fmla="*/ 2055381 h 2284031"/>
                  <a:gd name="connsiteX41" fmla="*/ 2088078 w 3119715"/>
                  <a:gd name="connsiteY41" fmla="*/ 2061294 h 2284031"/>
                  <a:gd name="connsiteX42" fmla="*/ 2082165 w 3119715"/>
                  <a:gd name="connsiteY42" fmla="*/ 2172277 h 228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119715" h="2284031">
                    <a:moveTo>
                      <a:pt x="2082165" y="2172277"/>
                    </a:moveTo>
                    <a:cubicBezTo>
                      <a:pt x="2052887" y="2222324"/>
                      <a:pt x="2015171" y="2261986"/>
                      <a:pt x="1956543" y="2277346"/>
                    </a:cubicBezTo>
                    <a:cubicBezTo>
                      <a:pt x="1905703" y="2290688"/>
                      <a:pt x="1857531" y="2283332"/>
                      <a:pt x="1810585" y="2261770"/>
                    </a:cubicBezTo>
                    <a:cubicBezTo>
                      <a:pt x="1777197" y="2246482"/>
                      <a:pt x="1745827" y="2226867"/>
                      <a:pt x="1710636" y="2215401"/>
                    </a:cubicBezTo>
                    <a:cubicBezTo>
                      <a:pt x="1665060" y="2183671"/>
                      <a:pt x="1613283" y="2163768"/>
                      <a:pt x="1563668" y="2139970"/>
                    </a:cubicBezTo>
                    <a:cubicBezTo>
                      <a:pt x="1415980" y="2069155"/>
                      <a:pt x="1270527" y="1992642"/>
                      <a:pt x="1117286" y="1934735"/>
                    </a:cubicBezTo>
                    <a:cubicBezTo>
                      <a:pt x="948972" y="1871131"/>
                      <a:pt x="795370" y="1783080"/>
                      <a:pt x="648980" y="1680318"/>
                    </a:cubicBezTo>
                    <a:cubicBezTo>
                      <a:pt x="561795" y="1619094"/>
                      <a:pt x="492421" y="1539120"/>
                      <a:pt x="417928" y="1464555"/>
                    </a:cubicBezTo>
                    <a:cubicBezTo>
                      <a:pt x="280263" y="1326818"/>
                      <a:pt x="142598" y="1189009"/>
                      <a:pt x="4934" y="1051199"/>
                    </a:cubicBezTo>
                    <a:cubicBezTo>
                      <a:pt x="-4513" y="1039373"/>
                      <a:pt x="1833" y="1027474"/>
                      <a:pt x="5655" y="1016224"/>
                    </a:cubicBezTo>
                    <a:cubicBezTo>
                      <a:pt x="58730" y="859882"/>
                      <a:pt x="112599" y="703828"/>
                      <a:pt x="166612" y="547847"/>
                    </a:cubicBezTo>
                    <a:cubicBezTo>
                      <a:pt x="196828" y="460661"/>
                      <a:pt x="226395" y="373188"/>
                      <a:pt x="256538" y="286002"/>
                    </a:cubicBezTo>
                    <a:cubicBezTo>
                      <a:pt x="285672" y="201702"/>
                      <a:pt x="315960" y="117761"/>
                      <a:pt x="343723" y="32956"/>
                    </a:cubicBezTo>
                    <a:cubicBezTo>
                      <a:pt x="347762" y="20624"/>
                      <a:pt x="349853" y="6490"/>
                      <a:pt x="363843" y="0"/>
                    </a:cubicBezTo>
                    <a:cubicBezTo>
                      <a:pt x="523647" y="24302"/>
                      <a:pt x="683450" y="48749"/>
                      <a:pt x="843254" y="72979"/>
                    </a:cubicBezTo>
                    <a:cubicBezTo>
                      <a:pt x="1029379" y="101175"/>
                      <a:pt x="1215504" y="129588"/>
                      <a:pt x="1401773" y="157135"/>
                    </a:cubicBezTo>
                    <a:cubicBezTo>
                      <a:pt x="1536410" y="177039"/>
                      <a:pt x="1671118" y="195933"/>
                      <a:pt x="1805898" y="214682"/>
                    </a:cubicBezTo>
                    <a:cubicBezTo>
                      <a:pt x="1931592" y="232134"/>
                      <a:pt x="2040267" y="284488"/>
                      <a:pt x="2134159" y="369726"/>
                    </a:cubicBezTo>
                    <a:cubicBezTo>
                      <a:pt x="2317255" y="535948"/>
                      <a:pt x="2502299" y="700151"/>
                      <a:pt x="2673208" y="879064"/>
                    </a:cubicBezTo>
                    <a:cubicBezTo>
                      <a:pt x="2745321" y="954495"/>
                      <a:pt x="2813397" y="1034181"/>
                      <a:pt x="2875919" y="1118049"/>
                    </a:cubicBezTo>
                    <a:cubicBezTo>
                      <a:pt x="2924307" y="1182951"/>
                      <a:pt x="2947167" y="1260689"/>
                      <a:pt x="2977383" y="1334534"/>
                    </a:cubicBezTo>
                    <a:cubicBezTo>
                      <a:pt x="3025843" y="1453016"/>
                      <a:pt x="3073654" y="1571787"/>
                      <a:pt x="3112596" y="1693876"/>
                    </a:cubicBezTo>
                    <a:cubicBezTo>
                      <a:pt x="3125864" y="1735341"/>
                      <a:pt x="3122908" y="1740966"/>
                      <a:pt x="3083678" y="1758994"/>
                    </a:cubicBezTo>
                    <a:cubicBezTo>
                      <a:pt x="3017334" y="1789426"/>
                      <a:pt x="2961734" y="1764547"/>
                      <a:pt x="2910461" y="1723586"/>
                    </a:cubicBezTo>
                    <a:cubicBezTo>
                      <a:pt x="2875919" y="1695967"/>
                      <a:pt x="2846929" y="1662506"/>
                      <a:pt x="2821041" y="1626449"/>
                    </a:cubicBezTo>
                    <a:cubicBezTo>
                      <a:pt x="2817939" y="1622123"/>
                      <a:pt x="2817507" y="1610729"/>
                      <a:pt x="2807051" y="1618661"/>
                    </a:cubicBezTo>
                    <a:cubicBezTo>
                      <a:pt x="2794647" y="1618084"/>
                      <a:pt x="2793133" y="1607484"/>
                      <a:pt x="2790969" y="1599263"/>
                    </a:cubicBezTo>
                    <a:cubicBezTo>
                      <a:pt x="2771066" y="1522029"/>
                      <a:pt x="2724697" y="1462030"/>
                      <a:pt x="2668304" y="1408378"/>
                    </a:cubicBezTo>
                    <a:cubicBezTo>
                      <a:pt x="2665347" y="1405566"/>
                      <a:pt x="2662824" y="1402320"/>
                      <a:pt x="2660588" y="1398859"/>
                    </a:cubicBezTo>
                    <a:cubicBezTo>
                      <a:pt x="2617824" y="1331216"/>
                      <a:pt x="2572393" y="1269415"/>
                      <a:pt x="2500063" y="1225570"/>
                    </a:cubicBezTo>
                    <a:cubicBezTo>
                      <a:pt x="2360740" y="1141125"/>
                      <a:pt x="2223940" y="1052065"/>
                      <a:pt x="2093270" y="954207"/>
                    </a:cubicBezTo>
                    <a:cubicBezTo>
                      <a:pt x="2078992" y="943462"/>
                      <a:pt x="2062550" y="937909"/>
                      <a:pt x="2045748" y="933150"/>
                    </a:cubicBezTo>
                    <a:cubicBezTo>
                      <a:pt x="1918251" y="897237"/>
                      <a:pt x="1789745" y="866445"/>
                      <a:pt x="1657777" y="852022"/>
                    </a:cubicBezTo>
                    <a:cubicBezTo>
                      <a:pt x="1566913" y="842070"/>
                      <a:pt x="1480377" y="859017"/>
                      <a:pt x="1396365" y="893415"/>
                    </a:cubicBezTo>
                    <a:cubicBezTo>
                      <a:pt x="1330886" y="920241"/>
                      <a:pt x="1264685" y="945193"/>
                      <a:pt x="1203173" y="980961"/>
                    </a:cubicBezTo>
                    <a:cubicBezTo>
                      <a:pt x="1179808" y="994590"/>
                      <a:pt x="1170577" y="1011970"/>
                      <a:pt x="1170938" y="1038435"/>
                    </a:cubicBezTo>
                    <a:cubicBezTo>
                      <a:pt x="1171299" y="1065550"/>
                      <a:pt x="1175409" y="1091583"/>
                      <a:pt x="1184351" y="1116823"/>
                    </a:cubicBezTo>
                    <a:cubicBezTo>
                      <a:pt x="1248965" y="1300063"/>
                      <a:pt x="1358145" y="1448978"/>
                      <a:pt x="1517588" y="1562340"/>
                    </a:cubicBezTo>
                    <a:cubicBezTo>
                      <a:pt x="1688136" y="1683563"/>
                      <a:pt x="1853277" y="1811998"/>
                      <a:pt x="2006734" y="1954710"/>
                    </a:cubicBezTo>
                    <a:cubicBezTo>
                      <a:pt x="2011277" y="1958965"/>
                      <a:pt x="2016325" y="1962426"/>
                      <a:pt x="2021950" y="1965023"/>
                    </a:cubicBezTo>
                    <a:cubicBezTo>
                      <a:pt x="2047983" y="1993435"/>
                      <a:pt x="2078487" y="2018314"/>
                      <a:pt x="2093631" y="2055381"/>
                    </a:cubicBezTo>
                    <a:cubicBezTo>
                      <a:pt x="2091684" y="2057400"/>
                      <a:pt x="2087646" y="2060429"/>
                      <a:pt x="2088078" y="2061294"/>
                    </a:cubicBezTo>
                    <a:cubicBezTo>
                      <a:pt x="2106323" y="2099514"/>
                      <a:pt x="2096011" y="2136004"/>
                      <a:pt x="2082165" y="2172277"/>
                    </a:cubicBezTo>
                    <a:close/>
                  </a:path>
                </a:pathLst>
              </a:custGeom>
              <a:solidFill>
                <a:srgbClr val="F7A96B"/>
              </a:solidFill>
              <a:ln w="7205" cap="flat">
                <a:noFill/>
                <a:prstDash val="solid"/>
                <a:miter/>
              </a:ln>
            </p:spPr>
            <p:txBody>
              <a:bodyPr rtlCol="0" anchor="ctr"/>
              <a:lstStyle/>
              <a:p>
                <a:endParaRPr lang="ko-KR" altLang="en-US"/>
              </a:p>
            </p:txBody>
          </p:sp>
          <p:sp>
            <p:nvSpPr>
              <p:cNvPr id="78" name="자유형: 도형 35">
                <a:extLst>
                  <a:ext uri="{FF2B5EF4-FFF2-40B4-BE49-F238E27FC236}">
                    <a16:creationId xmlns="" xmlns:a16="http://schemas.microsoft.com/office/drawing/2014/main" id="{DCDD57D8-566F-4AA7-906C-038AD421818B}"/>
                  </a:ext>
                </a:extLst>
              </p:cNvPr>
              <p:cNvSpPr/>
              <p:nvPr/>
            </p:nvSpPr>
            <p:spPr>
              <a:xfrm>
                <a:off x="466725" y="1354522"/>
                <a:ext cx="962662" cy="1254352"/>
              </a:xfrm>
              <a:custGeom>
                <a:avLst/>
                <a:gdLst>
                  <a:gd name="connsiteX0" fmla="*/ 921497 w 1368764"/>
                  <a:gd name="connsiteY0" fmla="*/ 1587240 h 1783505"/>
                  <a:gd name="connsiteX1" fmla="*/ 859119 w 1368764"/>
                  <a:gd name="connsiteY1" fmla="*/ 1767019 h 1783505"/>
                  <a:gd name="connsiteX2" fmla="*/ 830922 w 1368764"/>
                  <a:gd name="connsiteY2" fmla="*/ 1780721 h 1783505"/>
                  <a:gd name="connsiteX3" fmla="*/ 18203 w 1368764"/>
                  <a:gd name="connsiteY3" fmla="*/ 1500848 h 1783505"/>
                  <a:gd name="connsiteX4" fmla="*/ 3419 w 1368764"/>
                  <a:gd name="connsiteY4" fmla="*/ 1468181 h 1783505"/>
                  <a:gd name="connsiteX5" fmla="*/ 501580 w 1368764"/>
                  <a:gd name="connsiteY5" fmla="*/ 19996 h 1783505"/>
                  <a:gd name="connsiteX6" fmla="*/ 529920 w 1368764"/>
                  <a:gd name="connsiteY6" fmla="*/ 2400 h 1783505"/>
                  <a:gd name="connsiteX7" fmla="*/ 1359875 w 1368764"/>
                  <a:gd name="connsiteY7" fmla="*/ 288908 h 1783505"/>
                  <a:gd name="connsiteX8" fmla="*/ 1364995 w 1368764"/>
                  <a:gd name="connsiteY8" fmla="*/ 292225 h 1783505"/>
                  <a:gd name="connsiteX9" fmla="*/ 1362327 w 1368764"/>
                  <a:gd name="connsiteY9" fmla="*/ 330589 h 1783505"/>
                  <a:gd name="connsiteX10" fmla="*/ 1020509 w 1368764"/>
                  <a:gd name="connsiteY10" fmla="*/ 1320709 h 1783505"/>
                  <a:gd name="connsiteX11" fmla="*/ 941545 w 1368764"/>
                  <a:gd name="connsiteY11" fmla="*/ 1550174 h 1783505"/>
                  <a:gd name="connsiteX12" fmla="*/ 921497 w 1368764"/>
                  <a:gd name="connsiteY12" fmla="*/ 1587240 h 178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8764" h="1783505">
                    <a:moveTo>
                      <a:pt x="921497" y="1587240"/>
                    </a:moveTo>
                    <a:cubicBezTo>
                      <a:pt x="900512" y="1647095"/>
                      <a:pt x="878806" y="1706660"/>
                      <a:pt x="859119" y="1767019"/>
                    </a:cubicBezTo>
                    <a:cubicBezTo>
                      <a:pt x="853422" y="1784399"/>
                      <a:pt x="846932" y="1786274"/>
                      <a:pt x="830922" y="1780721"/>
                    </a:cubicBezTo>
                    <a:cubicBezTo>
                      <a:pt x="560208" y="1686973"/>
                      <a:pt x="289350" y="1593370"/>
                      <a:pt x="18203" y="1500848"/>
                    </a:cubicBezTo>
                    <a:cubicBezTo>
                      <a:pt x="-2566" y="1493781"/>
                      <a:pt x="-2494" y="1485488"/>
                      <a:pt x="3419" y="1468181"/>
                    </a:cubicBezTo>
                    <a:cubicBezTo>
                      <a:pt x="169713" y="985525"/>
                      <a:pt x="335646" y="502724"/>
                      <a:pt x="501580" y="19996"/>
                    </a:cubicBezTo>
                    <a:cubicBezTo>
                      <a:pt x="506195" y="6655"/>
                      <a:pt x="507854" y="-5244"/>
                      <a:pt x="529920" y="2400"/>
                    </a:cubicBezTo>
                    <a:cubicBezTo>
                      <a:pt x="806332" y="98672"/>
                      <a:pt x="1083176" y="193574"/>
                      <a:pt x="1359875" y="288908"/>
                    </a:cubicBezTo>
                    <a:cubicBezTo>
                      <a:pt x="1361750" y="289557"/>
                      <a:pt x="1363337" y="291071"/>
                      <a:pt x="1364995" y="292225"/>
                    </a:cubicBezTo>
                    <a:cubicBezTo>
                      <a:pt x="1372856" y="305638"/>
                      <a:pt x="1366654" y="318258"/>
                      <a:pt x="1362327" y="330589"/>
                    </a:cubicBezTo>
                    <a:cubicBezTo>
                      <a:pt x="1246946" y="660148"/>
                      <a:pt x="1135386" y="991005"/>
                      <a:pt x="1020509" y="1320709"/>
                    </a:cubicBezTo>
                    <a:cubicBezTo>
                      <a:pt x="993899" y="1397077"/>
                      <a:pt x="969597" y="1474311"/>
                      <a:pt x="941545" y="1550174"/>
                    </a:cubicBezTo>
                    <a:cubicBezTo>
                      <a:pt x="936713" y="1563515"/>
                      <a:pt x="934838" y="1578515"/>
                      <a:pt x="921497" y="1587240"/>
                    </a:cubicBezTo>
                    <a:close/>
                  </a:path>
                </a:pathLst>
              </a:custGeom>
              <a:solidFill>
                <a:srgbClr val="344C7E"/>
              </a:solidFill>
              <a:ln w="7205" cap="flat">
                <a:noFill/>
                <a:prstDash val="solid"/>
                <a:miter/>
              </a:ln>
            </p:spPr>
            <p:txBody>
              <a:bodyPr rtlCol="0" anchor="ctr"/>
              <a:lstStyle/>
              <a:p>
                <a:endParaRPr lang="ko-KR" altLang="en-US"/>
              </a:p>
            </p:txBody>
          </p:sp>
          <p:sp>
            <p:nvSpPr>
              <p:cNvPr id="79" name="자유형: 도형 36">
                <a:extLst>
                  <a:ext uri="{FF2B5EF4-FFF2-40B4-BE49-F238E27FC236}">
                    <a16:creationId xmlns="" xmlns:a16="http://schemas.microsoft.com/office/drawing/2014/main" id="{2F0B6ACB-8EEC-4B6D-A0FC-1A74EA4B7149}"/>
                  </a:ext>
                </a:extLst>
              </p:cNvPr>
              <p:cNvSpPr/>
              <p:nvPr/>
            </p:nvSpPr>
            <p:spPr>
              <a:xfrm>
                <a:off x="1114820" y="1560096"/>
                <a:ext cx="516584" cy="978323"/>
              </a:xfrm>
              <a:custGeom>
                <a:avLst/>
                <a:gdLst>
                  <a:gd name="connsiteX0" fmla="*/ 0 w 734507"/>
                  <a:gd name="connsiteY0" fmla="*/ 1294943 h 1391031"/>
                  <a:gd name="connsiteX1" fmla="*/ 253840 w 734507"/>
                  <a:gd name="connsiteY1" fmla="*/ 554625 h 1391031"/>
                  <a:gd name="connsiteX2" fmla="*/ 443571 w 734507"/>
                  <a:gd name="connsiteY2" fmla="*/ 0 h 1391031"/>
                  <a:gd name="connsiteX3" fmla="*/ 722001 w 734507"/>
                  <a:gd name="connsiteY3" fmla="*/ 94685 h 1391031"/>
                  <a:gd name="connsiteX4" fmla="*/ 731592 w 734507"/>
                  <a:gd name="connsiteY4" fmla="*/ 117617 h 1391031"/>
                  <a:gd name="connsiteX5" fmla="*/ 720342 w 734507"/>
                  <a:gd name="connsiteY5" fmla="*/ 149347 h 1391031"/>
                  <a:gd name="connsiteX6" fmla="*/ 368789 w 734507"/>
                  <a:gd name="connsiteY6" fmla="*/ 1170980 h 1391031"/>
                  <a:gd name="connsiteX7" fmla="*/ 361361 w 734507"/>
                  <a:gd name="connsiteY7" fmla="*/ 1200619 h 1391031"/>
                  <a:gd name="connsiteX8" fmla="*/ 301795 w 734507"/>
                  <a:gd name="connsiteY8" fmla="*/ 1367129 h 1391031"/>
                  <a:gd name="connsiteX9" fmla="*/ 262493 w 734507"/>
                  <a:gd name="connsiteY9" fmla="*/ 1387321 h 1391031"/>
                  <a:gd name="connsiteX10" fmla="*/ 0 w 734507"/>
                  <a:gd name="connsiteY10" fmla="*/ 1294943 h 139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4507" h="1391031">
                    <a:moveTo>
                      <a:pt x="0" y="1294943"/>
                    </a:moveTo>
                    <a:cubicBezTo>
                      <a:pt x="84589" y="1048171"/>
                      <a:pt x="169323" y="801398"/>
                      <a:pt x="253840" y="554625"/>
                    </a:cubicBezTo>
                    <a:cubicBezTo>
                      <a:pt x="317155" y="369798"/>
                      <a:pt x="380327" y="184899"/>
                      <a:pt x="443571" y="0"/>
                    </a:cubicBezTo>
                    <a:cubicBezTo>
                      <a:pt x="536381" y="31586"/>
                      <a:pt x="629191" y="63244"/>
                      <a:pt x="722001" y="94685"/>
                    </a:cubicBezTo>
                    <a:cubicBezTo>
                      <a:pt x="734332" y="98868"/>
                      <a:pt x="737578" y="105358"/>
                      <a:pt x="731592" y="117617"/>
                    </a:cubicBezTo>
                    <a:cubicBezTo>
                      <a:pt x="726688" y="127641"/>
                      <a:pt x="724020" y="138747"/>
                      <a:pt x="720342" y="149347"/>
                    </a:cubicBezTo>
                    <a:cubicBezTo>
                      <a:pt x="603158" y="489867"/>
                      <a:pt x="485901" y="830388"/>
                      <a:pt x="368789" y="1170980"/>
                    </a:cubicBezTo>
                    <a:cubicBezTo>
                      <a:pt x="365472" y="1180571"/>
                      <a:pt x="363813" y="1190739"/>
                      <a:pt x="361361" y="1200619"/>
                    </a:cubicBezTo>
                    <a:cubicBezTo>
                      <a:pt x="337347" y="1254632"/>
                      <a:pt x="320112" y="1311097"/>
                      <a:pt x="301795" y="1367129"/>
                    </a:cubicBezTo>
                    <a:cubicBezTo>
                      <a:pt x="294368" y="1389773"/>
                      <a:pt x="286002" y="1395902"/>
                      <a:pt x="262493" y="1387321"/>
                    </a:cubicBezTo>
                    <a:cubicBezTo>
                      <a:pt x="175380" y="1355374"/>
                      <a:pt x="87546" y="1325519"/>
                      <a:pt x="0" y="1294943"/>
                    </a:cubicBezTo>
                    <a:close/>
                  </a:path>
                </a:pathLst>
              </a:custGeom>
              <a:solidFill>
                <a:srgbClr val="97DCF0"/>
              </a:solidFill>
              <a:ln w="7205" cap="flat">
                <a:noFill/>
                <a:prstDash val="solid"/>
                <a:miter/>
              </a:ln>
            </p:spPr>
            <p:txBody>
              <a:bodyPr rtlCol="0" anchor="ctr"/>
              <a:lstStyle/>
              <a:p>
                <a:endParaRPr lang="ko-KR" altLang="en-US"/>
              </a:p>
            </p:txBody>
          </p:sp>
          <p:sp>
            <p:nvSpPr>
              <p:cNvPr id="80" name="자유형: 도형 37">
                <a:extLst>
                  <a:ext uri="{FF2B5EF4-FFF2-40B4-BE49-F238E27FC236}">
                    <a16:creationId xmlns="" xmlns:a16="http://schemas.microsoft.com/office/drawing/2014/main" id="{5EAF2552-F85A-42BF-8964-EBC5BF43E65E}"/>
                  </a:ext>
                </a:extLst>
              </p:cNvPr>
              <p:cNvSpPr/>
              <p:nvPr/>
            </p:nvSpPr>
            <p:spPr>
              <a:xfrm>
                <a:off x="2564397" y="3009650"/>
                <a:ext cx="213527" cy="206328"/>
              </a:xfrm>
              <a:custGeom>
                <a:avLst/>
                <a:gdLst>
                  <a:gd name="connsiteX0" fmla="*/ 302655 w 303604"/>
                  <a:gd name="connsiteY0" fmla="*/ 181319 h 293367"/>
                  <a:gd name="connsiteX1" fmla="*/ 157562 w 303604"/>
                  <a:gd name="connsiteY1" fmla="*/ 289345 h 293367"/>
                  <a:gd name="connsiteX2" fmla="*/ 10955 w 303604"/>
                  <a:gd name="connsiteY2" fmla="*/ 220837 h 293367"/>
                  <a:gd name="connsiteX3" fmla="*/ 5547 w 303604"/>
                  <a:gd name="connsiteY3" fmla="*/ 195309 h 293367"/>
                  <a:gd name="connsiteX4" fmla="*/ 142563 w 303604"/>
                  <a:gd name="connsiteY4" fmla="*/ 7525 h 293367"/>
                  <a:gd name="connsiteX5" fmla="*/ 162971 w 303604"/>
                  <a:gd name="connsiteY5" fmla="*/ 3703 h 293367"/>
                  <a:gd name="connsiteX6" fmla="*/ 289674 w 303604"/>
                  <a:gd name="connsiteY6" fmla="*/ 130118 h 293367"/>
                  <a:gd name="connsiteX7" fmla="*/ 302655 w 303604"/>
                  <a:gd name="connsiteY7" fmla="*/ 181319 h 29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604" h="293367">
                    <a:moveTo>
                      <a:pt x="302655" y="181319"/>
                    </a:moveTo>
                    <a:cubicBezTo>
                      <a:pt x="302438" y="256029"/>
                      <a:pt x="229676" y="308672"/>
                      <a:pt x="157562" y="289345"/>
                    </a:cubicBezTo>
                    <a:cubicBezTo>
                      <a:pt x="104919" y="275283"/>
                      <a:pt x="55954" y="252495"/>
                      <a:pt x="10955" y="220837"/>
                    </a:cubicBezTo>
                    <a:cubicBezTo>
                      <a:pt x="-1376" y="212184"/>
                      <a:pt x="-3467" y="207496"/>
                      <a:pt x="5547" y="195309"/>
                    </a:cubicBezTo>
                    <a:cubicBezTo>
                      <a:pt x="51699" y="133075"/>
                      <a:pt x="97347" y="70480"/>
                      <a:pt x="142563" y="7525"/>
                    </a:cubicBezTo>
                    <a:cubicBezTo>
                      <a:pt x="149197" y="-1705"/>
                      <a:pt x="155759" y="-1777"/>
                      <a:pt x="162971" y="3703"/>
                    </a:cubicBezTo>
                    <a:cubicBezTo>
                      <a:pt x="210998" y="39977"/>
                      <a:pt x="261189" y="74158"/>
                      <a:pt x="289674" y="130118"/>
                    </a:cubicBezTo>
                    <a:cubicBezTo>
                      <a:pt x="298761" y="147931"/>
                      <a:pt x="306332" y="165598"/>
                      <a:pt x="302655" y="181319"/>
                    </a:cubicBezTo>
                    <a:close/>
                  </a:path>
                </a:pathLst>
              </a:custGeom>
              <a:solidFill>
                <a:srgbClr val="F7BC8F"/>
              </a:solidFill>
              <a:ln w="7205" cap="flat">
                <a:noFill/>
                <a:prstDash val="solid"/>
                <a:miter/>
              </a:ln>
            </p:spPr>
            <p:txBody>
              <a:bodyPr rtlCol="0" anchor="ctr"/>
              <a:lstStyle/>
              <a:p>
                <a:endParaRPr lang="ko-KR" altLang="en-US"/>
              </a:p>
            </p:txBody>
          </p:sp>
        </p:grpSp>
        <p:grpSp>
          <p:nvGrpSpPr>
            <p:cNvPr id="73" name="그룹 30">
              <a:extLst>
                <a:ext uri="{FF2B5EF4-FFF2-40B4-BE49-F238E27FC236}">
                  <a16:creationId xmlns="" xmlns:a16="http://schemas.microsoft.com/office/drawing/2014/main" id="{D3298E34-9687-4345-BF20-B8912A150FB7}"/>
                </a:ext>
              </a:extLst>
            </p:cNvPr>
            <p:cNvGrpSpPr/>
            <p:nvPr/>
          </p:nvGrpSpPr>
          <p:grpSpPr>
            <a:xfrm>
              <a:off x="2587972" y="2515099"/>
              <a:ext cx="619187" cy="620748"/>
              <a:chOff x="2731168" y="2569616"/>
              <a:chExt cx="619187" cy="620748"/>
            </a:xfrm>
          </p:grpSpPr>
          <p:sp>
            <p:nvSpPr>
              <p:cNvPr id="74" name="자유형: 도형 31">
                <a:extLst>
                  <a:ext uri="{FF2B5EF4-FFF2-40B4-BE49-F238E27FC236}">
                    <a16:creationId xmlns="" xmlns:a16="http://schemas.microsoft.com/office/drawing/2014/main" id="{B9EC8674-29FD-46D2-8484-37E0F499645D}"/>
                  </a:ext>
                </a:extLst>
              </p:cNvPr>
              <p:cNvSpPr/>
              <p:nvPr/>
            </p:nvSpPr>
            <p:spPr>
              <a:xfrm>
                <a:off x="2731168" y="2569616"/>
                <a:ext cx="619187" cy="620748"/>
              </a:xfrm>
              <a:custGeom>
                <a:avLst/>
                <a:gdLst>
                  <a:gd name="connsiteX0" fmla="*/ 151779 w 880392"/>
                  <a:gd name="connsiteY0" fmla="*/ 769339 h 882612"/>
                  <a:gd name="connsiteX1" fmla="*/ 78512 w 880392"/>
                  <a:gd name="connsiteY1" fmla="*/ 683307 h 882612"/>
                  <a:gd name="connsiteX2" fmla="*/ 9932 w 880392"/>
                  <a:gd name="connsiteY2" fmla="*/ 539080 h 882612"/>
                  <a:gd name="connsiteX3" fmla="*/ 272497 w 880392"/>
                  <a:gd name="connsiteY3" fmla="*/ 36448 h 882612"/>
                  <a:gd name="connsiteX4" fmla="*/ 684987 w 880392"/>
                  <a:gd name="connsiteY4" fmla="*/ 72361 h 882612"/>
                  <a:gd name="connsiteX5" fmla="*/ 724433 w 880392"/>
                  <a:gd name="connsiteY5" fmla="*/ 110725 h 882612"/>
                  <a:gd name="connsiteX6" fmla="*/ 856906 w 880392"/>
                  <a:gd name="connsiteY6" fmla="*/ 313437 h 882612"/>
                  <a:gd name="connsiteX7" fmla="*/ 865199 w 880392"/>
                  <a:gd name="connsiteY7" fmla="*/ 332619 h 882612"/>
                  <a:gd name="connsiteX8" fmla="*/ 675973 w 880392"/>
                  <a:gd name="connsiteY8" fmla="*/ 816140 h 882612"/>
                  <a:gd name="connsiteX9" fmla="*/ 151779 w 880392"/>
                  <a:gd name="connsiteY9" fmla="*/ 769339 h 882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392" h="882612">
                    <a:moveTo>
                      <a:pt x="151779" y="769339"/>
                    </a:moveTo>
                    <a:cubicBezTo>
                      <a:pt x="127333" y="740637"/>
                      <a:pt x="102959" y="711936"/>
                      <a:pt x="78512" y="683307"/>
                    </a:cubicBezTo>
                    <a:cubicBezTo>
                      <a:pt x="32648" y="646241"/>
                      <a:pt x="20749" y="591434"/>
                      <a:pt x="9932" y="539080"/>
                    </a:cubicBezTo>
                    <a:cubicBezTo>
                      <a:pt x="-34129" y="325408"/>
                      <a:pt x="71084" y="120677"/>
                      <a:pt x="272497" y="36448"/>
                    </a:cubicBezTo>
                    <a:cubicBezTo>
                      <a:pt x="413840" y="-22685"/>
                      <a:pt x="553524" y="-9272"/>
                      <a:pt x="684987" y="72361"/>
                    </a:cubicBezTo>
                    <a:cubicBezTo>
                      <a:pt x="700924" y="82240"/>
                      <a:pt x="713616" y="95582"/>
                      <a:pt x="724433" y="110725"/>
                    </a:cubicBezTo>
                    <a:cubicBezTo>
                      <a:pt x="787028" y="166253"/>
                      <a:pt x="836354" y="230434"/>
                      <a:pt x="856906" y="313437"/>
                    </a:cubicBezTo>
                    <a:cubicBezTo>
                      <a:pt x="858564" y="320143"/>
                      <a:pt x="862386" y="326273"/>
                      <a:pt x="865199" y="332619"/>
                    </a:cubicBezTo>
                    <a:cubicBezTo>
                      <a:pt x="915895" y="516220"/>
                      <a:pt x="836425" y="719364"/>
                      <a:pt x="675973" y="816140"/>
                    </a:cubicBezTo>
                    <a:cubicBezTo>
                      <a:pt x="504342" y="919695"/>
                      <a:pt x="293266" y="900874"/>
                      <a:pt x="151779" y="769339"/>
                    </a:cubicBezTo>
                    <a:close/>
                  </a:path>
                </a:pathLst>
              </a:custGeom>
              <a:solidFill>
                <a:srgbClr val="F58E34"/>
              </a:solidFill>
              <a:ln w="7205" cap="flat">
                <a:noFill/>
                <a:prstDash val="solid"/>
                <a:miter/>
              </a:ln>
            </p:spPr>
            <p:txBody>
              <a:bodyPr rtlCol="0" anchor="ctr"/>
              <a:lstStyle/>
              <a:p>
                <a:endParaRPr lang="ko-KR" altLang="en-US"/>
              </a:p>
            </p:txBody>
          </p:sp>
          <p:sp>
            <p:nvSpPr>
              <p:cNvPr id="75" name="자유형: 도형 32">
                <a:extLst>
                  <a:ext uri="{FF2B5EF4-FFF2-40B4-BE49-F238E27FC236}">
                    <a16:creationId xmlns="" xmlns:a16="http://schemas.microsoft.com/office/drawing/2014/main" id="{82BE7872-D064-4261-B758-6BD868E6FAD4}"/>
                  </a:ext>
                </a:extLst>
              </p:cNvPr>
              <p:cNvSpPr/>
              <p:nvPr/>
            </p:nvSpPr>
            <p:spPr>
              <a:xfrm>
                <a:off x="2799366" y="2645860"/>
                <a:ext cx="480748" cy="475161"/>
              </a:xfrm>
              <a:custGeom>
                <a:avLst/>
                <a:gdLst>
                  <a:gd name="connsiteX0" fmla="*/ 683135 w 683552"/>
                  <a:gd name="connsiteY0" fmla="*/ 336638 h 675609"/>
                  <a:gd name="connsiteX1" fmla="*/ 342182 w 683552"/>
                  <a:gd name="connsiteY1" fmla="*/ 675572 h 675609"/>
                  <a:gd name="connsiteX2" fmla="*/ 3 w 683552"/>
                  <a:gd name="connsiteY2" fmla="*/ 333826 h 675609"/>
                  <a:gd name="connsiteX3" fmla="*/ 349033 w 683552"/>
                  <a:gd name="connsiteY3" fmla="*/ 12 h 675609"/>
                  <a:gd name="connsiteX4" fmla="*/ 683135 w 683552"/>
                  <a:gd name="connsiteY4" fmla="*/ 336638 h 675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552" h="675609">
                    <a:moveTo>
                      <a:pt x="683135" y="336638"/>
                    </a:moveTo>
                    <a:cubicBezTo>
                      <a:pt x="692943" y="516345"/>
                      <a:pt x="528380" y="678456"/>
                      <a:pt x="342182" y="675572"/>
                    </a:cubicBezTo>
                    <a:cubicBezTo>
                      <a:pt x="157860" y="672687"/>
                      <a:pt x="941" y="510576"/>
                      <a:pt x="3" y="333826"/>
                    </a:cubicBezTo>
                    <a:cubicBezTo>
                      <a:pt x="-934" y="141931"/>
                      <a:pt x="187715" y="-1503"/>
                      <a:pt x="349033" y="12"/>
                    </a:cubicBezTo>
                    <a:cubicBezTo>
                      <a:pt x="528957" y="1815"/>
                      <a:pt x="692438" y="159455"/>
                      <a:pt x="683135" y="336638"/>
                    </a:cubicBezTo>
                    <a:close/>
                  </a:path>
                </a:pathLst>
              </a:custGeom>
              <a:solidFill>
                <a:srgbClr val="F9BA34"/>
              </a:solidFill>
              <a:ln w="7205" cap="flat">
                <a:noFill/>
                <a:prstDash val="solid"/>
                <a:miter/>
              </a:ln>
            </p:spPr>
            <p:txBody>
              <a:bodyPr rtlCol="0" anchor="ctr"/>
              <a:lstStyle/>
              <a:p>
                <a:endParaRPr lang="ko-KR" altLang="en-US"/>
              </a:p>
            </p:txBody>
          </p:sp>
          <p:sp>
            <p:nvSpPr>
              <p:cNvPr id="76" name="Graphic 57">
                <a:extLst>
                  <a:ext uri="{FF2B5EF4-FFF2-40B4-BE49-F238E27FC236}">
                    <a16:creationId xmlns="" xmlns:a16="http://schemas.microsoft.com/office/drawing/2014/main" id="{45C66D41-72B3-47F3-B79F-9797B63625EE}"/>
                  </a:ext>
                </a:extLst>
              </p:cNvPr>
              <p:cNvSpPr/>
              <p:nvPr/>
            </p:nvSpPr>
            <p:spPr>
              <a:xfrm>
                <a:off x="2943018" y="2700818"/>
                <a:ext cx="223766" cy="365768"/>
              </a:xfrm>
              <a:custGeom>
                <a:avLst/>
                <a:gdLst>
                  <a:gd name="connsiteX0" fmla="*/ 168085 w 390860"/>
                  <a:gd name="connsiteY0" fmla="*/ 271149 h 638900"/>
                  <a:gd name="connsiteX1" fmla="*/ 168085 w 390860"/>
                  <a:gd name="connsiteY1" fmla="*/ 104935 h 638900"/>
                  <a:gd name="connsiteX2" fmla="*/ 132025 w 390860"/>
                  <a:gd name="connsiteY2" fmla="*/ 118946 h 638900"/>
                  <a:gd name="connsiteX3" fmla="*/ 88518 w 390860"/>
                  <a:gd name="connsiteY3" fmla="*/ 204265 h 638900"/>
                  <a:gd name="connsiteX4" fmla="*/ 168085 w 390860"/>
                  <a:gd name="connsiteY4" fmla="*/ 271149 h 638900"/>
                  <a:gd name="connsiteX5" fmla="*/ 168085 w 390860"/>
                  <a:gd name="connsiteY5" fmla="*/ 271149 h 638900"/>
                  <a:gd name="connsiteX6" fmla="*/ 221032 w 390860"/>
                  <a:gd name="connsiteY6" fmla="*/ 534408 h 638900"/>
                  <a:gd name="connsiteX7" fmla="*/ 258788 w 390860"/>
                  <a:gd name="connsiteY7" fmla="*/ 519954 h 638900"/>
                  <a:gd name="connsiteX8" fmla="*/ 302295 w 390860"/>
                  <a:gd name="connsiteY8" fmla="*/ 434635 h 638900"/>
                  <a:gd name="connsiteX9" fmla="*/ 221032 w 390860"/>
                  <a:gd name="connsiteY9" fmla="*/ 358607 h 638900"/>
                  <a:gd name="connsiteX10" fmla="*/ 221032 w 390860"/>
                  <a:gd name="connsiteY10" fmla="*/ 534408 h 638900"/>
                  <a:gd name="connsiteX11" fmla="*/ 221032 w 390860"/>
                  <a:gd name="connsiteY11" fmla="*/ 638900 h 638900"/>
                  <a:gd name="connsiteX12" fmla="*/ 168085 w 390860"/>
                  <a:gd name="connsiteY12" fmla="*/ 638900 h 638900"/>
                  <a:gd name="connsiteX13" fmla="*/ 168085 w 390860"/>
                  <a:gd name="connsiteY13" fmla="*/ 608297 h 638900"/>
                  <a:gd name="connsiteX14" fmla="*/ 109313 w 390860"/>
                  <a:gd name="connsiteY14" fmla="*/ 593328 h 638900"/>
                  <a:gd name="connsiteX15" fmla="*/ 27 w 390860"/>
                  <a:gd name="connsiteY15" fmla="*/ 452333 h 638900"/>
                  <a:gd name="connsiteX16" fmla="*/ 87485 w 390860"/>
                  <a:gd name="connsiteY16" fmla="*/ 450047 h 638900"/>
                  <a:gd name="connsiteX17" fmla="*/ 147806 w 390860"/>
                  <a:gd name="connsiteY17" fmla="*/ 527919 h 638900"/>
                  <a:gd name="connsiteX18" fmla="*/ 168011 w 390860"/>
                  <a:gd name="connsiteY18" fmla="*/ 533965 h 638900"/>
                  <a:gd name="connsiteX19" fmla="*/ 168011 w 390860"/>
                  <a:gd name="connsiteY19" fmla="*/ 344375 h 638900"/>
                  <a:gd name="connsiteX20" fmla="*/ 1797 w 390860"/>
                  <a:gd name="connsiteY20" fmla="*/ 213188 h 638900"/>
                  <a:gd name="connsiteX21" fmla="*/ 80627 w 390860"/>
                  <a:gd name="connsiteY21" fmla="*/ 59878 h 638900"/>
                  <a:gd name="connsiteX22" fmla="*/ 168011 w 390860"/>
                  <a:gd name="connsiteY22" fmla="*/ 30529 h 638900"/>
                  <a:gd name="connsiteX23" fmla="*/ 168011 w 390860"/>
                  <a:gd name="connsiteY23" fmla="*/ 0 h 638900"/>
                  <a:gd name="connsiteX24" fmla="*/ 220958 w 390860"/>
                  <a:gd name="connsiteY24" fmla="*/ 0 h 638900"/>
                  <a:gd name="connsiteX25" fmla="*/ 220958 w 390860"/>
                  <a:gd name="connsiteY25" fmla="*/ 30382 h 638900"/>
                  <a:gd name="connsiteX26" fmla="*/ 281427 w 390860"/>
                  <a:gd name="connsiteY26" fmla="*/ 45572 h 638900"/>
                  <a:gd name="connsiteX27" fmla="*/ 390712 w 390860"/>
                  <a:gd name="connsiteY27" fmla="*/ 186567 h 638900"/>
                  <a:gd name="connsiteX28" fmla="*/ 303254 w 390860"/>
                  <a:gd name="connsiteY28" fmla="*/ 188853 h 638900"/>
                  <a:gd name="connsiteX29" fmla="*/ 242933 w 390860"/>
                  <a:gd name="connsiteY29" fmla="*/ 110982 h 638900"/>
                  <a:gd name="connsiteX30" fmla="*/ 221032 w 390860"/>
                  <a:gd name="connsiteY30" fmla="*/ 104566 h 638900"/>
                  <a:gd name="connsiteX31" fmla="*/ 221032 w 390860"/>
                  <a:gd name="connsiteY31" fmla="*/ 281989 h 638900"/>
                  <a:gd name="connsiteX32" fmla="*/ 388942 w 390860"/>
                  <a:gd name="connsiteY32" fmla="*/ 424459 h 638900"/>
                  <a:gd name="connsiteX33" fmla="*/ 310112 w 390860"/>
                  <a:gd name="connsiteY33" fmla="*/ 578948 h 638900"/>
                  <a:gd name="connsiteX34" fmla="*/ 221032 w 390860"/>
                  <a:gd name="connsiteY34" fmla="*/ 608445 h 638900"/>
                  <a:gd name="connsiteX35" fmla="*/ 221032 w 390860"/>
                  <a:gd name="connsiteY35" fmla="*/ 638900 h 6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0860" h="638900">
                    <a:moveTo>
                      <a:pt x="168085" y="271149"/>
                    </a:moveTo>
                    <a:lnTo>
                      <a:pt x="168085" y="104935"/>
                    </a:lnTo>
                    <a:cubicBezTo>
                      <a:pt x="155328" y="107589"/>
                      <a:pt x="143087" y="112309"/>
                      <a:pt x="132025" y="118946"/>
                    </a:cubicBezTo>
                    <a:cubicBezTo>
                      <a:pt x="99653" y="138487"/>
                      <a:pt x="82913" y="171303"/>
                      <a:pt x="88518" y="204265"/>
                    </a:cubicBezTo>
                    <a:cubicBezTo>
                      <a:pt x="95302" y="247257"/>
                      <a:pt x="127085" y="261784"/>
                      <a:pt x="168085" y="271149"/>
                    </a:cubicBezTo>
                    <a:lnTo>
                      <a:pt x="168085" y="271149"/>
                    </a:lnTo>
                    <a:close/>
                    <a:moveTo>
                      <a:pt x="221032" y="534408"/>
                    </a:moveTo>
                    <a:cubicBezTo>
                      <a:pt x="234453" y="531753"/>
                      <a:pt x="247210" y="526960"/>
                      <a:pt x="258788" y="519954"/>
                    </a:cubicBezTo>
                    <a:cubicBezTo>
                      <a:pt x="291160" y="500413"/>
                      <a:pt x="307900" y="467598"/>
                      <a:pt x="302295" y="434635"/>
                    </a:cubicBezTo>
                    <a:cubicBezTo>
                      <a:pt x="291603" y="390685"/>
                      <a:pt x="260115" y="371217"/>
                      <a:pt x="221032" y="358607"/>
                    </a:cubicBezTo>
                    <a:lnTo>
                      <a:pt x="221032" y="534408"/>
                    </a:lnTo>
                    <a:close/>
                    <a:moveTo>
                      <a:pt x="221032" y="638900"/>
                    </a:moveTo>
                    <a:lnTo>
                      <a:pt x="168085" y="638900"/>
                    </a:lnTo>
                    <a:lnTo>
                      <a:pt x="168085" y="608297"/>
                    </a:lnTo>
                    <a:cubicBezTo>
                      <a:pt x="147954" y="606011"/>
                      <a:pt x="128117" y="600997"/>
                      <a:pt x="109313" y="593328"/>
                    </a:cubicBezTo>
                    <a:cubicBezTo>
                      <a:pt x="44346" y="566781"/>
                      <a:pt x="2313" y="512507"/>
                      <a:pt x="27" y="452333"/>
                    </a:cubicBezTo>
                    <a:lnTo>
                      <a:pt x="87485" y="450047"/>
                    </a:lnTo>
                    <a:cubicBezTo>
                      <a:pt x="88739" y="483305"/>
                      <a:pt x="111967" y="513244"/>
                      <a:pt x="147806" y="527919"/>
                    </a:cubicBezTo>
                    <a:cubicBezTo>
                      <a:pt x="154369" y="530573"/>
                      <a:pt x="161080" y="532638"/>
                      <a:pt x="168011" y="533965"/>
                    </a:cubicBezTo>
                    <a:lnTo>
                      <a:pt x="168011" y="344375"/>
                    </a:lnTo>
                    <a:cubicBezTo>
                      <a:pt x="98915" y="327783"/>
                      <a:pt x="25026" y="308831"/>
                      <a:pt x="1797" y="213188"/>
                    </a:cubicBezTo>
                    <a:cubicBezTo>
                      <a:pt x="-7937" y="153899"/>
                      <a:pt x="22371" y="95053"/>
                      <a:pt x="80627" y="59878"/>
                    </a:cubicBezTo>
                    <a:cubicBezTo>
                      <a:pt x="106953" y="44024"/>
                      <a:pt x="136966" y="34143"/>
                      <a:pt x="168011" y="30529"/>
                    </a:cubicBezTo>
                    <a:lnTo>
                      <a:pt x="168011" y="0"/>
                    </a:lnTo>
                    <a:lnTo>
                      <a:pt x="220958" y="0"/>
                    </a:lnTo>
                    <a:lnTo>
                      <a:pt x="220958" y="30382"/>
                    </a:lnTo>
                    <a:cubicBezTo>
                      <a:pt x="241679" y="32594"/>
                      <a:pt x="262106" y="37682"/>
                      <a:pt x="281427" y="45572"/>
                    </a:cubicBezTo>
                    <a:cubicBezTo>
                      <a:pt x="346393" y="72120"/>
                      <a:pt x="388426" y="126394"/>
                      <a:pt x="390712" y="186567"/>
                    </a:cubicBezTo>
                    <a:lnTo>
                      <a:pt x="303254" y="188853"/>
                    </a:lnTo>
                    <a:cubicBezTo>
                      <a:pt x="302001" y="155596"/>
                      <a:pt x="278772" y="125656"/>
                      <a:pt x="242933" y="110982"/>
                    </a:cubicBezTo>
                    <a:cubicBezTo>
                      <a:pt x="235854" y="108106"/>
                      <a:pt x="228553" y="105894"/>
                      <a:pt x="221032" y="104566"/>
                    </a:cubicBezTo>
                    <a:lnTo>
                      <a:pt x="221032" y="281989"/>
                    </a:lnTo>
                    <a:cubicBezTo>
                      <a:pt x="287547" y="295631"/>
                      <a:pt x="359814" y="319007"/>
                      <a:pt x="388942" y="424459"/>
                    </a:cubicBezTo>
                    <a:cubicBezTo>
                      <a:pt x="399045" y="484116"/>
                      <a:pt x="368737" y="543552"/>
                      <a:pt x="310112" y="578948"/>
                    </a:cubicBezTo>
                    <a:cubicBezTo>
                      <a:pt x="283344" y="595097"/>
                      <a:pt x="252667" y="605053"/>
                      <a:pt x="221032" y="608445"/>
                    </a:cubicBezTo>
                    <a:lnTo>
                      <a:pt x="221032" y="638900"/>
                    </a:lnTo>
                    <a:close/>
                  </a:path>
                </a:pathLst>
              </a:custGeom>
              <a:solidFill>
                <a:srgbClr val="DE821B"/>
              </a:solidFill>
              <a:ln w="7205" cap="flat">
                <a:noFill/>
                <a:prstDash val="solid"/>
                <a:miter/>
              </a:ln>
            </p:spPr>
            <p:txBody>
              <a:bodyPr rtlCol="0" anchor="ctr"/>
              <a:lstStyle/>
              <a:p>
                <a:endParaRPr lang="en-US"/>
              </a:p>
            </p:txBody>
          </p:sp>
        </p:grpSp>
      </p:grpSp>
    </p:spTree>
    <p:extLst>
      <p:ext uri="{BB962C8B-B14F-4D97-AF65-F5344CB8AC3E}">
        <p14:creationId xmlns="" xmlns:p14="http://schemas.microsoft.com/office/powerpoint/2010/main" val="34231334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Oval 9">
            <a:extLst>
              <a:ext uri="{FF2B5EF4-FFF2-40B4-BE49-F238E27FC236}">
                <a16:creationId xmlns="" xmlns:a16="http://schemas.microsoft.com/office/drawing/2014/main" id="{8149BFCA-0C2B-4901-ADC9-F44197DE7C12}"/>
              </a:ext>
            </a:extLst>
          </p:cNvPr>
          <p:cNvSpPr/>
          <p:nvPr/>
        </p:nvSpPr>
        <p:spPr>
          <a:xfrm>
            <a:off x="3575200" y="1344953"/>
            <a:ext cx="509349" cy="50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5" name="Oval 12">
            <a:extLst>
              <a:ext uri="{FF2B5EF4-FFF2-40B4-BE49-F238E27FC236}">
                <a16:creationId xmlns="" xmlns:a16="http://schemas.microsoft.com/office/drawing/2014/main" id="{4698324C-748E-4DDE-A9D4-AFB239C6BA54}"/>
              </a:ext>
            </a:extLst>
          </p:cNvPr>
          <p:cNvSpPr/>
          <p:nvPr/>
        </p:nvSpPr>
        <p:spPr>
          <a:xfrm>
            <a:off x="3569457" y="771669"/>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86" name="Oval 13">
            <a:extLst>
              <a:ext uri="{FF2B5EF4-FFF2-40B4-BE49-F238E27FC236}">
                <a16:creationId xmlns="" xmlns:a16="http://schemas.microsoft.com/office/drawing/2014/main" id="{9BF26B95-F351-4C51-9D16-AFAB1DF2C04E}"/>
              </a:ext>
            </a:extLst>
          </p:cNvPr>
          <p:cNvSpPr/>
          <p:nvPr/>
        </p:nvSpPr>
        <p:spPr>
          <a:xfrm>
            <a:off x="3556207" y="1944743"/>
            <a:ext cx="509349" cy="5093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95" name="TextBox 194">
            <a:extLst>
              <a:ext uri="{FF2B5EF4-FFF2-40B4-BE49-F238E27FC236}">
                <a16:creationId xmlns="" xmlns:a16="http://schemas.microsoft.com/office/drawing/2014/main" id="{E7E30EE5-E086-42C3-9E7A-75AE32394CC0}"/>
              </a:ext>
            </a:extLst>
          </p:cNvPr>
          <p:cNvSpPr txBox="1"/>
          <p:nvPr/>
        </p:nvSpPr>
        <p:spPr>
          <a:xfrm>
            <a:off x="4338124" y="286435"/>
            <a:ext cx="5773284" cy="307777"/>
          </a:xfrm>
          <a:prstGeom prst="rect">
            <a:avLst/>
          </a:prstGeom>
          <a:noFill/>
        </p:spPr>
        <p:txBody>
          <a:bodyPr wrap="square" rtlCol="0">
            <a:spAutoFit/>
          </a:bodyPr>
          <a:lstStyle/>
          <a:p>
            <a:r>
              <a:rPr lang="en-US" sz="1400" b="1" dirty="0" smtClean="0">
                <a:latin typeface="Segoe UI Variable Small Semibol" pitchFamily="2" charset="0"/>
              </a:rPr>
              <a:t>Display All the Employee Names From Fire Department</a:t>
            </a:r>
            <a:endParaRPr lang="ko-KR" altLang="en-US" sz="1400" b="1" dirty="0">
              <a:latin typeface="Segoe UI Variable Small Semibol" pitchFamily="2" charset="0"/>
            </a:endParaRPr>
          </a:p>
        </p:txBody>
      </p:sp>
      <p:sp>
        <p:nvSpPr>
          <p:cNvPr id="199" name="Round Same Side Corner Rectangle 7">
            <a:extLst>
              <a:ext uri="{FF2B5EF4-FFF2-40B4-BE49-F238E27FC236}">
                <a16:creationId xmlns="" xmlns:a16="http://schemas.microsoft.com/office/drawing/2014/main" id="{908E386B-B259-49EA-9B3F-429DA113F73C}"/>
              </a:ext>
            </a:extLst>
          </p:cNvPr>
          <p:cNvSpPr>
            <a:spLocks noChangeAspect="1"/>
          </p:cNvSpPr>
          <p:nvPr/>
        </p:nvSpPr>
        <p:spPr>
          <a:xfrm rot="10800000">
            <a:off x="5795164" y="4108588"/>
            <a:ext cx="259261" cy="272563"/>
          </a:xfrm>
          <a:custGeom>
            <a:avLst/>
            <a:gdLst/>
            <a:ahLst/>
            <a:cxnLst/>
            <a:rect l="l" t="t" r="r" b="b"/>
            <a:pathLst>
              <a:path w="3749229" h="3941586">
                <a:moveTo>
                  <a:pt x="1841173" y="2251014"/>
                </a:moveTo>
                <a:cubicBezTo>
                  <a:pt x="1901032" y="2251014"/>
                  <a:pt x="1949557" y="2202489"/>
                  <a:pt x="1949557" y="2142630"/>
                </a:cubicBezTo>
                <a:cubicBezTo>
                  <a:pt x="1949557" y="2082771"/>
                  <a:pt x="1901032" y="2034246"/>
                  <a:pt x="1841173" y="2034246"/>
                </a:cubicBezTo>
                <a:cubicBezTo>
                  <a:pt x="1781314" y="2034246"/>
                  <a:pt x="1732789" y="2082771"/>
                  <a:pt x="1732789" y="2142630"/>
                </a:cubicBezTo>
                <a:cubicBezTo>
                  <a:pt x="1732789" y="2202489"/>
                  <a:pt x="1781314" y="2251014"/>
                  <a:pt x="1841173" y="2251014"/>
                </a:cubicBezTo>
                <a:close/>
                <a:moveTo>
                  <a:pt x="2197713" y="2395667"/>
                </a:moveTo>
                <a:lnTo>
                  <a:pt x="1492210" y="2296503"/>
                </a:lnTo>
                <a:lnTo>
                  <a:pt x="1492210" y="2109382"/>
                </a:lnTo>
                <a:cubicBezTo>
                  <a:pt x="1492210" y="2024878"/>
                  <a:pt x="1583949" y="1956178"/>
                  <a:pt x="1697980" y="1955114"/>
                </a:cubicBezTo>
                <a:lnTo>
                  <a:pt x="1697980" y="1800200"/>
                </a:lnTo>
                <a:lnTo>
                  <a:pt x="1431133" y="1800200"/>
                </a:lnTo>
                <a:lnTo>
                  <a:pt x="1431133" y="1461593"/>
                </a:lnTo>
                <a:lnTo>
                  <a:pt x="643489" y="471679"/>
                </a:lnTo>
                <a:lnTo>
                  <a:pt x="785968" y="352125"/>
                </a:lnTo>
                <a:lnTo>
                  <a:pt x="1699128" y="1384562"/>
                </a:lnTo>
                <a:lnTo>
                  <a:pt x="1735187" y="0"/>
                </a:lnTo>
                <a:lnTo>
                  <a:pt x="1921179" y="0"/>
                </a:lnTo>
                <a:lnTo>
                  <a:pt x="1958328" y="1426402"/>
                </a:lnTo>
                <a:lnTo>
                  <a:pt x="1976872" y="1426402"/>
                </a:lnTo>
                <a:lnTo>
                  <a:pt x="1972364" y="1422619"/>
                </a:lnTo>
                <a:lnTo>
                  <a:pt x="2919184" y="352125"/>
                </a:lnTo>
                <a:lnTo>
                  <a:pt x="3061662" y="471679"/>
                </a:lnTo>
                <a:lnTo>
                  <a:pt x="2239212" y="1505339"/>
                </a:lnTo>
                <a:lnTo>
                  <a:pt x="2239212" y="1800200"/>
                </a:lnTo>
                <a:lnTo>
                  <a:pt x="1972364" y="1800200"/>
                </a:lnTo>
                <a:lnTo>
                  <a:pt x="1972364" y="1954485"/>
                </a:lnTo>
                <a:lnTo>
                  <a:pt x="1987720" y="1954485"/>
                </a:lnTo>
                <a:cubicBezTo>
                  <a:pt x="2103696" y="1954485"/>
                  <a:pt x="2197713" y="2023835"/>
                  <a:pt x="2197713" y="2109382"/>
                </a:cubicBezTo>
                <a:close/>
                <a:moveTo>
                  <a:pt x="112363" y="2735659"/>
                </a:moveTo>
                <a:cubicBezTo>
                  <a:pt x="100580" y="2737300"/>
                  <a:pt x="88281" y="2736658"/>
                  <a:pt x="76067" y="2733385"/>
                </a:cubicBezTo>
                <a:lnTo>
                  <a:pt x="67901" y="2731197"/>
                </a:lnTo>
                <a:cubicBezTo>
                  <a:pt x="19046" y="2718106"/>
                  <a:pt x="-9948" y="2667888"/>
                  <a:pt x="3143" y="2619032"/>
                </a:cubicBezTo>
                <a:lnTo>
                  <a:pt x="136132" y="2122709"/>
                </a:lnTo>
                <a:cubicBezTo>
                  <a:pt x="149223" y="2073853"/>
                  <a:pt x="199442" y="2044859"/>
                  <a:pt x="248297" y="2057950"/>
                </a:cubicBezTo>
                <a:lnTo>
                  <a:pt x="256463" y="2060138"/>
                </a:lnTo>
                <a:cubicBezTo>
                  <a:pt x="305319" y="2073229"/>
                  <a:pt x="334312" y="2123447"/>
                  <a:pt x="321221" y="2172303"/>
                </a:cubicBezTo>
                <a:lnTo>
                  <a:pt x="188232" y="2668627"/>
                </a:lnTo>
                <a:cubicBezTo>
                  <a:pt x="178414" y="2705268"/>
                  <a:pt x="147712" y="2730738"/>
                  <a:pt x="112363" y="2735659"/>
                </a:cubicBezTo>
                <a:close/>
                <a:moveTo>
                  <a:pt x="816379" y="2803284"/>
                </a:moveTo>
                <a:lnTo>
                  <a:pt x="296148" y="2663889"/>
                </a:lnTo>
                <a:lnTo>
                  <a:pt x="412311" y="2230363"/>
                </a:lnTo>
                <a:lnTo>
                  <a:pt x="932542" y="2369758"/>
                </a:lnTo>
                <a:close/>
                <a:moveTo>
                  <a:pt x="2025342" y="3266622"/>
                </a:moveTo>
                <a:lnTo>
                  <a:pt x="881030" y="2960004"/>
                </a:lnTo>
                <a:lnTo>
                  <a:pt x="1066890" y="2266362"/>
                </a:lnTo>
                <a:lnTo>
                  <a:pt x="2211202" y="2572980"/>
                </a:lnTo>
                <a:close/>
                <a:moveTo>
                  <a:pt x="2928285" y="3694425"/>
                </a:moveTo>
                <a:lnTo>
                  <a:pt x="2109557" y="3475047"/>
                </a:lnTo>
                <a:lnTo>
                  <a:pt x="2388347" y="2434586"/>
                </a:lnTo>
                <a:lnTo>
                  <a:pt x="3207076" y="2653963"/>
                </a:lnTo>
                <a:close/>
                <a:moveTo>
                  <a:pt x="3361202" y="3940500"/>
                </a:moveTo>
                <a:cubicBezTo>
                  <a:pt x="3346463" y="3942552"/>
                  <a:pt x="3331077" y="3941748"/>
                  <a:pt x="3315798" y="3937654"/>
                </a:cubicBezTo>
                <a:lnTo>
                  <a:pt x="3103596" y="3880795"/>
                </a:lnTo>
                <a:cubicBezTo>
                  <a:pt x="3042479" y="3864419"/>
                  <a:pt x="3006210" y="3801598"/>
                  <a:pt x="3022586" y="3740481"/>
                </a:cubicBezTo>
                <a:lnTo>
                  <a:pt x="3311771" y="2661227"/>
                </a:lnTo>
                <a:cubicBezTo>
                  <a:pt x="3328148" y="2600110"/>
                  <a:pt x="3390968" y="2563840"/>
                  <a:pt x="3452085" y="2580216"/>
                </a:cubicBezTo>
                <a:lnTo>
                  <a:pt x="3664287" y="2637076"/>
                </a:lnTo>
                <a:cubicBezTo>
                  <a:pt x="3725404" y="2653452"/>
                  <a:pt x="3761673" y="2716273"/>
                  <a:pt x="3745297" y="2777390"/>
                </a:cubicBezTo>
                <a:lnTo>
                  <a:pt x="3456112" y="3856644"/>
                </a:lnTo>
                <a:cubicBezTo>
                  <a:pt x="3443830" y="3902482"/>
                  <a:pt x="3405423" y="3934343"/>
                  <a:pt x="3361202" y="39405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3" name="Oval 30">
            <a:extLst>
              <a:ext uri="{FF2B5EF4-FFF2-40B4-BE49-F238E27FC236}">
                <a16:creationId xmlns="" xmlns:a16="http://schemas.microsoft.com/office/drawing/2014/main" id="{FCEB4A66-A2AA-4E4C-ACAB-EE5D6E15834C}"/>
              </a:ext>
            </a:extLst>
          </p:cNvPr>
          <p:cNvSpPr/>
          <p:nvPr/>
        </p:nvSpPr>
        <p:spPr>
          <a:xfrm>
            <a:off x="3553494" y="198782"/>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44" name="TextBox 43"/>
          <p:cNvSpPr txBox="1"/>
          <p:nvPr/>
        </p:nvSpPr>
        <p:spPr>
          <a:xfrm>
            <a:off x="3591337" y="834885"/>
            <a:ext cx="569843" cy="369332"/>
          </a:xfrm>
          <a:prstGeom prst="rect">
            <a:avLst/>
          </a:prstGeom>
          <a:noFill/>
        </p:spPr>
        <p:txBody>
          <a:bodyPr wrap="square" rtlCol="0">
            <a:spAutoFit/>
          </a:bodyPr>
          <a:lstStyle/>
          <a:p>
            <a:r>
              <a:rPr lang="en-US" b="1" dirty="0" smtClean="0"/>
              <a:t>12</a:t>
            </a:r>
            <a:endParaRPr lang="en-US" b="1" dirty="0"/>
          </a:p>
        </p:txBody>
      </p:sp>
      <p:sp>
        <p:nvSpPr>
          <p:cNvPr id="45" name="TextBox 44"/>
          <p:cNvSpPr txBox="1"/>
          <p:nvPr/>
        </p:nvSpPr>
        <p:spPr>
          <a:xfrm>
            <a:off x="3591339" y="245165"/>
            <a:ext cx="530087" cy="369332"/>
          </a:xfrm>
          <a:prstGeom prst="rect">
            <a:avLst/>
          </a:prstGeom>
          <a:noFill/>
        </p:spPr>
        <p:txBody>
          <a:bodyPr wrap="square" rtlCol="0">
            <a:spAutoFit/>
          </a:bodyPr>
          <a:lstStyle/>
          <a:p>
            <a:r>
              <a:rPr lang="en-US" b="1" dirty="0" smtClean="0"/>
              <a:t>11</a:t>
            </a:r>
            <a:endParaRPr lang="en-US" b="1" dirty="0"/>
          </a:p>
        </p:txBody>
      </p:sp>
      <p:sp>
        <p:nvSpPr>
          <p:cNvPr id="46" name="TextBox 45"/>
          <p:cNvSpPr txBox="1"/>
          <p:nvPr/>
        </p:nvSpPr>
        <p:spPr>
          <a:xfrm>
            <a:off x="3604593" y="1404741"/>
            <a:ext cx="490330" cy="369332"/>
          </a:xfrm>
          <a:prstGeom prst="rect">
            <a:avLst/>
          </a:prstGeom>
          <a:noFill/>
        </p:spPr>
        <p:txBody>
          <a:bodyPr wrap="square" rtlCol="0">
            <a:spAutoFit/>
          </a:bodyPr>
          <a:lstStyle/>
          <a:p>
            <a:r>
              <a:rPr lang="en-US" b="1" dirty="0" smtClean="0"/>
              <a:t>13</a:t>
            </a:r>
            <a:endParaRPr lang="en-US" b="1" dirty="0"/>
          </a:p>
        </p:txBody>
      </p:sp>
      <p:sp>
        <p:nvSpPr>
          <p:cNvPr id="47" name="TextBox 46"/>
          <p:cNvSpPr txBox="1"/>
          <p:nvPr/>
        </p:nvSpPr>
        <p:spPr>
          <a:xfrm>
            <a:off x="3591338" y="2034219"/>
            <a:ext cx="470452" cy="369332"/>
          </a:xfrm>
          <a:prstGeom prst="rect">
            <a:avLst/>
          </a:prstGeom>
          <a:noFill/>
        </p:spPr>
        <p:txBody>
          <a:bodyPr wrap="square" rtlCol="0">
            <a:spAutoFit/>
          </a:bodyPr>
          <a:lstStyle/>
          <a:p>
            <a:r>
              <a:rPr lang="en-US" b="1" dirty="0" smtClean="0"/>
              <a:t>14</a:t>
            </a:r>
            <a:endParaRPr lang="en-US" b="1" dirty="0"/>
          </a:p>
        </p:txBody>
      </p:sp>
      <p:sp>
        <p:nvSpPr>
          <p:cNvPr id="51" name="Rectangle 50"/>
          <p:cNvSpPr/>
          <p:nvPr/>
        </p:nvSpPr>
        <p:spPr>
          <a:xfrm>
            <a:off x="4371126" y="845690"/>
            <a:ext cx="4275529" cy="307777"/>
          </a:xfrm>
          <a:prstGeom prst="rect">
            <a:avLst/>
          </a:prstGeom>
        </p:spPr>
        <p:txBody>
          <a:bodyPr wrap="none">
            <a:spAutoFit/>
          </a:bodyPr>
          <a:lstStyle/>
          <a:p>
            <a:r>
              <a:rPr lang="en-US" sz="1400" b="1" dirty="0" smtClean="0">
                <a:latin typeface="Segoe UI Variable Small Semibol" pitchFamily="2" charset="0"/>
              </a:rPr>
              <a:t>Find Minimum, Maximum, and Average Base Pay</a:t>
            </a:r>
          </a:p>
        </p:txBody>
      </p:sp>
      <p:sp>
        <p:nvSpPr>
          <p:cNvPr id="52" name="Rectangle 51"/>
          <p:cNvSpPr/>
          <p:nvPr/>
        </p:nvSpPr>
        <p:spPr>
          <a:xfrm>
            <a:off x="4391004" y="1408908"/>
            <a:ext cx="5155579" cy="307777"/>
          </a:xfrm>
          <a:prstGeom prst="rect">
            <a:avLst/>
          </a:prstGeom>
        </p:spPr>
        <p:txBody>
          <a:bodyPr wrap="none">
            <a:spAutoFit/>
          </a:bodyPr>
          <a:lstStyle/>
          <a:p>
            <a:r>
              <a:rPr lang="en-US" sz="1400" b="1" dirty="0" smtClean="0">
                <a:latin typeface="Segoe UI Variable Small Semibol" pitchFamily="2" charset="0"/>
              </a:rPr>
              <a:t>Replace 'Not Provided' in Employee Name' Column to NaN</a:t>
            </a:r>
          </a:p>
        </p:txBody>
      </p:sp>
      <p:sp>
        <p:nvSpPr>
          <p:cNvPr id="54" name="Rectangle 53"/>
          <p:cNvSpPr/>
          <p:nvPr/>
        </p:nvSpPr>
        <p:spPr>
          <a:xfrm>
            <a:off x="4415592" y="2011881"/>
            <a:ext cx="3560590" cy="307777"/>
          </a:xfrm>
          <a:prstGeom prst="rect">
            <a:avLst/>
          </a:prstGeom>
        </p:spPr>
        <p:txBody>
          <a:bodyPr wrap="none">
            <a:spAutoFit/>
          </a:bodyPr>
          <a:lstStyle/>
          <a:p>
            <a:r>
              <a:rPr lang="en-US" sz="1400" b="1" dirty="0" smtClean="0">
                <a:latin typeface="Segoe UI Variable Small Semibol" pitchFamily="2" charset="0"/>
              </a:rPr>
              <a:t>Drop The Rows Having 5 Missing Values</a:t>
            </a:r>
          </a:p>
        </p:txBody>
      </p:sp>
      <p:sp>
        <p:nvSpPr>
          <p:cNvPr id="55" name="Oval 30">
            <a:extLst>
              <a:ext uri="{FF2B5EF4-FFF2-40B4-BE49-F238E27FC236}">
                <a16:creationId xmlns="" xmlns:a16="http://schemas.microsoft.com/office/drawing/2014/main" id="{FCEB4A66-A2AA-4E4C-ACAB-EE5D6E15834C}"/>
              </a:ext>
            </a:extLst>
          </p:cNvPr>
          <p:cNvSpPr/>
          <p:nvPr/>
        </p:nvSpPr>
        <p:spPr>
          <a:xfrm>
            <a:off x="3573371" y="2498046"/>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49" name="TextBox 48"/>
          <p:cNvSpPr txBox="1"/>
          <p:nvPr/>
        </p:nvSpPr>
        <p:spPr>
          <a:xfrm>
            <a:off x="3624468" y="2551056"/>
            <a:ext cx="457201" cy="369332"/>
          </a:xfrm>
          <a:prstGeom prst="rect">
            <a:avLst/>
          </a:prstGeom>
          <a:noFill/>
        </p:spPr>
        <p:txBody>
          <a:bodyPr wrap="square" rtlCol="0">
            <a:spAutoFit/>
          </a:bodyPr>
          <a:lstStyle/>
          <a:p>
            <a:r>
              <a:rPr lang="en-US" b="1" dirty="0" smtClean="0"/>
              <a:t>15</a:t>
            </a:r>
            <a:endParaRPr lang="en-US" b="1" dirty="0"/>
          </a:p>
        </p:txBody>
      </p:sp>
      <p:sp>
        <p:nvSpPr>
          <p:cNvPr id="56" name="Oval 12">
            <a:extLst>
              <a:ext uri="{FF2B5EF4-FFF2-40B4-BE49-F238E27FC236}">
                <a16:creationId xmlns="" xmlns:a16="http://schemas.microsoft.com/office/drawing/2014/main" id="{4698324C-748E-4DDE-A9D4-AFB239C6BA54}"/>
              </a:ext>
            </a:extLst>
          </p:cNvPr>
          <p:cNvSpPr/>
          <p:nvPr/>
        </p:nvSpPr>
        <p:spPr>
          <a:xfrm>
            <a:off x="3576085" y="3017924"/>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7" name="Oval 9">
            <a:extLst>
              <a:ext uri="{FF2B5EF4-FFF2-40B4-BE49-F238E27FC236}">
                <a16:creationId xmlns="" xmlns:a16="http://schemas.microsoft.com/office/drawing/2014/main" id="{8149BFCA-0C2B-4901-ADC9-F44197DE7C12}"/>
              </a:ext>
            </a:extLst>
          </p:cNvPr>
          <p:cNvSpPr/>
          <p:nvPr/>
        </p:nvSpPr>
        <p:spPr>
          <a:xfrm>
            <a:off x="3581826" y="3551442"/>
            <a:ext cx="509349" cy="50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8" name="Oval 13">
            <a:extLst>
              <a:ext uri="{FF2B5EF4-FFF2-40B4-BE49-F238E27FC236}">
                <a16:creationId xmlns="" xmlns:a16="http://schemas.microsoft.com/office/drawing/2014/main" id="{9BF26B95-F351-4C51-9D16-AFAB1DF2C04E}"/>
              </a:ext>
            </a:extLst>
          </p:cNvPr>
          <p:cNvSpPr/>
          <p:nvPr/>
        </p:nvSpPr>
        <p:spPr>
          <a:xfrm>
            <a:off x="3602590" y="4098224"/>
            <a:ext cx="509349" cy="50934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59" name="Oval 30">
            <a:extLst>
              <a:ext uri="{FF2B5EF4-FFF2-40B4-BE49-F238E27FC236}">
                <a16:creationId xmlns="" xmlns:a16="http://schemas.microsoft.com/office/drawing/2014/main" id="{FCEB4A66-A2AA-4E4C-ACAB-EE5D6E15834C}"/>
              </a:ext>
            </a:extLst>
          </p:cNvPr>
          <p:cNvSpPr/>
          <p:nvPr/>
        </p:nvSpPr>
        <p:spPr>
          <a:xfrm>
            <a:off x="3586624" y="4644900"/>
            <a:ext cx="501673" cy="484241"/>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b="1">
              <a:cs typeface="Arial" pitchFamily="34" charset="0"/>
            </a:endParaRPr>
          </a:p>
        </p:txBody>
      </p:sp>
      <p:sp>
        <p:nvSpPr>
          <p:cNvPr id="60" name="Oval 12">
            <a:extLst>
              <a:ext uri="{FF2B5EF4-FFF2-40B4-BE49-F238E27FC236}">
                <a16:creationId xmlns="" xmlns:a16="http://schemas.microsoft.com/office/drawing/2014/main" id="{4698324C-748E-4DDE-A9D4-AFB239C6BA54}"/>
              </a:ext>
            </a:extLst>
          </p:cNvPr>
          <p:cNvSpPr/>
          <p:nvPr/>
        </p:nvSpPr>
        <p:spPr>
          <a:xfrm>
            <a:off x="3602589" y="5195727"/>
            <a:ext cx="509349" cy="509349"/>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61" name="Rectangle 60"/>
          <p:cNvSpPr/>
          <p:nvPr/>
        </p:nvSpPr>
        <p:spPr>
          <a:xfrm>
            <a:off x="4445994" y="2555221"/>
            <a:ext cx="2994731" cy="307777"/>
          </a:xfrm>
          <a:prstGeom prst="rect">
            <a:avLst/>
          </a:prstGeom>
        </p:spPr>
        <p:txBody>
          <a:bodyPr wrap="none">
            <a:spAutoFit/>
          </a:bodyPr>
          <a:lstStyle/>
          <a:p>
            <a:r>
              <a:rPr lang="en-US" sz="1400" b="1" dirty="0" smtClean="0">
                <a:latin typeface="Segoe UI Variable Small Semibol" pitchFamily="2" charset="0"/>
              </a:rPr>
              <a:t>Find Job Title of ALBERT PARDINI</a:t>
            </a:r>
          </a:p>
        </p:txBody>
      </p:sp>
      <p:sp>
        <p:nvSpPr>
          <p:cNvPr id="62" name="Rectangle 61"/>
          <p:cNvSpPr/>
          <p:nvPr/>
        </p:nvSpPr>
        <p:spPr>
          <a:xfrm>
            <a:off x="4422216" y="3648526"/>
            <a:ext cx="5102679" cy="307777"/>
          </a:xfrm>
          <a:prstGeom prst="rect">
            <a:avLst/>
          </a:prstGeom>
        </p:spPr>
        <p:txBody>
          <a:bodyPr wrap="none">
            <a:spAutoFit/>
          </a:bodyPr>
          <a:lstStyle/>
          <a:p>
            <a:r>
              <a:rPr lang="en-US" sz="1400" b="1" dirty="0" smtClean="0">
                <a:latin typeface="Segoe UI Variable Small Semibol" pitchFamily="2" charset="0"/>
              </a:rPr>
              <a:t>Display Name of The Person Having The Highest Base Pay</a:t>
            </a:r>
          </a:p>
        </p:txBody>
      </p:sp>
      <p:sp>
        <p:nvSpPr>
          <p:cNvPr id="63" name="Rectangle 62"/>
          <p:cNvSpPr/>
          <p:nvPr/>
        </p:nvSpPr>
        <p:spPr>
          <a:xfrm>
            <a:off x="4455346" y="4145481"/>
            <a:ext cx="4198585" cy="307777"/>
          </a:xfrm>
          <a:prstGeom prst="rect">
            <a:avLst/>
          </a:prstGeom>
        </p:spPr>
        <p:txBody>
          <a:bodyPr wrap="none">
            <a:spAutoFit/>
          </a:bodyPr>
          <a:lstStyle/>
          <a:p>
            <a:r>
              <a:rPr lang="en-US" sz="1400" b="1" dirty="0" smtClean="0">
                <a:latin typeface="Segoe UI Variable Small Semibol" pitchFamily="2" charset="0"/>
              </a:rPr>
              <a:t>Find Average Base Pay of All Employee Per Year</a:t>
            </a:r>
          </a:p>
        </p:txBody>
      </p:sp>
      <p:sp>
        <p:nvSpPr>
          <p:cNvPr id="64" name="Rectangle 63"/>
          <p:cNvSpPr/>
          <p:nvPr/>
        </p:nvSpPr>
        <p:spPr>
          <a:xfrm>
            <a:off x="4475227" y="4708699"/>
            <a:ext cx="4541628" cy="307777"/>
          </a:xfrm>
          <a:prstGeom prst="rect">
            <a:avLst/>
          </a:prstGeom>
        </p:spPr>
        <p:txBody>
          <a:bodyPr wrap="none">
            <a:spAutoFit/>
          </a:bodyPr>
          <a:lstStyle/>
          <a:p>
            <a:r>
              <a:rPr lang="en-US" sz="1400" b="1" dirty="0" smtClean="0">
                <a:latin typeface="Segoe UI Variable Small Semibol" pitchFamily="2" charset="0"/>
              </a:rPr>
              <a:t>Find Average Base Pay of All Employee Per Job Title</a:t>
            </a:r>
          </a:p>
        </p:txBody>
      </p:sp>
      <p:sp>
        <p:nvSpPr>
          <p:cNvPr id="65" name="Rectangle 64"/>
          <p:cNvSpPr/>
          <p:nvPr/>
        </p:nvSpPr>
        <p:spPr>
          <a:xfrm>
            <a:off x="4442098" y="3085308"/>
            <a:ext cx="4674678" cy="307777"/>
          </a:xfrm>
          <a:prstGeom prst="rect">
            <a:avLst/>
          </a:prstGeom>
        </p:spPr>
        <p:txBody>
          <a:bodyPr wrap="none">
            <a:spAutoFit/>
          </a:bodyPr>
          <a:lstStyle/>
          <a:p>
            <a:r>
              <a:rPr lang="en-US" sz="1400" b="1" dirty="0" smtClean="0">
                <a:latin typeface="Segoe UI Variable Small Semibol" pitchFamily="2" charset="0"/>
              </a:rPr>
              <a:t>How Much ALBERT PARDINI Make (Include Benefits)?</a:t>
            </a:r>
          </a:p>
        </p:txBody>
      </p:sp>
      <p:sp>
        <p:nvSpPr>
          <p:cNvPr id="48" name="TextBox 47"/>
          <p:cNvSpPr txBox="1"/>
          <p:nvPr/>
        </p:nvSpPr>
        <p:spPr>
          <a:xfrm>
            <a:off x="3578086" y="3087769"/>
            <a:ext cx="477078" cy="369332"/>
          </a:xfrm>
          <a:prstGeom prst="rect">
            <a:avLst/>
          </a:prstGeom>
          <a:noFill/>
        </p:spPr>
        <p:txBody>
          <a:bodyPr wrap="square" rtlCol="0">
            <a:spAutoFit/>
          </a:bodyPr>
          <a:lstStyle/>
          <a:p>
            <a:r>
              <a:rPr lang="en-US" b="1" dirty="0" smtClean="0"/>
              <a:t>16</a:t>
            </a:r>
            <a:endParaRPr lang="en-US" b="1" dirty="0"/>
          </a:p>
        </p:txBody>
      </p:sp>
      <p:sp>
        <p:nvSpPr>
          <p:cNvPr id="66" name="TextBox 65"/>
          <p:cNvSpPr txBox="1"/>
          <p:nvPr/>
        </p:nvSpPr>
        <p:spPr>
          <a:xfrm>
            <a:off x="3604590" y="3624482"/>
            <a:ext cx="470452" cy="369332"/>
          </a:xfrm>
          <a:prstGeom prst="rect">
            <a:avLst/>
          </a:prstGeom>
          <a:noFill/>
        </p:spPr>
        <p:txBody>
          <a:bodyPr wrap="square" rtlCol="0">
            <a:spAutoFit/>
          </a:bodyPr>
          <a:lstStyle/>
          <a:p>
            <a:r>
              <a:rPr lang="en-US" b="1" dirty="0" smtClean="0"/>
              <a:t>17</a:t>
            </a:r>
            <a:endParaRPr lang="en-US" b="1" dirty="0"/>
          </a:p>
        </p:txBody>
      </p:sp>
      <p:sp>
        <p:nvSpPr>
          <p:cNvPr id="50" name="TextBox 49"/>
          <p:cNvSpPr txBox="1"/>
          <p:nvPr/>
        </p:nvSpPr>
        <p:spPr>
          <a:xfrm>
            <a:off x="3631094" y="4174448"/>
            <a:ext cx="516835" cy="369332"/>
          </a:xfrm>
          <a:prstGeom prst="rect">
            <a:avLst/>
          </a:prstGeom>
          <a:noFill/>
        </p:spPr>
        <p:txBody>
          <a:bodyPr wrap="square" rtlCol="0">
            <a:spAutoFit/>
          </a:bodyPr>
          <a:lstStyle/>
          <a:p>
            <a:r>
              <a:rPr lang="en-US" b="1" dirty="0" smtClean="0"/>
              <a:t>18</a:t>
            </a:r>
            <a:endParaRPr lang="en-US" b="1" dirty="0"/>
          </a:p>
        </p:txBody>
      </p:sp>
      <p:sp>
        <p:nvSpPr>
          <p:cNvPr id="68" name="TextBox 67"/>
          <p:cNvSpPr txBox="1"/>
          <p:nvPr/>
        </p:nvSpPr>
        <p:spPr>
          <a:xfrm>
            <a:off x="3637721" y="4697910"/>
            <a:ext cx="510209" cy="369332"/>
          </a:xfrm>
          <a:prstGeom prst="rect">
            <a:avLst/>
          </a:prstGeom>
          <a:noFill/>
        </p:spPr>
        <p:txBody>
          <a:bodyPr wrap="square" rtlCol="0">
            <a:spAutoFit/>
          </a:bodyPr>
          <a:lstStyle/>
          <a:p>
            <a:r>
              <a:rPr lang="en-US" b="1" dirty="0" smtClean="0"/>
              <a:t>19</a:t>
            </a:r>
            <a:endParaRPr lang="en-US" b="1" dirty="0"/>
          </a:p>
        </p:txBody>
      </p:sp>
      <p:sp>
        <p:nvSpPr>
          <p:cNvPr id="67" name="TextBox 66"/>
          <p:cNvSpPr txBox="1"/>
          <p:nvPr/>
        </p:nvSpPr>
        <p:spPr>
          <a:xfrm>
            <a:off x="3617843" y="5282736"/>
            <a:ext cx="450574" cy="369332"/>
          </a:xfrm>
          <a:prstGeom prst="rect">
            <a:avLst/>
          </a:prstGeom>
          <a:noFill/>
        </p:spPr>
        <p:txBody>
          <a:bodyPr wrap="square" rtlCol="0">
            <a:spAutoFit/>
          </a:bodyPr>
          <a:lstStyle/>
          <a:p>
            <a:r>
              <a:rPr lang="en-US" b="1" dirty="0" smtClean="0"/>
              <a:t>20</a:t>
            </a:r>
            <a:endParaRPr lang="en-US" b="1" dirty="0"/>
          </a:p>
        </p:txBody>
      </p:sp>
      <p:grpSp>
        <p:nvGrpSpPr>
          <p:cNvPr id="69" name="그룹 140">
            <a:extLst>
              <a:ext uri="{FF2B5EF4-FFF2-40B4-BE49-F238E27FC236}">
                <a16:creationId xmlns="" xmlns:a16="http://schemas.microsoft.com/office/drawing/2014/main" id="{63F1F7AC-AF09-4C17-BBC1-B14F62648203}"/>
              </a:ext>
            </a:extLst>
          </p:cNvPr>
          <p:cNvGrpSpPr/>
          <p:nvPr/>
        </p:nvGrpSpPr>
        <p:grpSpPr>
          <a:xfrm flipH="1">
            <a:off x="39755" y="1630017"/>
            <a:ext cx="3631096" cy="5227983"/>
            <a:chOff x="905642" y="1970590"/>
            <a:chExt cx="3390931" cy="4216573"/>
          </a:xfrm>
        </p:grpSpPr>
        <p:sp>
          <p:nvSpPr>
            <p:cNvPr id="70" name="Freeform: Shape 426">
              <a:extLst>
                <a:ext uri="{FF2B5EF4-FFF2-40B4-BE49-F238E27FC236}">
                  <a16:creationId xmlns="" xmlns:a16="http://schemas.microsoft.com/office/drawing/2014/main" id="{FA4B3EB4-981A-446C-8C97-6F9766DB78C4}"/>
                </a:ext>
              </a:extLst>
            </p:cNvPr>
            <p:cNvSpPr/>
            <p:nvPr/>
          </p:nvSpPr>
          <p:spPr>
            <a:xfrm>
              <a:off x="905642" y="1970590"/>
              <a:ext cx="3390931" cy="3406189"/>
            </a:xfrm>
            <a:custGeom>
              <a:avLst/>
              <a:gdLst>
                <a:gd name="connsiteX0" fmla="*/ 5369910 w 5372780"/>
                <a:gd name="connsiteY0" fmla="*/ 3724223 h 5396955"/>
                <a:gd name="connsiteX1" fmla="*/ 5211984 w 5372780"/>
                <a:gd name="connsiteY1" fmla="*/ 2894404 h 5396955"/>
                <a:gd name="connsiteX2" fmla="*/ 5125021 w 5372780"/>
                <a:gd name="connsiteY2" fmla="*/ 2834016 h 5396955"/>
                <a:gd name="connsiteX3" fmla="*/ 4033361 w 5372780"/>
                <a:gd name="connsiteY3" fmla="*/ 3039946 h 5396955"/>
                <a:gd name="connsiteX4" fmla="*/ 3371089 w 5372780"/>
                <a:gd name="connsiteY4" fmla="*/ 3166248 h 5396955"/>
                <a:gd name="connsiteX5" fmla="*/ 3334417 w 5372780"/>
                <a:gd name="connsiteY5" fmla="*/ 3216826 h 5396955"/>
                <a:gd name="connsiteX6" fmla="*/ 3419761 w 5372780"/>
                <a:gd name="connsiteY6" fmla="*/ 3664310 h 5396955"/>
                <a:gd name="connsiteX7" fmla="*/ 3365754 w 5372780"/>
                <a:gd name="connsiteY7" fmla="*/ 3897196 h 5396955"/>
                <a:gd name="connsiteX8" fmla="*/ 3365754 w 5372780"/>
                <a:gd name="connsiteY8" fmla="*/ 3858525 h 5396955"/>
                <a:gd name="connsiteX9" fmla="*/ 3234785 w 5372780"/>
                <a:gd name="connsiteY9" fmla="*/ 2955936 h 5396955"/>
                <a:gd name="connsiteX10" fmla="*/ 3323463 w 5372780"/>
                <a:gd name="connsiteY10" fmla="*/ 2751434 h 5396955"/>
                <a:gd name="connsiteX11" fmla="*/ 3434334 w 5372780"/>
                <a:gd name="connsiteY11" fmla="*/ 2606273 h 5396955"/>
                <a:gd name="connsiteX12" fmla="*/ 3451670 w 5372780"/>
                <a:gd name="connsiteY12" fmla="*/ 2479400 h 5396955"/>
                <a:gd name="connsiteX13" fmla="*/ 3556635 w 5372780"/>
                <a:gd name="connsiteY13" fmla="*/ 2053823 h 5396955"/>
                <a:gd name="connsiteX14" fmla="*/ 3308413 w 5372780"/>
                <a:gd name="connsiteY14" fmla="*/ 2269088 h 5396955"/>
                <a:gd name="connsiteX15" fmla="*/ 3190875 w 5372780"/>
                <a:gd name="connsiteY15" fmla="*/ 2697237 h 5396955"/>
                <a:gd name="connsiteX16" fmla="*/ 3200209 w 5372780"/>
                <a:gd name="connsiteY16" fmla="*/ 2852685 h 5396955"/>
                <a:gd name="connsiteX17" fmla="*/ 3128010 w 5372780"/>
                <a:gd name="connsiteY17" fmla="*/ 2686664 h 5396955"/>
                <a:gd name="connsiteX18" fmla="*/ 3114104 w 5372780"/>
                <a:gd name="connsiteY18" fmla="*/ 2581508 h 5396955"/>
                <a:gd name="connsiteX19" fmla="*/ 3155061 w 5372780"/>
                <a:gd name="connsiteY19" fmla="*/ 2294806 h 5396955"/>
                <a:gd name="connsiteX20" fmla="*/ 3097625 w 5372780"/>
                <a:gd name="connsiteY20" fmla="*/ 2220987 h 5396955"/>
                <a:gd name="connsiteX21" fmla="*/ 2975515 w 5372780"/>
                <a:gd name="connsiteY21" fmla="*/ 2204033 h 5396955"/>
                <a:gd name="connsiteX22" fmla="*/ 2737771 w 5372780"/>
                <a:gd name="connsiteY22" fmla="*/ 2078874 h 5396955"/>
                <a:gd name="connsiteX23" fmla="*/ 2701385 w 5372780"/>
                <a:gd name="connsiteY23" fmla="*/ 1919521 h 5396955"/>
                <a:gd name="connsiteX24" fmla="*/ 2740628 w 5372780"/>
                <a:gd name="connsiteY24" fmla="*/ 1902280 h 5396955"/>
                <a:gd name="connsiteX25" fmla="*/ 3032379 w 5372780"/>
                <a:gd name="connsiteY25" fmla="*/ 2080969 h 5396955"/>
                <a:gd name="connsiteX26" fmla="*/ 3120866 w 5372780"/>
                <a:gd name="connsiteY26" fmla="*/ 2059252 h 5396955"/>
                <a:gd name="connsiteX27" fmla="*/ 3398710 w 5372780"/>
                <a:gd name="connsiteY27" fmla="*/ 1605577 h 5396955"/>
                <a:gd name="connsiteX28" fmla="*/ 4052411 w 5372780"/>
                <a:gd name="connsiteY28" fmla="*/ 535252 h 5396955"/>
                <a:gd name="connsiteX29" fmla="*/ 4037839 w 5372780"/>
                <a:gd name="connsiteY29" fmla="*/ 463624 h 5396955"/>
                <a:gd name="connsiteX30" fmla="*/ 3790189 w 5372780"/>
                <a:gd name="connsiteY30" fmla="*/ 313129 h 5396955"/>
                <a:gd name="connsiteX31" fmla="*/ 3307461 w 5372780"/>
                <a:gd name="connsiteY31" fmla="*/ 18712 h 5396955"/>
                <a:gd name="connsiteX32" fmla="*/ 3225165 w 5372780"/>
                <a:gd name="connsiteY32" fmla="*/ 26332 h 5396955"/>
                <a:gd name="connsiteX33" fmla="*/ 2275999 w 5372780"/>
                <a:gd name="connsiteY33" fmla="*/ 1573001 h 5396955"/>
                <a:gd name="connsiteX34" fmla="*/ 2288667 w 5372780"/>
                <a:gd name="connsiteY34" fmla="*/ 1627675 h 5396955"/>
                <a:gd name="connsiteX35" fmla="*/ 2597182 w 5372780"/>
                <a:gd name="connsiteY35" fmla="*/ 1815317 h 5396955"/>
                <a:gd name="connsiteX36" fmla="*/ 2664428 w 5372780"/>
                <a:gd name="connsiteY36" fmla="*/ 1984767 h 5396955"/>
                <a:gd name="connsiteX37" fmla="*/ 2652427 w 5372780"/>
                <a:gd name="connsiteY37" fmla="*/ 1979623 h 5396955"/>
                <a:gd name="connsiteX38" fmla="*/ 2143887 w 5372780"/>
                <a:gd name="connsiteY38" fmla="*/ 1567381 h 5396955"/>
                <a:gd name="connsiteX39" fmla="*/ 2049970 w 5372780"/>
                <a:gd name="connsiteY39" fmla="*/ 1352497 h 5396955"/>
                <a:gd name="connsiteX40" fmla="*/ 1978723 w 5372780"/>
                <a:gd name="connsiteY40" fmla="*/ 1101799 h 5396955"/>
                <a:gd name="connsiteX41" fmla="*/ 1922240 w 5372780"/>
                <a:gd name="connsiteY41" fmla="*/ 1037506 h 5396955"/>
                <a:gd name="connsiteX42" fmla="*/ 1743456 w 5372780"/>
                <a:gd name="connsiteY42" fmla="*/ 747374 h 5396955"/>
                <a:gd name="connsiteX43" fmla="*/ 1786604 w 5372780"/>
                <a:gd name="connsiteY43" fmla="*/ 1209908 h 5396955"/>
                <a:gd name="connsiteX44" fmla="*/ 1930432 w 5372780"/>
                <a:gd name="connsiteY44" fmla="*/ 1402980 h 5396955"/>
                <a:gd name="connsiteX45" fmla="*/ 2011966 w 5372780"/>
                <a:gd name="connsiteY45" fmla="*/ 1451843 h 5396955"/>
                <a:gd name="connsiteX46" fmla="*/ 2077307 w 5372780"/>
                <a:gd name="connsiteY46" fmla="*/ 1531187 h 5396955"/>
                <a:gd name="connsiteX47" fmla="*/ 1424749 w 5372780"/>
                <a:gd name="connsiteY47" fmla="*/ 1263725 h 5396955"/>
                <a:gd name="connsiteX48" fmla="*/ 1275779 w 5372780"/>
                <a:gd name="connsiteY48" fmla="*/ 1115897 h 5396955"/>
                <a:gd name="connsiteX49" fmla="*/ 1063181 w 5372780"/>
                <a:gd name="connsiteY49" fmla="*/ 880153 h 5396955"/>
                <a:gd name="connsiteX50" fmla="*/ 1002696 w 5372780"/>
                <a:gd name="connsiteY50" fmla="*/ 852721 h 5396955"/>
                <a:gd name="connsiteX51" fmla="*/ 770287 w 5372780"/>
                <a:gd name="connsiteY51" fmla="*/ 684319 h 5396955"/>
                <a:gd name="connsiteX52" fmla="*/ 872299 w 5372780"/>
                <a:gd name="connsiteY52" fmla="*/ 908632 h 5396955"/>
                <a:gd name="connsiteX53" fmla="*/ 971359 w 5372780"/>
                <a:gd name="connsiteY53" fmla="*/ 1070462 h 5396955"/>
                <a:gd name="connsiteX54" fmla="*/ 1206151 w 5372780"/>
                <a:gd name="connsiteY54" fmla="*/ 1204765 h 5396955"/>
                <a:gd name="connsiteX55" fmla="*/ 1347121 w 5372780"/>
                <a:gd name="connsiteY55" fmla="*/ 1247627 h 5396955"/>
                <a:gd name="connsiteX56" fmla="*/ 844486 w 5372780"/>
                <a:gd name="connsiteY56" fmla="*/ 1179047 h 5396955"/>
                <a:gd name="connsiteX57" fmla="*/ 593217 w 5372780"/>
                <a:gd name="connsiteY57" fmla="*/ 1090370 h 5396955"/>
                <a:gd name="connsiteX58" fmla="*/ 380809 w 5372780"/>
                <a:gd name="connsiteY58" fmla="*/ 1044554 h 5396955"/>
                <a:gd name="connsiteX59" fmla="*/ 0 w 5372780"/>
                <a:gd name="connsiteY59" fmla="*/ 1044745 h 5396955"/>
                <a:gd name="connsiteX60" fmla="*/ 316420 w 5372780"/>
                <a:gd name="connsiteY60" fmla="*/ 1238960 h 5396955"/>
                <a:gd name="connsiteX61" fmla="*/ 661988 w 5372780"/>
                <a:gd name="connsiteY61" fmla="*/ 1239531 h 5396955"/>
                <a:gd name="connsiteX62" fmla="*/ 755904 w 5372780"/>
                <a:gd name="connsiteY62" fmla="*/ 1208289 h 5396955"/>
                <a:gd name="connsiteX63" fmla="*/ 1108329 w 5372780"/>
                <a:gd name="connsiteY63" fmla="*/ 1234006 h 5396955"/>
                <a:gd name="connsiteX64" fmla="*/ 957072 w 5372780"/>
                <a:gd name="connsiteY64" fmla="*/ 1237055 h 5396955"/>
                <a:gd name="connsiteX65" fmla="*/ 639223 w 5372780"/>
                <a:gd name="connsiteY65" fmla="*/ 1292109 h 5396955"/>
                <a:gd name="connsiteX66" fmla="*/ 319564 w 5372780"/>
                <a:gd name="connsiteY66" fmla="*/ 1553570 h 5396955"/>
                <a:gd name="connsiteX67" fmla="*/ 276034 w 5372780"/>
                <a:gd name="connsiteY67" fmla="*/ 1597385 h 5396955"/>
                <a:gd name="connsiteX68" fmla="*/ 490538 w 5372780"/>
                <a:gd name="connsiteY68" fmla="*/ 1525091 h 5396955"/>
                <a:gd name="connsiteX69" fmla="*/ 646271 w 5372780"/>
                <a:gd name="connsiteY69" fmla="*/ 1507755 h 5396955"/>
                <a:gd name="connsiteX70" fmla="*/ 975931 w 5372780"/>
                <a:gd name="connsiteY70" fmla="*/ 1337734 h 5396955"/>
                <a:gd name="connsiteX71" fmla="*/ 1224248 w 5372780"/>
                <a:gd name="connsiteY71" fmla="*/ 1253914 h 5396955"/>
                <a:gd name="connsiteX72" fmla="*/ 1445419 w 5372780"/>
                <a:gd name="connsiteY72" fmla="*/ 1308111 h 5396955"/>
                <a:gd name="connsiteX73" fmla="*/ 1843754 w 5372780"/>
                <a:gd name="connsiteY73" fmla="*/ 1459749 h 5396955"/>
                <a:gd name="connsiteX74" fmla="*/ 1703641 w 5372780"/>
                <a:gd name="connsiteY74" fmla="*/ 1435270 h 5396955"/>
                <a:gd name="connsiteX75" fmla="*/ 1367409 w 5372780"/>
                <a:gd name="connsiteY75" fmla="*/ 1434698 h 5396955"/>
                <a:gd name="connsiteX76" fmla="*/ 955453 w 5372780"/>
                <a:gd name="connsiteY76" fmla="*/ 1669585 h 5396955"/>
                <a:gd name="connsiteX77" fmla="*/ 960311 w 5372780"/>
                <a:gd name="connsiteY77" fmla="*/ 1677300 h 5396955"/>
                <a:gd name="connsiteX78" fmla="*/ 1166146 w 5372780"/>
                <a:gd name="connsiteY78" fmla="*/ 1631104 h 5396955"/>
                <a:gd name="connsiteX79" fmla="*/ 1374838 w 5372780"/>
                <a:gd name="connsiteY79" fmla="*/ 1645105 h 5396955"/>
                <a:gd name="connsiteX80" fmla="*/ 1609154 w 5372780"/>
                <a:gd name="connsiteY80" fmla="*/ 1603672 h 5396955"/>
                <a:gd name="connsiteX81" fmla="*/ 1696117 w 5372780"/>
                <a:gd name="connsiteY81" fmla="*/ 1537759 h 5396955"/>
                <a:gd name="connsiteX82" fmla="*/ 1946815 w 5372780"/>
                <a:gd name="connsiteY82" fmla="*/ 1511946 h 5396955"/>
                <a:gd name="connsiteX83" fmla="*/ 2472976 w 5372780"/>
                <a:gd name="connsiteY83" fmla="*/ 1884469 h 5396955"/>
                <a:gd name="connsiteX84" fmla="*/ 2533650 w 5372780"/>
                <a:gd name="connsiteY84" fmla="*/ 1941333 h 5396955"/>
                <a:gd name="connsiteX85" fmla="*/ 2428970 w 5372780"/>
                <a:gd name="connsiteY85" fmla="*/ 1893422 h 5396955"/>
                <a:gd name="connsiteX86" fmla="*/ 2347627 w 5372780"/>
                <a:gd name="connsiteY86" fmla="*/ 1813317 h 5396955"/>
                <a:gd name="connsiteX87" fmla="*/ 2080546 w 5372780"/>
                <a:gd name="connsiteY87" fmla="*/ 1713781 h 5396955"/>
                <a:gd name="connsiteX88" fmla="*/ 1662303 w 5372780"/>
                <a:gd name="connsiteY88" fmla="*/ 1816746 h 5396955"/>
                <a:gd name="connsiteX89" fmla="*/ 1587627 w 5372780"/>
                <a:gd name="connsiteY89" fmla="*/ 1849417 h 5396955"/>
                <a:gd name="connsiteX90" fmla="*/ 1870234 w 5372780"/>
                <a:gd name="connsiteY90" fmla="*/ 1903138 h 5396955"/>
                <a:gd name="connsiteX91" fmla="*/ 2048732 w 5372780"/>
                <a:gd name="connsiteY91" fmla="*/ 1992006 h 5396955"/>
                <a:gd name="connsiteX92" fmla="*/ 2332672 w 5372780"/>
                <a:gd name="connsiteY92" fmla="*/ 1979814 h 5396955"/>
                <a:gd name="connsiteX93" fmla="*/ 2515552 w 5372780"/>
                <a:gd name="connsiteY93" fmla="*/ 1965146 h 5396955"/>
                <a:gd name="connsiteX94" fmla="*/ 2741866 w 5372780"/>
                <a:gd name="connsiteY94" fmla="*/ 2170314 h 5396955"/>
                <a:gd name="connsiteX95" fmla="*/ 2197799 w 5372780"/>
                <a:gd name="connsiteY95" fmla="*/ 2093352 h 5396955"/>
                <a:gd name="connsiteX96" fmla="*/ 1309211 w 5372780"/>
                <a:gd name="connsiteY96" fmla="*/ 1965622 h 5396955"/>
                <a:gd name="connsiteX97" fmla="*/ 1272540 w 5372780"/>
                <a:gd name="connsiteY97" fmla="*/ 1994006 h 5396955"/>
                <a:gd name="connsiteX98" fmla="*/ 1245679 w 5372780"/>
                <a:gd name="connsiteY98" fmla="*/ 2186792 h 5396955"/>
                <a:gd name="connsiteX99" fmla="*/ 1149762 w 5372780"/>
                <a:gd name="connsiteY99" fmla="*/ 2863639 h 5396955"/>
                <a:gd name="connsiteX100" fmla="*/ 1204341 w 5372780"/>
                <a:gd name="connsiteY100" fmla="*/ 2934600 h 5396955"/>
                <a:gd name="connsiteX101" fmla="*/ 1575911 w 5372780"/>
                <a:gd name="connsiteY101" fmla="*/ 2987083 h 5396955"/>
                <a:gd name="connsiteX102" fmla="*/ 2488502 w 5372780"/>
                <a:gd name="connsiteY102" fmla="*/ 3113670 h 5396955"/>
                <a:gd name="connsiteX103" fmla="*/ 2642330 w 5372780"/>
                <a:gd name="connsiteY103" fmla="*/ 3222255 h 5396955"/>
                <a:gd name="connsiteX104" fmla="*/ 2794254 w 5372780"/>
                <a:gd name="connsiteY104" fmla="*/ 3570108 h 5396955"/>
                <a:gd name="connsiteX105" fmla="*/ 3058382 w 5372780"/>
                <a:gd name="connsiteY105" fmla="*/ 3785373 h 5396955"/>
                <a:gd name="connsiteX106" fmla="*/ 3281458 w 5372780"/>
                <a:gd name="connsiteY106" fmla="*/ 3972063 h 5396955"/>
                <a:gd name="connsiteX107" fmla="*/ 3291745 w 5372780"/>
                <a:gd name="connsiteY107" fmla="*/ 4035976 h 5396955"/>
                <a:gd name="connsiteX108" fmla="*/ 3048286 w 5372780"/>
                <a:gd name="connsiteY108" fmla="*/ 4894560 h 5396955"/>
                <a:gd name="connsiteX109" fmla="*/ 3025902 w 5372780"/>
                <a:gd name="connsiteY109" fmla="*/ 4923420 h 5396955"/>
                <a:gd name="connsiteX110" fmla="*/ 3013520 w 5372780"/>
                <a:gd name="connsiteY110" fmla="*/ 4849220 h 5396955"/>
                <a:gd name="connsiteX111" fmla="*/ 3056382 w 5372780"/>
                <a:gd name="connsiteY111" fmla="*/ 4641004 h 5396955"/>
                <a:gd name="connsiteX112" fmla="*/ 2976467 w 5372780"/>
                <a:gd name="connsiteY112" fmla="*/ 4144180 h 5396955"/>
                <a:gd name="connsiteX113" fmla="*/ 2582037 w 5372780"/>
                <a:gd name="connsiteY113" fmla="*/ 3720794 h 5396955"/>
                <a:gd name="connsiteX114" fmla="*/ 2476119 w 5372780"/>
                <a:gd name="connsiteY114" fmla="*/ 3625258 h 5396955"/>
                <a:gd name="connsiteX115" fmla="*/ 2485168 w 5372780"/>
                <a:gd name="connsiteY115" fmla="*/ 3649928 h 5396955"/>
                <a:gd name="connsiteX116" fmla="*/ 2599087 w 5372780"/>
                <a:gd name="connsiteY116" fmla="*/ 3891005 h 5396955"/>
                <a:gd name="connsiteX117" fmla="*/ 2622137 w 5372780"/>
                <a:gd name="connsiteY117" fmla="*/ 4312868 h 5396955"/>
                <a:gd name="connsiteX118" fmla="*/ 2869406 w 5372780"/>
                <a:gd name="connsiteY118" fmla="*/ 4735016 h 5396955"/>
                <a:gd name="connsiteX119" fmla="*/ 2995422 w 5372780"/>
                <a:gd name="connsiteY119" fmla="*/ 4944090 h 5396955"/>
                <a:gd name="connsiteX120" fmla="*/ 2983230 w 5372780"/>
                <a:gd name="connsiteY120" fmla="*/ 5020670 h 5396955"/>
                <a:gd name="connsiteX121" fmla="*/ 2746820 w 5372780"/>
                <a:gd name="connsiteY121" fmla="*/ 5376334 h 5396955"/>
                <a:gd name="connsiteX122" fmla="*/ 2824924 w 5372780"/>
                <a:gd name="connsiteY122" fmla="*/ 5376429 h 5396955"/>
                <a:gd name="connsiteX123" fmla="*/ 3090196 w 5372780"/>
                <a:gd name="connsiteY123" fmla="*/ 4949233 h 5396955"/>
                <a:gd name="connsiteX124" fmla="*/ 3415379 w 5372780"/>
                <a:gd name="connsiteY124" fmla="*/ 4796833 h 5396955"/>
                <a:gd name="connsiteX125" fmla="*/ 3837051 w 5372780"/>
                <a:gd name="connsiteY125" fmla="*/ 4674913 h 5396955"/>
                <a:gd name="connsiteX126" fmla="*/ 4179475 w 5372780"/>
                <a:gd name="connsiteY126" fmla="*/ 4338776 h 5396955"/>
                <a:gd name="connsiteX127" fmla="*/ 4395120 w 5372780"/>
                <a:gd name="connsiteY127" fmla="*/ 4247145 h 5396955"/>
                <a:gd name="connsiteX128" fmla="*/ 4443888 w 5372780"/>
                <a:gd name="connsiteY128" fmla="*/ 4229524 h 5396955"/>
                <a:gd name="connsiteX129" fmla="*/ 4026408 w 5372780"/>
                <a:gd name="connsiteY129" fmla="*/ 4242764 h 5396955"/>
                <a:gd name="connsiteX130" fmla="*/ 3675698 w 5372780"/>
                <a:gd name="connsiteY130" fmla="*/ 4299056 h 5396955"/>
                <a:gd name="connsiteX131" fmla="*/ 3356705 w 5372780"/>
                <a:gd name="connsiteY131" fmla="*/ 4550707 h 5396955"/>
                <a:gd name="connsiteX132" fmla="*/ 3267647 w 5372780"/>
                <a:gd name="connsiteY132" fmla="*/ 4718442 h 5396955"/>
                <a:gd name="connsiteX133" fmla="*/ 3149346 w 5372780"/>
                <a:gd name="connsiteY133" fmla="*/ 4840362 h 5396955"/>
                <a:gd name="connsiteX134" fmla="*/ 3162776 w 5372780"/>
                <a:gd name="connsiteY134" fmla="*/ 4788451 h 5396955"/>
                <a:gd name="connsiteX135" fmla="*/ 3355181 w 5372780"/>
                <a:gd name="connsiteY135" fmla="*/ 4012925 h 5396955"/>
                <a:gd name="connsiteX136" fmla="*/ 3453384 w 5372780"/>
                <a:gd name="connsiteY136" fmla="*/ 3850524 h 5396955"/>
                <a:gd name="connsiteX137" fmla="*/ 3497580 w 5372780"/>
                <a:gd name="connsiteY137" fmla="*/ 4073695 h 5396955"/>
                <a:gd name="connsiteX138" fmla="*/ 3561873 w 5372780"/>
                <a:gd name="connsiteY138" fmla="*/ 4117795 h 5396955"/>
                <a:gd name="connsiteX139" fmla="*/ 4135659 w 5372780"/>
                <a:gd name="connsiteY139" fmla="*/ 4009306 h 5396955"/>
                <a:gd name="connsiteX140" fmla="*/ 5326095 w 5372780"/>
                <a:gd name="connsiteY140" fmla="*/ 3787850 h 5396955"/>
                <a:gd name="connsiteX141" fmla="*/ 5369910 w 5372780"/>
                <a:gd name="connsiteY141" fmla="*/ 3724223 h 5396955"/>
                <a:gd name="connsiteX142" fmla="*/ 3298603 w 5372780"/>
                <a:gd name="connsiteY142" fmla="*/ 3933106 h 5396955"/>
                <a:gd name="connsiteX143" fmla="*/ 3223260 w 5372780"/>
                <a:gd name="connsiteY143" fmla="*/ 3757084 h 5396955"/>
                <a:gd name="connsiteX144" fmla="*/ 3138202 w 5372780"/>
                <a:gd name="connsiteY144" fmla="*/ 3430281 h 5396955"/>
                <a:gd name="connsiteX145" fmla="*/ 2853214 w 5372780"/>
                <a:gd name="connsiteY145" fmla="*/ 3200157 h 5396955"/>
                <a:gd name="connsiteX146" fmla="*/ 2775871 w 5372780"/>
                <a:gd name="connsiteY146" fmla="*/ 3156533 h 5396955"/>
                <a:gd name="connsiteX147" fmla="*/ 2991612 w 5372780"/>
                <a:gd name="connsiteY147" fmla="*/ 3185774 h 5396955"/>
                <a:gd name="connsiteX148" fmla="*/ 3033808 w 5372780"/>
                <a:gd name="connsiteY148" fmla="*/ 3155009 h 5396955"/>
                <a:gd name="connsiteX149" fmla="*/ 3083052 w 5372780"/>
                <a:gd name="connsiteY149" fmla="*/ 2810299 h 5396955"/>
                <a:gd name="connsiteX150" fmla="*/ 3137916 w 5372780"/>
                <a:gd name="connsiteY150" fmla="*/ 2865925 h 5396955"/>
                <a:gd name="connsiteX151" fmla="*/ 3300031 w 5372780"/>
                <a:gd name="connsiteY151" fmla="*/ 3618686 h 5396955"/>
                <a:gd name="connsiteX152" fmla="*/ 3298603 w 5372780"/>
                <a:gd name="connsiteY152" fmla="*/ 3933106 h 539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372780" h="5396955">
                  <a:moveTo>
                    <a:pt x="5369910" y="3724223"/>
                  </a:moveTo>
                  <a:cubicBezTo>
                    <a:pt x="5315236" y="3447998"/>
                    <a:pt x="5264849" y="3171011"/>
                    <a:pt x="5211984" y="2894404"/>
                  </a:cubicBezTo>
                  <a:cubicBezTo>
                    <a:pt x="5196554" y="2813823"/>
                    <a:pt x="5179885" y="2823634"/>
                    <a:pt x="5125021" y="2834016"/>
                  </a:cubicBezTo>
                  <a:cubicBezTo>
                    <a:pt x="4761262" y="2903358"/>
                    <a:pt x="4397217" y="2971081"/>
                    <a:pt x="4033361" y="3039946"/>
                  </a:cubicBezTo>
                  <a:cubicBezTo>
                    <a:pt x="3812572" y="3081666"/>
                    <a:pt x="3591973" y="3124814"/>
                    <a:pt x="3371089" y="3166248"/>
                  </a:cubicBezTo>
                  <a:cubicBezTo>
                    <a:pt x="3340322" y="3172058"/>
                    <a:pt x="3326130" y="3177487"/>
                    <a:pt x="3334417" y="3216826"/>
                  </a:cubicBezTo>
                  <a:cubicBezTo>
                    <a:pt x="3365849" y="3365320"/>
                    <a:pt x="3391376" y="3515149"/>
                    <a:pt x="3419761" y="3664310"/>
                  </a:cubicBezTo>
                  <a:cubicBezTo>
                    <a:pt x="3435001" y="3744606"/>
                    <a:pt x="3409473" y="3858906"/>
                    <a:pt x="3365754" y="3897196"/>
                  </a:cubicBezTo>
                  <a:cubicBezTo>
                    <a:pt x="3365754" y="3883861"/>
                    <a:pt x="3365468" y="3871193"/>
                    <a:pt x="3365754" y="3858525"/>
                  </a:cubicBezTo>
                  <a:cubicBezTo>
                    <a:pt x="3374231" y="3550106"/>
                    <a:pt x="3331654" y="3249211"/>
                    <a:pt x="3234785" y="2955936"/>
                  </a:cubicBezTo>
                  <a:cubicBezTo>
                    <a:pt x="3203067" y="2859829"/>
                    <a:pt x="3230499" y="2799726"/>
                    <a:pt x="3323463" y="2751434"/>
                  </a:cubicBezTo>
                  <a:cubicBezTo>
                    <a:pt x="3382899" y="2720573"/>
                    <a:pt x="3423570" y="2674282"/>
                    <a:pt x="3434334" y="2606273"/>
                  </a:cubicBezTo>
                  <a:cubicBezTo>
                    <a:pt x="3441002" y="2564173"/>
                    <a:pt x="3445955" y="2521691"/>
                    <a:pt x="3451670" y="2479400"/>
                  </a:cubicBezTo>
                  <a:cubicBezTo>
                    <a:pt x="3471386" y="2334049"/>
                    <a:pt x="3441668" y="2176696"/>
                    <a:pt x="3556635" y="2053823"/>
                  </a:cubicBezTo>
                  <a:cubicBezTo>
                    <a:pt x="3467100" y="2119260"/>
                    <a:pt x="3384232" y="2190412"/>
                    <a:pt x="3308413" y="2269088"/>
                  </a:cubicBezTo>
                  <a:cubicBezTo>
                    <a:pt x="3191923" y="2389961"/>
                    <a:pt x="3150870" y="2532264"/>
                    <a:pt x="3190875" y="2697237"/>
                  </a:cubicBezTo>
                  <a:cubicBezTo>
                    <a:pt x="3202115" y="2743528"/>
                    <a:pt x="3211735" y="2791249"/>
                    <a:pt x="3200209" y="2852685"/>
                  </a:cubicBezTo>
                  <a:cubicBezTo>
                    <a:pt x="3173063" y="2789820"/>
                    <a:pt x="3152204" y="2737433"/>
                    <a:pt x="3128010" y="2686664"/>
                  </a:cubicBezTo>
                  <a:cubicBezTo>
                    <a:pt x="3111722" y="2652374"/>
                    <a:pt x="3107531" y="2619608"/>
                    <a:pt x="3114104" y="2581508"/>
                  </a:cubicBezTo>
                  <a:cubicBezTo>
                    <a:pt x="3130486" y="2486449"/>
                    <a:pt x="3142679" y="2390532"/>
                    <a:pt x="3155061" y="2294806"/>
                  </a:cubicBezTo>
                  <a:cubicBezTo>
                    <a:pt x="3162300" y="2238704"/>
                    <a:pt x="3152394" y="2228036"/>
                    <a:pt x="3097625" y="2220987"/>
                  </a:cubicBezTo>
                  <a:cubicBezTo>
                    <a:pt x="3056858" y="2215748"/>
                    <a:pt x="3016186" y="2203937"/>
                    <a:pt x="2975515" y="2204033"/>
                  </a:cubicBezTo>
                  <a:cubicBezTo>
                    <a:pt x="2872740" y="2204414"/>
                    <a:pt x="2799588" y="2163266"/>
                    <a:pt x="2737771" y="2078874"/>
                  </a:cubicBezTo>
                  <a:cubicBezTo>
                    <a:pt x="2698909" y="2025725"/>
                    <a:pt x="2696242" y="1976290"/>
                    <a:pt x="2701385" y="1919521"/>
                  </a:cubicBezTo>
                  <a:cubicBezTo>
                    <a:pt x="2703862" y="1892565"/>
                    <a:pt x="2714054" y="1885517"/>
                    <a:pt x="2740628" y="1902280"/>
                  </a:cubicBezTo>
                  <a:cubicBezTo>
                    <a:pt x="2837021" y="1963145"/>
                    <a:pt x="2934938" y="2021724"/>
                    <a:pt x="3032379" y="2080969"/>
                  </a:cubicBezTo>
                  <a:cubicBezTo>
                    <a:pt x="3080480" y="2110211"/>
                    <a:pt x="3091339" y="2107354"/>
                    <a:pt x="3120866" y="2059252"/>
                  </a:cubicBezTo>
                  <a:cubicBezTo>
                    <a:pt x="3213545" y="1907996"/>
                    <a:pt x="3306318" y="1756929"/>
                    <a:pt x="3398710" y="1605577"/>
                  </a:cubicBezTo>
                  <a:cubicBezTo>
                    <a:pt x="3616547" y="1248770"/>
                    <a:pt x="3833717" y="891583"/>
                    <a:pt x="4052411" y="535252"/>
                  </a:cubicBezTo>
                  <a:cubicBezTo>
                    <a:pt x="4072224" y="502963"/>
                    <a:pt x="4077843" y="485722"/>
                    <a:pt x="4037839" y="463624"/>
                  </a:cubicBezTo>
                  <a:cubicBezTo>
                    <a:pt x="3953351" y="416952"/>
                    <a:pt x="3872579" y="363517"/>
                    <a:pt x="3790189" y="313129"/>
                  </a:cubicBezTo>
                  <a:cubicBezTo>
                    <a:pt x="3629406" y="214831"/>
                    <a:pt x="3468624" y="116438"/>
                    <a:pt x="3307461" y="18712"/>
                  </a:cubicBezTo>
                  <a:cubicBezTo>
                    <a:pt x="3279362" y="1662"/>
                    <a:pt x="3251263" y="-16245"/>
                    <a:pt x="3225165" y="26332"/>
                  </a:cubicBezTo>
                  <a:cubicBezTo>
                    <a:pt x="2909411" y="542301"/>
                    <a:pt x="2593181" y="1057889"/>
                    <a:pt x="2275999" y="1573001"/>
                  </a:cubicBezTo>
                  <a:cubicBezTo>
                    <a:pt x="2259616" y="1599671"/>
                    <a:pt x="2261997" y="1611863"/>
                    <a:pt x="2288667" y="1627675"/>
                  </a:cubicBezTo>
                  <a:cubicBezTo>
                    <a:pt x="2392204" y="1689111"/>
                    <a:pt x="2494407" y="1752738"/>
                    <a:pt x="2597182" y="1815317"/>
                  </a:cubicBezTo>
                  <a:cubicBezTo>
                    <a:pt x="2672906" y="1861418"/>
                    <a:pt x="2684621" y="1890279"/>
                    <a:pt x="2664428" y="1984767"/>
                  </a:cubicBezTo>
                  <a:cubicBezTo>
                    <a:pt x="2660142" y="1983052"/>
                    <a:pt x="2655189" y="1982386"/>
                    <a:pt x="2652427" y="1979623"/>
                  </a:cubicBezTo>
                  <a:cubicBezTo>
                    <a:pt x="2499836" y="1821318"/>
                    <a:pt x="2327148" y="1688539"/>
                    <a:pt x="2143887" y="1567381"/>
                  </a:cubicBezTo>
                  <a:cubicBezTo>
                    <a:pt x="2072259" y="1520042"/>
                    <a:pt x="2037779" y="1442890"/>
                    <a:pt x="2049970" y="1352497"/>
                  </a:cubicBezTo>
                  <a:cubicBezTo>
                    <a:pt x="2062639" y="1258391"/>
                    <a:pt x="2047970" y="1172666"/>
                    <a:pt x="1978723" y="1101799"/>
                  </a:cubicBezTo>
                  <a:cubicBezTo>
                    <a:pt x="1958816" y="1081416"/>
                    <a:pt x="1941862" y="1058175"/>
                    <a:pt x="1922240" y="1037506"/>
                  </a:cubicBezTo>
                  <a:cubicBezTo>
                    <a:pt x="1842421" y="953495"/>
                    <a:pt x="1761077" y="870628"/>
                    <a:pt x="1743456" y="747374"/>
                  </a:cubicBezTo>
                  <a:cubicBezTo>
                    <a:pt x="1751933" y="902917"/>
                    <a:pt x="1743647" y="1058651"/>
                    <a:pt x="1786604" y="1209908"/>
                  </a:cubicBezTo>
                  <a:cubicBezTo>
                    <a:pt x="1810322" y="1293347"/>
                    <a:pt x="1857470" y="1357355"/>
                    <a:pt x="1930432" y="1402980"/>
                  </a:cubicBezTo>
                  <a:cubicBezTo>
                    <a:pt x="1957292" y="1419744"/>
                    <a:pt x="1985105" y="1435079"/>
                    <a:pt x="2011966" y="1451843"/>
                  </a:cubicBezTo>
                  <a:cubicBezTo>
                    <a:pt x="2038350" y="1468322"/>
                    <a:pt x="2058162" y="1490515"/>
                    <a:pt x="2077307" y="1531187"/>
                  </a:cubicBezTo>
                  <a:cubicBezTo>
                    <a:pt x="1862518" y="1409838"/>
                    <a:pt x="1647254" y="1328590"/>
                    <a:pt x="1424749" y="1263725"/>
                  </a:cubicBezTo>
                  <a:cubicBezTo>
                    <a:pt x="1351979" y="1242484"/>
                    <a:pt x="1294162" y="1192573"/>
                    <a:pt x="1275779" y="1115897"/>
                  </a:cubicBezTo>
                  <a:cubicBezTo>
                    <a:pt x="1247204" y="996929"/>
                    <a:pt x="1174528" y="922444"/>
                    <a:pt x="1063181" y="880153"/>
                  </a:cubicBezTo>
                  <a:cubicBezTo>
                    <a:pt x="1042511" y="872342"/>
                    <a:pt x="1023080" y="861103"/>
                    <a:pt x="1002696" y="852721"/>
                  </a:cubicBezTo>
                  <a:cubicBezTo>
                    <a:pt x="912114" y="815383"/>
                    <a:pt x="824293" y="774425"/>
                    <a:pt x="770287" y="684319"/>
                  </a:cubicBezTo>
                  <a:cubicBezTo>
                    <a:pt x="801719" y="761186"/>
                    <a:pt x="837343" y="834814"/>
                    <a:pt x="872299" y="908632"/>
                  </a:cubicBezTo>
                  <a:cubicBezTo>
                    <a:pt x="899541" y="966163"/>
                    <a:pt x="934974" y="1018456"/>
                    <a:pt x="971359" y="1070462"/>
                  </a:cubicBezTo>
                  <a:cubicBezTo>
                    <a:pt x="1028795" y="1152663"/>
                    <a:pt x="1106995" y="1194478"/>
                    <a:pt x="1206151" y="1204765"/>
                  </a:cubicBezTo>
                  <a:cubicBezTo>
                    <a:pt x="1251299" y="1209432"/>
                    <a:pt x="1300924" y="1205622"/>
                    <a:pt x="1347121" y="1247627"/>
                  </a:cubicBezTo>
                  <a:cubicBezTo>
                    <a:pt x="1174909" y="1208480"/>
                    <a:pt x="1010317" y="1189144"/>
                    <a:pt x="844486" y="1179047"/>
                  </a:cubicBezTo>
                  <a:cubicBezTo>
                    <a:pt x="752189" y="1173428"/>
                    <a:pt x="668084" y="1147234"/>
                    <a:pt x="593217" y="1090370"/>
                  </a:cubicBezTo>
                  <a:cubicBezTo>
                    <a:pt x="530543" y="1042649"/>
                    <a:pt x="458152" y="1036077"/>
                    <a:pt x="380809" y="1044554"/>
                  </a:cubicBezTo>
                  <a:cubicBezTo>
                    <a:pt x="254508" y="1058461"/>
                    <a:pt x="127635" y="1103228"/>
                    <a:pt x="0" y="1044745"/>
                  </a:cubicBezTo>
                  <a:cubicBezTo>
                    <a:pt x="102108" y="1117135"/>
                    <a:pt x="205835" y="1183048"/>
                    <a:pt x="316420" y="1238960"/>
                  </a:cubicBezTo>
                  <a:cubicBezTo>
                    <a:pt x="433483" y="1298110"/>
                    <a:pt x="546354" y="1298872"/>
                    <a:pt x="661988" y="1239531"/>
                  </a:cubicBezTo>
                  <a:cubicBezTo>
                    <a:pt x="691324" y="1224481"/>
                    <a:pt x="721423" y="1209908"/>
                    <a:pt x="755904" y="1208289"/>
                  </a:cubicBezTo>
                  <a:cubicBezTo>
                    <a:pt x="871918" y="1202955"/>
                    <a:pt x="986314" y="1215909"/>
                    <a:pt x="1108329" y="1234006"/>
                  </a:cubicBezTo>
                  <a:cubicBezTo>
                    <a:pt x="1052798" y="1258391"/>
                    <a:pt x="1004888" y="1248199"/>
                    <a:pt x="957072" y="1237055"/>
                  </a:cubicBezTo>
                  <a:cubicBezTo>
                    <a:pt x="843248" y="1210480"/>
                    <a:pt x="739044" y="1229149"/>
                    <a:pt x="639223" y="1292109"/>
                  </a:cubicBezTo>
                  <a:cubicBezTo>
                    <a:pt x="521494" y="1366309"/>
                    <a:pt x="422720" y="1462321"/>
                    <a:pt x="319564" y="1553570"/>
                  </a:cubicBezTo>
                  <a:cubicBezTo>
                    <a:pt x="304133" y="1567191"/>
                    <a:pt x="290513" y="1582717"/>
                    <a:pt x="276034" y="1597385"/>
                  </a:cubicBezTo>
                  <a:cubicBezTo>
                    <a:pt x="342709" y="1555571"/>
                    <a:pt x="413861" y="1532806"/>
                    <a:pt x="490538" y="1525091"/>
                  </a:cubicBezTo>
                  <a:cubicBezTo>
                    <a:pt x="542544" y="1519852"/>
                    <a:pt x="594265" y="1511565"/>
                    <a:pt x="646271" y="1507755"/>
                  </a:cubicBezTo>
                  <a:cubicBezTo>
                    <a:pt x="780669" y="1497944"/>
                    <a:pt x="891254" y="1450796"/>
                    <a:pt x="975931" y="1337734"/>
                  </a:cubicBezTo>
                  <a:cubicBezTo>
                    <a:pt x="1034796" y="1259248"/>
                    <a:pt x="1126617" y="1234483"/>
                    <a:pt x="1224248" y="1253914"/>
                  </a:cubicBezTo>
                  <a:cubicBezTo>
                    <a:pt x="1298638" y="1268677"/>
                    <a:pt x="1372267" y="1287823"/>
                    <a:pt x="1445419" y="1308111"/>
                  </a:cubicBezTo>
                  <a:cubicBezTo>
                    <a:pt x="1578769" y="1345163"/>
                    <a:pt x="1706499" y="1397265"/>
                    <a:pt x="1843754" y="1459749"/>
                  </a:cubicBezTo>
                  <a:cubicBezTo>
                    <a:pt x="1785080" y="1466988"/>
                    <a:pt x="1744123" y="1452510"/>
                    <a:pt x="1703641" y="1435270"/>
                  </a:cubicBezTo>
                  <a:cubicBezTo>
                    <a:pt x="1591627" y="1387359"/>
                    <a:pt x="1480852" y="1386692"/>
                    <a:pt x="1367409" y="1434698"/>
                  </a:cubicBezTo>
                  <a:cubicBezTo>
                    <a:pt x="1220438" y="1496801"/>
                    <a:pt x="1088898" y="1584526"/>
                    <a:pt x="955453" y="1669585"/>
                  </a:cubicBezTo>
                  <a:cubicBezTo>
                    <a:pt x="951357" y="1672252"/>
                    <a:pt x="951547" y="1674538"/>
                    <a:pt x="960311" y="1677300"/>
                  </a:cubicBezTo>
                  <a:cubicBezTo>
                    <a:pt x="1022604" y="1646153"/>
                    <a:pt x="1091279" y="1625103"/>
                    <a:pt x="1166146" y="1631104"/>
                  </a:cubicBezTo>
                  <a:cubicBezTo>
                    <a:pt x="1235583" y="1636723"/>
                    <a:pt x="1305401" y="1639295"/>
                    <a:pt x="1374838" y="1645105"/>
                  </a:cubicBezTo>
                  <a:cubicBezTo>
                    <a:pt x="1456849" y="1651964"/>
                    <a:pt x="1536096" y="1647677"/>
                    <a:pt x="1609154" y="1603672"/>
                  </a:cubicBezTo>
                  <a:cubicBezTo>
                    <a:pt x="1640681" y="1584717"/>
                    <a:pt x="1667923" y="1560809"/>
                    <a:pt x="1696117" y="1537759"/>
                  </a:cubicBezTo>
                  <a:cubicBezTo>
                    <a:pt x="1773745" y="1474322"/>
                    <a:pt x="1859566" y="1465369"/>
                    <a:pt x="1946815" y="1511946"/>
                  </a:cubicBezTo>
                  <a:cubicBezTo>
                    <a:pt x="2137981" y="1613768"/>
                    <a:pt x="2313241" y="1738260"/>
                    <a:pt x="2472976" y="1884469"/>
                  </a:cubicBezTo>
                  <a:cubicBezTo>
                    <a:pt x="2490692" y="1900661"/>
                    <a:pt x="2508028" y="1917235"/>
                    <a:pt x="2533650" y="1941333"/>
                  </a:cubicBezTo>
                  <a:cubicBezTo>
                    <a:pt x="2485644" y="1932665"/>
                    <a:pt x="2454878" y="1917330"/>
                    <a:pt x="2428970" y="1893422"/>
                  </a:cubicBezTo>
                  <a:cubicBezTo>
                    <a:pt x="2401062" y="1867610"/>
                    <a:pt x="2375440" y="1839320"/>
                    <a:pt x="2347627" y="1813317"/>
                  </a:cubicBezTo>
                  <a:cubicBezTo>
                    <a:pt x="2272570" y="1743118"/>
                    <a:pt x="2186749" y="1707780"/>
                    <a:pt x="2080546" y="1713781"/>
                  </a:cubicBezTo>
                  <a:cubicBezTo>
                    <a:pt x="1933956" y="1722068"/>
                    <a:pt x="1799939" y="1775312"/>
                    <a:pt x="1662303" y="1816746"/>
                  </a:cubicBezTo>
                  <a:cubicBezTo>
                    <a:pt x="1636871" y="1824366"/>
                    <a:pt x="1608963" y="1827700"/>
                    <a:pt x="1587627" y="1849417"/>
                  </a:cubicBezTo>
                  <a:cubicBezTo>
                    <a:pt x="1691735" y="1818937"/>
                    <a:pt x="1781365" y="1859323"/>
                    <a:pt x="1870234" y="1903138"/>
                  </a:cubicBezTo>
                  <a:cubicBezTo>
                    <a:pt x="1929860" y="1932475"/>
                    <a:pt x="1990154" y="1960669"/>
                    <a:pt x="2048732" y="1992006"/>
                  </a:cubicBezTo>
                  <a:cubicBezTo>
                    <a:pt x="2146363" y="2044108"/>
                    <a:pt x="2240756" y="2036488"/>
                    <a:pt x="2332672" y="1979814"/>
                  </a:cubicBezTo>
                  <a:cubicBezTo>
                    <a:pt x="2391727" y="1943429"/>
                    <a:pt x="2452402" y="1945238"/>
                    <a:pt x="2515552" y="1965146"/>
                  </a:cubicBezTo>
                  <a:cubicBezTo>
                    <a:pt x="2619375" y="1997912"/>
                    <a:pt x="2667476" y="2089351"/>
                    <a:pt x="2741866" y="2170314"/>
                  </a:cubicBezTo>
                  <a:cubicBezTo>
                    <a:pt x="2551747" y="2143454"/>
                    <a:pt x="2374773" y="2118593"/>
                    <a:pt x="2197799" y="2093352"/>
                  </a:cubicBezTo>
                  <a:cubicBezTo>
                    <a:pt x="1901571" y="2051061"/>
                    <a:pt x="1605343" y="2008675"/>
                    <a:pt x="1309211" y="1965622"/>
                  </a:cubicBezTo>
                  <a:cubicBezTo>
                    <a:pt x="1284351" y="1962002"/>
                    <a:pt x="1275493" y="1969432"/>
                    <a:pt x="1272540" y="1994006"/>
                  </a:cubicBezTo>
                  <a:cubicBezTo>
                    <a:pt x="1264920" y="2058395"/>
                    <a:pt x="1254823" y="2122499"/>
                    <a:pt x="1245679" y="2186792"/>
                  </a:cubicBezTo>
                  <a:cubicBezTo>
                    <a:pt x="1213675" y="2412440"/>
                    <a:pt x="1181481" y="2637992"/>
                    <a:pt x="1149762" y="2863639"/>
                  </a:cubicBezTo>
                  <a:cubicBezTo>
                    <a:pt x="1143000" y="2911454"/>
                    <a:pt x="1156716" y="2927933"/>
                    <a:pt x="1204341" y="2934600"/>
                  </a:cubicBezTo>
                  <a:cubicBezTo>
                    <a:pt x="1328261" y="2951840"/>
                    <a:pt x="1451991" y="2969557"/>
                    <a:pt x="1575911" y="2987083"/>
                  </a:cubicBezTo>
                  <a:cubicBezTo>
                    <a:pt x="1880045" y="3029945"/>
                    <a:pt x="2183892" y="3075189"/>
                    <a:pt x="2488502" y="3113670"/>
                  </a:cubicBezTo>
                  <a:cubicBezTo>
                    <a:pt x="2564796" y="3123290"/>
                    <a:pt x="2612993" y="3151199"/>
                    <a:pt x="2642330" y="3222255"/>
                  </a:cubicBezTo>
                  <a:cubicBezTo>
                    <a:pt x="2690431" y="3339222"/>
                    <a:pt x="2744152" y="3453903"/>
                    <a:pt x="2794254" y="3570108"/>
                  </a:cubicBezTo>
                  <a:cubicBezTo>
                    <a:pt x="2845118" y="3688028"/>
                    <a:pt x="2931509" y="3763561"/>
                    <a:pt x="3058382" y="3785373"/>
                  </a:cubicBezTo>
                  <a:cubicBezTo>
                    <a:pt x="3170872" y="3804804"/>
                    <a:pt x="3234499" y="3877003"/>
                    <a:pt x="3281458" y="3972063"/>
                  </a:cubicBezTo>
                  <a:cubicBezTo>
                    <a:pt x="3291649" y="3992637"/>
                    <a:pt x="3294126" y="4012735"/>
                    <a:pt x="3291745" y="4035976"/>
                  </a:cubicBezTo>
                  <a:cubicBezTo>
                    <a:pt x="3261741" y="4336776"/>
                    <a:pt x="3178397" y="4622335"/>
                    <a:pt x="3048286" y="4894560"/>
                  </a:cubicBezTo>
                  <a:cubicBezTo>
                    <a:pt x="3043333" y="4905037"/>
                    <a:pt x="3042285" y="4920182"/>
                    <a:pt x="3025902" y="4923420"/>
                  </a:cubicBezTo>
                  <a:cubicBezTo>
                    <a:pt x="3017329" y="4899322"/>
                    <a:pt x="3014663" y="4874557"/>
                    <a:pt x="3013520" y="4849220"/>
                  </a:cubicBezTo>
                  <a:cubicBezTo>
                    <a:pt x="3010090" y="4776068"/>
                    <a:pt x="3038665" y="4709584"/>
                    <a:pt x="3056382" y="4641004"/>
                  </a:cubicBezTo>
                  <a:cubicBezTo>
                    <a:pt x="3102293" y="4463363"/>
                    <a:pt x="3084957" y="4300580"/>
                    <a:pt x="2976467" y="4144180"/>
                  </a:cubicBezTo>
                  <a:cubicBezTo>
                    <a:pt x="2864739" y="3983017"/>
                    <a:pt x="2719292" y="3856429"/>
                    <a:pt x="2582037" y="3720794"/>
                  </a:cubicBezTo>
                  <a:cubicBezTo>
                    <a:pt x="2548985" y="3688123"/>
                    <a:pt x="2513076" y="3658405"/>
                    <a:pt x="2476119" y="3625258"/>
                  </a:cubicBezTo>
                  <a:cubicBezTo>
                    <a:pt x="2472309" y="3641069"/>
                    <a:pt x="2480596" y="3644784"/>
                    <a:pt x="2485168" y="3649928"/>
                  </a:cubicBezTo>
                  <a:cubicBezTo>
                    <a:pt x="2546509" y="3719270"/>
                    <a:pt x="2582799" y="3799756"/>
                    <a:pt x="2599087" y="3891005"/>
                  </a:cubicBezTo>
                  <a:cubicBezTo>
                    <a:pt x="2624042" y="4030832"/>
                    <a:pt x="2616803" y="4172374"/>
                    <a:pt x="2622137" y="4312868"/>
                  </a:cubicBezTo>
                  <a:cubicBezTo>
                    <a:pt x="2629281" y="4501272"/>
                    <a:pt x="2697670" y="4644147"/>
                    <a:pt x="2869406" y="4735016"/>
                  </a:cubicBezTo>
                  <a:cubicBezTo>
                    <a:pt x="2949131" y="4777211"/>
                    <a:pt x="2975229" y="4860651"/>
                    <a:pt x="2995422" y="4944090"/>
                  </a:cubicBezTo>
                  <a:cubicBezTo>
                    <a:pt x="3002375" y="4972665"/>
                    <a:pt x="2997041" y="4996000"/>
                    <a:pt x="2983230" y="5020670"/>
                  </a:cubicBezTo>
                  <a:cubicBezTo>
                    <a:pt x="2913316" y="5145258"/>
                    <a:pt x="2833878" y="5263272"/>
                    <a:pt x="2746820" y="5376334"/>
                  </a:cubicBezTo>
                  <a:cubicBezTo>
                    <a:pt x="2772823" y="5403861"/>
                    <a:pt x="2798826" y="5403766"/>
                    <a:pt x="2824924" y="5376429"/>
                  </a:cubicBezTo>
                  <a:cubicBezTo>
                    <a:pt x="2923889" y="5240603"/>
                    <a:pt x="3011805" y="5098013"/>
                    <a:pt x="3090196" y="4949233"/>
                  </a:cubicBezTo>
                  <a:cubicBezTo>
                    <a:pt x="3143631" y="4847792"/>
                    <a:pt x="3303841" y="4773592"/>
                    <a:pt x="3415379" y="4796833"/>
                  </a:cubicBezTo>
                  <a:cubicBezTo>
                    <a:pt x="3578542" y="4830933"/>
                    <a:pt x="3715131" y="4793499"/>
                    <a:pt x="3837051" y="4674913"/>
                  </a:cubicBezTo>
                  <a:cubicBezTo>
                    <a:pt x="3951637" y="4563375"/>
                    <a:pt x="4051173" y="4436597"/>
                    <a:pt x="4179475" y="4338776"/>
                  </a:cubicBezTo>
                  <a:cubicBezTo>
                    <a:pt x="4244340" y="4289341"/>
                    <a:pt x="4315111" y="4258575"/>
                    <a:pt x="4395120" y="4247145"/>
                  </a:cubicBezTo>
                  <a:cubicBezTo>
                    <a:pt x="4410837" y="4244859"/>
                    <a:pt x="4429411" y="4249145"/>
                    <a:pt x="4443888" y="4229524"/>
                  </a:cubicBezTo>
                  <a:cubicBezTo>
                    <a:pt x="4301776" y="4229334"/>
                    <a:pt x="4164139" y="4238192"/>
                    <a:pt x="4026408" y="4242764"/>
                  </a:cubicBezTo>
                  <a:cubicBezTo>
                    <a:pt x="3906584" y="4246764"/>
                    <a:pt x="3791236" y="4269338"/>
                    <a:pt x="3675698" y="4299056"/>
                  </a:cubicBezTo>
                  <a:cubicBezTo>
                    <a:pt x="3530726" y="4336394"/>
                    <a:pt x="3431000" y="4427168"/>
                    <a:pt x="3356705" y="4550707"/>
                  </a:cubicBezTo>
                  <a:cubicBezTo>
                    <a:pt x="3324130" y="4604904"/>
                    <a:pt x="3297174" y="4662435"/>
                    <a:pt x="3267647" y="4718442"/>
                  </a:cubicBezTo>
                  <a:cubicBezTo>
                    <a:pt x="3240500" y="4769972"/>
                    <a:pt x="3199638" y="4807692"/>
                    <a:pt x="3149346" y="4840362"/>
                  </a:cubicBezTo>
                  <a:cubicBezTo>
                    <a:pt x="3145250" y="4818264"/>
                    <a:pt x="3156490" y="4803881"/>
                    <a:pt x="3162776" y="4788451"/>
                  </a:cubicBezTo>
                  <a:cubicBezTo>
                    <a:pt x="3265170" y="4539372"/>
                    <a:pt x="3331559" y="4281245"/>
                    <a:pt x="3355181" y="4012925"/>
                  </a:cubicBezTo>
                  <a:cubicBezTo>
                    <a:pt x="3361372" y="3942631"/>
                    <a:pt x="3405949" y="3902531"/>
                    <a:pt x="3453384" y="3850524"/>
                  </a:cubicBezTo>
                  <a:cubicBezTo>
                    <a:pt x="3469386" y="3931963"/>
                    <a:pt x="3482340" y="4003115"/>
                    <a:pt x="3497580" y="4073695"/>
                  </a:cubicBezTo>
                  <a:cubicBezTo>
                    <a:pt x="3504628" y="4106651"/>
                    <a:pt x="3518345" y="4126559"/>
                    <a:pt x="3561873" y="4117795"/>
                  </a:cubicBezTo>
                  <a:cubicBezTo>
                    <a:pt x="3752659" y="4079410"/>
                    <a:pt x="3944302" y="4045025"/>
                    <a:pt x="4135659" y="4009306"/>
                  </a:cubicBezTo>
                  <a:cubicBezTo>
                    <a:pt x="4532376" y="3935201"/>
                    <a:pt x="4929092" y="3860620"/>
                    <a:pt x="5326095" y="3787850"/>
                  </a:cubicBezTo>
                  <a:cubicBezTo>
                    <a:pt x="5368290" y="3780515"/>
                    <a:pt x="5378672" y="3768514"/>
                    <a:pt x="5369910" y="3724223"/>
                  </a:cubicBezTo>
                  <a:close/>
                  <a:moveTo>
                    <a:pt x="3298603" y="3933106"/>
                  </a:moveTo>
                  <a:cubicBezTo>
                    <a:pt x="3252311" y="3877861"/>
                    <a:pt x="3228499" y="3821663"/>
                    <a:pt x="3223260" y="3757084"/>
                  </a:cubicBezTo>
                  <a:cubicBezTo>
                    <a:pt x="3214116" y="3643165"/>
                    <a:pt x="3203448" y="3529532"/>
                    <a:pt x="3138202" y="3430281"/>
                  </a:cubicBezTo>
                  <a:cubicBezTo>
                    <a:pt x="3067812" y="3323220"/>
                    <a:pt x="2958751" y="3263594"/>
                    <a:pt x="2853214" y="3200157"/>
                  </a:cubicBezTo>
                  <a:cubicBezTo>
                    <a:pt x="2827972" y="3185012"/>
                    <a:pt x="2800350" y="3174059"/>
                    <a:pt x="2775871" y="3156533"/>
                  </a:cubicBezTo>
                  <a:cubicBezTo>
                    <a:pt x="2847880" y="3165962"/>
                    <a:pt x="2920079" y="3173678"/>
                    <a:pt x="2991612" y="3185774"/>
                  </a:cubicBezTo>
                  <a:cubicBezTo>
                    <a:pt x="3020854" y="3190727"/>
                    <a:pt x="3029998" y="3184822"/>
                    <a:pt x="3033808" y="3155009"/>
                  </a:cubicBezTo>
                  <a:cubicBezTo>
                    <a:pt x="3048476" y="3040804"/>
                    <a:pt x="3066193" y="2926980"/>
                    <a:pt x="3083052" y="2810299"/>
                  </a:cubicBezTo>
                  <a:cubicBezTo>
                    <a:pt x="3114770" y="2818586"/>
                    <a:pt x="3128200" y="2840303"/>
                    <a:pt x="3137916" y="2865925"/>
                  </a:cubicBezTo>
                  <a:cubicBezTo>
                    <a:pt x="3229547" y="3108717"/>
                    <a:pt x="3285744" y="3359129"/>
                    <a:pt x="3300031" y="3618686"/>
                  </a:cubicBezTo>
                  <a:cubicBezTo>
                    <a:pt x="3305651" y="3720984"/>
                    <a:pt x="3311366" y="3823092"/>
                    <a:pt x="3298603" y="3933106"/>
                  </a:cubicBezTo>
                  <a:close/>
                </a:path>
              </a:pathLst>
            </a:custGeom>
            <a:solidFill>
              <a:srgbClr val="277960"/>
            </a:solidFill>
            <a:ln w="9525" cap="flat">
              <a:noFill/>
              <a:prstDash val="solid"/>
              <a:miter/>
            </a:ln>
          </p:spPr>
          <p:txBody>
            <a:bodyPr rtlCol="0" anchor="ctr"/>
            <a:lstStyle/>
            <a:p>
              <a:endParaRPr lang="en-US"/>
            </a:p>
          </p:txBody>
        </p:sp>
        <p:sp>
          <p:nvSpPr>
            <p:cNvPr id="71" name="Freeform: Shape 428">
              <a:extLst>
                <a:ext uri="{FF2B5EF4-FFF2-40B4-BE49-F238E27FC236}">
                  <a16:creationId xmlns="" xmlns:a16="http://schemas.microsoft.com/office/drawing/2014/main" id="{6176F62D-F4D2-4469-BB2C-FAD5EE175EA9}"/>
                </a:ext>
              </a:extLst>
            </p:cNvPr>
            <p:cNvSpPr/>
            <p:nvPr/>
          </p:nvSpPr>
          <p:spPr>
            <a:xfrm>
              <a:off x="1967373" y="5363944"/>
              <a:ext cx="1341894" cy="823219"/>
            </a:xfrm>
            <a:custGeom>
              <a:avLst/>
              <a:gdLst>
                <a:gd name="connsiteX0" fmla="*/ 1064839 w 2126171"/>
                <a:gd name="connsiteY0" fmla="*/ 0 h 1304353"/>
                <a:gd name="connsiteX1" fmla="*/ 1142944 w 2126171"/>
                <a:gd name="connsiteY1" fmla="*/ 95 h 1304353"/>
                <a:gd name="connsiteX2" fmla="*/ 2073727 w 2126171"/>
                <a:gd name="connsiteY2" fmla="*/ 571 h 1304353"/>
                <a:gd name="connsiteX3" fmla="*/ 2126114 w 2126171"/>
                <a:gd name="connsiteY3" fmla="*/ 51340 h 1304353"/>
                <a:gd name="connsiteX4" fmla="*/ 2125066 w 2126171"/>
                <a:gd name="connsiteY4" fmla="*/ 459581 h 1304353"/>
                <a:gd name="connsiteX5" fmla="*/ 2094778 w 2126171"/>
                <a:gd name="connsiteY5" fmla="*/ 498157 h 1304353"/>
                <a:gd name="connsiteX6" fmla="*/ 1978858 w 2126171"/>
                <a:gd name="connsiteY6" fmla="*/ 605885 h 1304353"/>
                <a:gd name="connsiteX7" fmla="*/ 1875797 w 2126171"/>
                <a:gd name="connsiteY7" fmla="*/ 1304258 h 1304353"/>
                <a:gd name="connsiteX8" fmla="*/ 282932 w 2126171"/>
                <a:gd name="connsiteY8" fmla="*/ 1304354 h 1304353"/>
                <a:gd name="connsiteX9" fmla="*/ 143676 w 2126171"/>
                <a:gd name="connsiteY9" fmla="*/ 548735 h 1304353"/>
                <a:gd name="connsiteX10" fmla="*/ 81287 w 2126171"/>
                <a:gd name="connsiteY10" fmla="*/ 496158 h 1304353"/>
                <a:gd name="connsiteX11" fmla="*/ 991 w 2126171"/>
                <a:gd name="connsiteY11" fmla="*/ 418529 h 1304353"/>
                <a:gd name="connsiteX12" fmla="*/ 39 w 2126171"/>
                <a:gd name="connsiteY12" fmla="*/ 47720 h 1304353"/>
                <a:gd name="connsiteX13" fmla="*/ 47093 w 2126171"/>
                <a:gd name="connsiteY13" fmla="*/ 667 h 1304353"/>
                <a:gd name="connsiteX14" fmla="*/ 1036359 w 2126171"/>
                <a:gd name="connsiteY14" fmla="*/ 1524 h 1304353"/>
                <a:gd name="connsiteX15" fmla="*/ 1064839 w 2126171"/>
                <a:gd name="connsiteY15" fmla="*/ 0 h 130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6171" h="1304353">
                  <a:moveTo>
                    <a:pt x="1064839" y="0"/>
                  </a:moveTo>
                  <a:cubicBezTo>
                    <a:pt x="1090842" y="0"/>
                    <a:pt x="1116941" y="95"/>
                    <a:pt x="1142944" y="95"/>
                  </a:cubicBezTo>
                  <a:cubicBezTo>
                    <a:pt x="1453173" y="571"/>
                    <a:pt x="1763498" y="1810"/>
                    <a:pt x="2073727" y="571"/>
                  </a:cubicBezTo>
                  <a:cubicBezTo>
                    <a:pt x="2114017" y="381"/>
                    <a:pt x="2127162" y="8001"/>
                    <a:pt x="2126114" y="51340"/>
                  </a:cubicBezTo>
                  <a:cubicBezTo>
                    <a:pt x="2122781" y="187357"/>
                    <a:pt x="2124780" y="323469"/>
                    <a:pt x="2125066" y="459581"/>
                  </a:cubicBezTo>
                  <a:cubicBezTo>
                    <a:pt x="2125066" y="480917"/>
                    <a:pt x="2127734" y="497396"/>
                    <a:pt x="2094778" y="498157"/>
                  </a:cubicBezTo>
                  <a:cubicBezTo>
                    <a:pt x="1992002" y="500443"/>
                    <a:pt x="1993716" y="502539"/>
                    <a:pt x="1978858" y="605885"/>
                  </a:cubicBezTo>
                  <a:cubicBezTo>
                    <a:pt x="1945520" y="838772"/>
                    <a:pt x="1910278" y="1071467"/>
                    <a:pt x="1875797" y="1304258"/>
                  </a:cubicBezTo>
                  <a:cubicBezTo>
                    <a:pt x="1344874" y="1304258"/>
                    <a:pt x="813855" y="1304354"/>
                    <a:pt x="282932" y="1304354"/>
                  </a:cubicBezTo>
                  <a:cubicBezTo>
                    <a:pt x="236068" y="1052513"/>
                    <a:pt x="187967" y="800958"/>
                    <a:pt x="143676" y="548735"/>
                  </a:cubicBezTo>
                  <a:cubicBezTo>
                    <a:pt x="136342" y="507111"/>
                    <a:pt x="123007" y="494252"/>
                    <a:pt x="81287" y="496158"/>
                  </a:cubicBezTo>
                  <a:cubicBezTo>
                    <a:pt x="1087" y="499682"/>
                    <a:pt x="991" y="497205"/>
                    <a:pt x="991" y="418529"/>
                  </a:cubicBezTo>
                  <a:cubicBezTo>
                    <a:pt x="991" y="294894"/>
                    <a:pt x="2516" y="171259"/>
                    <a:pt x="39" y="47720"/>
                  </a:cubicBezTo>
                  <a:cubicBezTo>
                    <a:pt x="-723" y="10287"/>
                    <a:pt x="9469" y="476"/>
                    <a:pt x="47093" y="667"/>
                  </a:cubicBezTo>
                  <a:cubicBezTo>
                    <a:pt x="376848" y="2191"/>
                    <a:pt x="706604" y="1619"/>
                    <a:pt x="1036359" y="1524"/>
                  </a:cubicBezTo>
                  <a:cubicBezTo>
                    <a:pt x="1045884" y="1429"/>
                    <a:pt x="1055409" y="476"/>
                    <a:pt x="1064839" y="0"/>
                  </a:cubicBezTo>
                  <a:close/>
                </a:path>
              </a:pathLst>
            </a:custGeom>
            <a:solidFill>
              <a:srgbClr val="E06545"/>
            </a:solidFill>
            <a:ln w="9525" cap="flat">
              <a:noFill/>
              <a:prstDash val="solid"/>
              <a:miter/>
            </a:ln>
          </p:spPr>
          <p:txBody>
            <a:bodyPr rtlCol="0" anchor="ctr"/>
            <a:lstStyle/>
            <a:p>
              <a:endParaRPr lang="en-US"/>
            </a:p>
          </p:txBody>
        </p:sp>
        <p:sp>
          <p:nvSpPr>
            <p:cNvPr id="72" name="Freeform: Shape 435">
              <a:extLst>
                <a:ext uri="{FF2B5EF4-FFF2-40B4-BE49-F238E27FC236}">
                  <a16:creationId xmlns="" xmlns:a16="http://schemas.microsoft.com/office/drawing/2014/main" id="{7FB31FC4-4EA6-4F47-8424-57B10666163C}"/>
                </a:ext>
              </a:extLst>
            </p:cNvPr>
            <p:cNvSpPr/>
            <p:nvPr/>
          </p:nvSpPr>
          <p:spPr>
            <a:xfrm>
              <a:off x="2563907" y="2185355"/>
              <a:ext cx="700641" cy="898042"/>
            </a:xfrm>
            <a:custGeom>
              <a:avLst/>
              <a:gdLst>
                <a:gd name="connsiteX0" fmla="*/ 1094065 w 1110134"/>
                <a:gd name="connsiteY0" fmla="*/ 310887 h 1422907"/>
                <a:gd name="connsiteX1" fmla="*/ 1060441 w 1110134"/>
                <a:gd name="connsiteY1" fmla="*/ 171537 h 1422907"/>
                <a:gd name="connsiteX2" fmla="*/ 1038820 w 1110134"/>
                <a:gd name="connsiteY2" fmla="*/ 117435 h 1422907"/>
                <a:gd name="connsiteX3" fmla="*/ 865369 w 1110134"/>
                <a:gd name="connsiteY3" fmla="*/ 9707 h 1422907"/>
                <a:gd name="connsiteX4" fmla="*/ 811363 w 1110134"/>
                <a:gd name="connsiteY4" fmla="*/ 14469 h 1422907"/>
                <a:gd name="connsiteX5" fmla="*/ 671631 w 1110134"/>
                <a:gd name="connsiteY5" fmla="*/ 51712 h 1422907"/>
                <a:gd name="connsiteX6" fmla="*/ 611242 w 1110134"/>
                <a:gd name="connsiteY6" fmla="*/ 77049 h 1422907"/>
                <a:gd name="connsiteX7" fmla="*/ 378071 w 1110134"/>
                <a:gd name="connsiteY7" fmla="*/ 457572 h 1422907"/>
                <a:gd name="connsiteX8" fmla="*/ 13263 w 1110134"/>
                <a:gd name="connsiteY8" fmla="*/ 1052599 h 1422907"/>
                <a:gd name="connsiteX9" fmla="*/ 11073 w 1110134"/>
                <a:gd name="connsiteY9" fmla="*/ 1102320 h 1422907"/>
                <a:gd name="connsiteX10" fmla="*/ 50411 w 1110134"/>
                <a:gd name="connsiteY10" fmla="*/ 1255101 h 1422907"/>
                <a:gd name="connsiteX11" fmla="*/ 70985 w 1110134"/>
                <a:gd name="connsiteY11" fmla="*/ 1301869 h 1422907"/>
                <a:gd name="connsiteX12" fmla="*/ 253293 w 1110134"/>
                <a:gd name="connsiteY12" fmla="*/ 1413311 h 1422907"/>
                <a:gd name="connsiteX13" fmla="*/ 296156 w 1110134"/>
                <a:gd name="connsiteY13" fmla="*/ 1414073 h 1422907"/>
                <a:gd name="connsiteX14" fmla="*/ 461129 w 1110134"/>
                <a:gd name="connsiteY14" fmla="*/ 1376449 h 1422907"/>
                <a:gd name="connsiteX15" fmla="*/ 498181 w 1110134"/>
                <a:gd name="connsiteY15" fmla="*/ 1351399 h 1422907"/>
                <a:gd name="connsiteX16" fmla="*/ 1100733 w 1110134"/>
                <a:gd name="connsiteY16" fmla="*/ 367466 h 1422907"/>
                <a:gd name="connsiteX17" fmla="*/ 1094065 w 1110134"/>
                <a:gd name="connsiteY17" fmla="*/ 310887 h 1422907"/>
                <a:gd name="connsiteX18" fmla="*/ 555712 w 1110134"/>
                <a:gd name="connsiteY18" fmla="*/ 948491 h 1422907"/>
                <a:gd name="connsiteX19" fmla="*/ 319968 w 1110134"/>
                <a:gd name="connsiteY19" fmla="*/ 712081 h 1422907"/>
                <a:gd name="connsiteX20" fmla="*/ 555141 w 1110134"/>
                <a:gd name="connsiteY20" fmla="*/ 474337 h 1422907"/>
                <a:gd name="connsiteX21" fmla="*/ 792694 w 1110134"/>
                <a:gd name="connsiteY21" fmla="*/ 706556 h 1422907"/>
                <a:gd name="connsiteX22" fmla="*/ 555712 w 1110134"/>
                <a:gd name="connsiteY22" fmla="*/ 948491 h 142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10134" h="1422907">
                  <a:moveTo>
                    <a:pt x="1094065" y="310887"/>
                  </a:moveTo>
                  <a:cubicBezTo>
                    <a:pt x="1055585" y="272311"/>
                    <a:pt x="1041582" y="224496"/>
                    <a:pt x="1060441" y="171537"/>
                  </a:cubicBezTo>
                  <a:cubicBezTo>
                    <a:pt x="1069872" y="145057"/>
                    <a:pt x="1061204" y="130865"/>
                    <a:pt x="1038820" y="117435"/>
                  </a:cubicBezTo>
                  <a:cubicBezTo>
                    <a:pt x="980432" y="82478"/>
                    <a:pt x="922901" y="45997"/>
                    <a:pt x="865369" y="9707"/>
                  </a:cubicBezTo>
                  <a:cubicBezTo>
                    <a:pt x="845653" y="-2771"/>
                    <a:pt x="829460" y="-5247"/>
                    <a:pt x="811363" y="14469"/>
                  </a:cubicBezTo>
                  <a:cubicBezTo>
                    <a:pt x="773263" y="55998"/>
                    <a:pt x="722971" y="64857"/>
                    <a:pt x="671631" y="51712"/>
                  </a:cubicBezTo>
                  <a:cubicBezTo>
                    <a:pt x="640580" y="43806"/>
                    <a:pt x="626864" y="50950"/>
                    <a:pt x="611242" y="77049"/>
                  </a:cubicBezTo>
                  <a:cubicBezTo>
                    <a:pt x="534662" y="204588"/>
                    <a:pt x="455890" y="330795"/>
                    <a:pt x="378071" y="457572"/>
                  </a:cubicBezTo>
                  <a:cubicBezTo>
                    <a:pt x="256341" y="655883"/>
                    <a:pt x="134802" y="854194"/>
                    <a:pt x="13263" y="1052599"/>
                  </a:cubicBezTo>
                  <a:cubicBezTo>
                    <a:pt x="3452" y="1068506"/>
                    <a:pt x="-9787" y="1083936"/>
                    <a:pt x="11073" y="1102320"/>
                  </a:cubicBezTo>
                  <a:cubicBezTo>
                    <a:pt x="58412" y="1144135"/>
                    <a:pt x="62793" y="1198808"/>
                    <a:pt x="50411" y="1255101"/>
                  </a:cubicBezTo>
                  <a:cubicBezTo>
                    <a:pt x="44982" y="1279485"/>
                    <a:pt x="54221" y="1291486"/>
                    <a:pt x="70985" y="1301869"/>
                  </a:cubicBezTo>
                  <a:cubicBezTo>
                    <a:pt x="131468" y="1339492"/>
                    <a:pt x="192333" y="1376545"/>
                    <a:pt x="253293" y="1413311"/>
                  </a:cubicBezTo>
                  <a:cubicBezTo>
                    <a:pt x="267009" y="1421598"/>
                    <a:pt x="281678" y="1429599"/>
                    <a:pt x="296156" y="1414073"/>
                  </a:cubicBezTo>
                  <a:cubicBezTo>
                    <a:pt x="341209" y="1365686"/>
                    <a:pt x="395502" y="1356447"/>
                    <a:pt x="461129" y="1376449"/>
                  </a:cubicBezTo>
                  <a:cubicBezTo>
                    <a:pt x="478178" y="1380640"/>
                    <a:pt x="488656" y="1366924"/>
                    <a:pt x="498181" y="1351399"/>
                  </a:cubicBezTo>
                  <a:cubicBezTo>
                    <a:pt x="698873" y="1023357"/>
                    <a:pt x="899374" y="695126"/>
                    <a:pt x="1100733" y="367466"/>
                  </a:cubicBezTo>
                  <a:cubicBezTo>
                    <a:pt x="1114639" y="344511"/>
                    <a:pt x="1113687" y="330509"/>
                    <a:pt x="1094065" y="310887"/>
                  </a:cubicBezTo>
                  <a:close/>
                  <a:moveTo>
                    <a:pt x="555712" y="948491"/>
                  </a:moveTo>
                  <a:cubicBezTo>
                    <a:pt x="428268" y="949539"/>
                    <a:pt x="320158" y="841049"/>
                    <a:pt x="319968" y="712081"/>
                  </a:cubicBezTo>
                  <a:cubicBezTo>
                    <a:pt x="319778" y="584541"/>
                    <a:pt x="429791" y="473384"/>
                    <a:pt x="555141" y="474337"/>
                  </a:cubicBezTo>
                  <a:cubicBezTo>
                    <a:pt x="679823" y="475289"/>
                    <a:pt x="791837" y="584922"/>
                    <a:pt x="792694" y="706556"/>
                  </a:cubicBezTo>
                  <a:cubicBezTo>
                    <a:pt x="793647" y="836477"/>
                    <a:pt x="684871" y="947443"/>
                    <a:pt x="555712" y="948491"/>
                  </a:cubicBezTo>
                  <a:close/>
                </a:path>
              </a:pathLst>
            </a:custGeom>
            <a:solidFill>
              <a:srgbClr val="2AAF87"/>
            </a:solidFill>
            <a:ln w="9525" cap="flat">
              <a:noFill/>
              <a:prstDash val="solid"/>
              <a:miter/>
            </a:ln>
          </p:spPr>
          <p:txBody>
            <a:bodyPr rtlCol="0" anchor="ctr"/>
            <a:lstStyle/>
            <a:p>
              <a:endParaRPr lang="en-US"/>
            </a:p>
          </p:txBody>
        </p:sp>
        <p:sp>
          <p:nvSpPr>
            <p:cNvPr id="73" name="Freeform: Shape 436">
              <a:extLst>
                <a:ext uri="{FF2B5EF4-FFF2-40B4-BE49-F238E27FC236}">
                  <a16:creationId xmlns="" xmlns:a16="http://schemas.microsoft.com/office/drawing/2014/main" id="{AEA9BFB7-7612-4719-B2FA-841F92BE0B36}"/>
                </a:ext>
              </a:extLst>
            </p:cNvPr>
            <p:cNvSpPr/>
            <p:nvPr/>
          </p:nvSpPr>
          <p:spPr>
            <a:xfrm>
              <a:off x="3163222" y="3912056"/>
              <a:ext cx="967589" cy="488354"/>
            </a:xfrm>
            <a:custGeom>
              <a:avLst/>
              <a:gdLst>
                <a:gd name="connsiteX0" fmla="*/ 1489408 w 1533101"/>
                <a:gd name="connsiteY0" fmla="*/ 131421 h 773776"/>
                <a:gd name="connsiteX1" fmla="*/ 1449783 w 1533101"/>
                <a:gd name="connsiteY1" fmla="*/ 105894 h 773776"/>
                <a:gd name="connsiteX2" fmla="*/ 1341960 w 1533101"/>
                <a:gd name="connsiteY2" fmla="*/ 39505 h 773776"/>
                <a:gd name="connsiteX3" fmla="*/ 1256235 w 1533101"/>
                <a:gd name="connsiteY3" fmla="*/ 4548 h 773776"/>
                <a:gd name="connsiteX4" fmla="*/ 767031 w 1533101"/>
                <a:gd name="connsiteY4" fmla="*/ 97036 h 773776"/>
                <a:gd name="connsiteX5" fmla="*/ 151907 w 1533101"/>
                <a:gd name="connsiteY5" fmla="*/ 212479 h 773776"/>
                <a:gd name="connsiteX6" fmla="*/ 111235 w 1533101"/>
                <a:gd name="connsiteY6" fmla="*/ 254103 h 773776"/>
                <a:gd name="connsiteX7" fmla="*/ 26271 w 1533101"/>
                <a:gd name="connsiteY7" fmla="*/ 376499 h 773776"/>
                <a:gd name="connsiteX8" fmla="*/ 1411 w 1533101"/>
                <a:gd name="connsiteY8" fmla="*/ 425172 h 773776"/>
                <a:gd name="connsiteX9" fmla="*/ 37988 w 1533101"/>
                <a:gd name="connsiteY9" fmla="*/ 625578 h 773776"/>
                <a:gd name="connsiteX10" fmla="*/ 88756 w 1533101"/>
                <a:gd name="connsiteY10" fmla="*/ 667298 h 773776"/>
                <a:gd name="connsiteX11" fmla="*/ 195340 w 1533101"/>
                <a:gd name="connsiteY11" fmla="*/ 734449 h 773776"/>
                <a:gd name="connsiteX12" fmla="*/ 276113 w 1533101"/>
                <a:gd name="connsiteY12" fmla="*/ 769310 h 773776"/>
                <a:gd name="connsiteX13" fmla="*/ 765126 w 1533101"/>
                <a:gd name="connsiteY13" fmla="*/ 676156 h 773776"/>
                <a:gd name="connsiteX14" fmla="*/ 1380346 w 1533101"/>
                <a:gd name="connsiteY14" fmla="*/ 560713 h 773776"/>
                <a:gd name="connsiteX15" fmla="*/ 1425589 w 1533101"/>
                <a:gd name="connsiteY15" fmla="*/ 523565 h 773776"/>
                <a:gd name="connsiteX16" fmla="*/ 1508553 w 1533101"/>
                <a:gd name="connsiteY16" fmla="*/ 396597 h 773776"/>
                <a:gd name="connsiteX17" fmla="*/ 1533032 w 1533101"/>
                <a:gd name="connsiteY17" fmla="*/ 359354 h 773776"/>
                <a:gd name="connsiteX18" fmla="*/ 1489408 w 1533101"/>
                <a:gd name="connsiteY18" fmla="*/ 131421 h 773776"/>
                <a:gd name="connsiteX19" fmla="*/ 765031 w 1533101"/>
                <a:gd name="connsiteY19" fmla="*/ 619768 h 773776"/>
                <a:gd name="connsiteX20" fmla="*/ 531382 w 1533101"/>
                <a:gd name="connsiteY20" fmla="*/ 378595 h 773776"/>
                <a:gd name="connsiteX21" fmla="*/ 771127 w 1533101"/>
                <a:gd name="connsiteY21" fmla="*/ 152852 h 773776"/>
                <a:gd name="connsiteX22" fmla="*/ 1005823 w 1533101"/>
                <a:gd name="connsiteY22" fmla="*/ 384596 h 773776"/>
                <a:gd name="connsiteX23" fmla="*/ 765031 w 1533101"/>
                <a:gd name="connsiteY23" fmla="*/ 619768 h 77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33101" h="773776">
                  <a:moveTo>
                    <a:pt x="1489408" y="131421"/>
                  </a:moveTo>
                  <a:cubicBezTo>
                    <a:pt x="1485216" y="110180"/>
                    <a:pt x="1469024" y="106370"/>
                    <a:pt x="1449783" y="105894"/>
                  </a:cubicBezTo>
                  <a:cubicBezTo>
                    <a:pt x="1401206" y="104656"/>
                    <a:pt x="1360057" y="81320"/>
                    <a:pt x="1341960" y="39505"/>
                  </a:cubicBezTo>
                  <a:cubicBezTo>
                    <a:pt x="1321957" y="-6692"/>
                    <a:pt x="1294811" y="-2977"/>
                    <a:pt x="1256235" y="4548"/>
                  </a:cubicBezTo>
                  <a:cubicBezTo>
                    <a:pt x="1093453" y="36647"/>
                    <a:pt x="930194" y="66461"/>
                    <a:pt x="767031" y="97036"/>
                  </a:cubicBezTo>
                  <a:cubicBezTo>
                    <a:pt x="561958" y="135517"/>
                    <a:pt x="356885" y="173807"/>
                    <a:pt x="151907" y="212479"/>
                  </a:cubicBezTo>
                  <a:cubicBezTo>
                    <a:pt x="129237" y="216765"/>
                    <a:pt x="112568" y="223528"/>
                    <a:pt x="111235" y="254103"/>
                  </a:cubicBezTo>
                  <a:cubicBezTo>
                    <a:pt x="108758" y="310777"/>
                    <a:pt x="76659" y="351925"/>
                    <a:pt x="26271" y="376499"/>
                  </a:cubicBezTo>
                  <a:cubicBezTo>
                    <a:pt x="3697" y="387548"/>
                    <a:pt x="-3351" y="400979"/>
                    <a:pt x="1411" y="425172"/>
                  </a:cubicBezTo>
                  <a:cubicBezTo>
                    <a:pt x="14556" y="491847"/>
                    <a:pt x="26748" y="558617"/>
                    <a:pt x="37988" y="625578"/>
                  </a:cubicBezTo>
                  <a:cubicBezTo>
                    <a:pt x="43035" y="655487"/>
                    <a:pt x="57038" y="667107"/>
                    <a:pt x="88756" y="667298"/>
                  </a:cubicBezTo>
                  <a:cubicBezTo>
                    <a:pt x="136476" y="667583"/>
                    <a:pt x="179053" y="691205"/>
                    <a:pt x="195340" y="734449"/>
                  </a:cubicBezTo>
                  <a:cubicBezTo>
                    <a:pt x="212962" y="781121"/>
                    <a:pt x="239822" y="776359"/>
                    <a:pt x="276113" y="769310"/>
                  </a:cubicBezTo>
                  <a:cubicBezTo>
                    <a:pt x="438990" y="737497"/>
                    <a:pt x="602058" y="706826"/>
                    <a:pt x="765126" y="676156"/>
                  </a:cubicBezTo>
                  <a:cubicBezTo>
                    <a:pt x="970200" y="637580"/>
                    <a:pt x="1175368" y="599670"/>
                    <a:pt x="1380346" y="560713"/>
                  </a:cubicBezTo>
                  <a:cubicBezTo>
                    <a:pt x="1400729" y="556807"/>
                    <a:pt x="1425685" y="556712"/>
                    <a:pt x="1425589" y="523565"/>
                  </a:cubicBezTo>
                  <a:cubicBezTo>
                    <a:pt x="1425399" y="463843"/>
                    <a:pt x="1453974" y="421076"/>
                    <a:pt x="1508553" y="396597"/>
                  </a:cubicBezTo>
                  <a:cubicBezTo>
                    <a:pt x="1525126" y="389167"/>
                    <a:pt x="1533984" y="378499"/>
                    <a:pt x="1533032" y="359354"/>
                  </a:cubicBezTo>
                  <a:cubicBezTo>
                    <a:pt x="1518649" y="283345"/>
                    <a:pt x="1504361" y="207335"/>
                    <a:pt x="1489408" y="131421"/>
                  </a:cubicBezTo>
                  <a:close/>
                  <a:moveTo>
                    <a:pt x="765031" y="619768"/>
                  </a:moveTo>
                  <a:cubicBezTo>
                    <a:pt x="632442" y="619291"/>
                    <a:pt x="529192" y="512802"/>
                    <a:pt x="531382" y="378595"/>
                  </a:cubicBezTo>
                  <a:cubicBezTo>
                    <a:pt x="533383" y="253246"/>
                    <a:pt x="640729" y="152186"/>
                    <a:pt x="771127" y="152852"/>
                  </a:cubicBezTo>
                  <a:cubicBezTo>
                    <a:pt x="899810" y="153519"/>
                    <a:pt x="1008204" y="260390"/>
                    <a:pt x="1005823" y="384596"/>
                  </a:cubicBezTo>
                  <a:cubicBezTo>
                    <a:pt x="1003347" y="519660"/>
                    <a:pt x="900381" y="620244"/>
                    <a:pt x="765031" y="619768"/>
                  </a:cubicBezTo>
                  <a:close/>
                </a:path>
              </a:pathLst>
            </a:custGeom>
            <a:solidFill>
              <a:srgbClr val="2AAF87"/>
            </a:solidFill>
            <a:ln w="9525" cap="flat">
              <a:noFill/>
              <a:prstDash val="solid"/>
              <a:miter/>
            </a:ln>
          </p:spPr>
          <p:txBody>
            <a:bodyPr rtlCol="0" anchor="ctr"/>
            <a:lstStyle/>
            <a:p>
              <a:endParaRPr lang="en-US"/>
            </a:p>
          </p:txBody>
        </p:sp>
        <p:sp>
          <p:nvSpPr>
            <p:cNvPr id="74" name="Freeform: Shape 437">
              <a:extLst>
                <a:ext uri="{FF2B5EF4-FFF2-40B4-BE49-F238E27FC236}">
                  <a16:creationId xmlns="" xmlns:a16="http://schemas.microsoft.com/office/drawing/2014/main" id="{006C94C0-69D4-4B92-8A36-15318F7F7C8C}"/>
                </a:ext>
              </a:extLst>
            </p:cNvPr>
            <p:cNvSpPr/>
            <p:nvPr/>
          </p:nvSpPr>
          <p:spPr>
            <a:xfrm>
              <a:off x="1783579" y="3377710"/>
              <a:ext cx="969663" cy="457455"/>
            </a:xfrm>
            <a:custGeom>
              <a:avLst/>
              <a:gdLst>
                <a:gd name="connsiteX0" fmla="*/ 1509214 w 1536388"/>
                <a:gd name="connsiteY0" fmla="*/ 319985 h 724816"/>
                <a:gd name="connsiteX1" fmla="*/ 1414155 w 1536388"/>
                <a:gd name="connsiteY1" fmla="*/ 195112 h 724816"/>
                <a:gd name="connsiteX2" fmla="*/ 1388533 w 1536388"/>
                <a:gd name="connsiteY2" fmla="*/ 162822 h 724816"/>
                <a:gd name="connsiteX3" fmla="*/ 1111736 w 1536388"/>
                <a:gd name="connsiteY3" fmla="*/ 124627 h 724816"/>
                <a:gd name="connsiteX4" fmla="*/ 534997 w 1536388"/>
                <a:gd name="connsiteY4" fmla="*/ 42712 h 724816"/>
                <a:gd name="connsiteX5" fmla="*/ 244199 w 1536388"/>
                <a:gd name="connsiteY5" fmla="*/ 1374 h 724816"/>
                <a:gd name="connsiteX6" fmla="*/ 181620 w 1536388"/>
                <a:gd name="connsiteY6" fmla="*/ 34711 h 724816"/>
                <a:gd name="connsiteX7" fmla="*/ 76654 w 1536388"/>
                <a:gd name="connsiteY7" fmla="*/ 113007 h 724816"/>
                <a:gd name="connsiteX8" fmla="*/ 30077 w 1536388"/>
                <a:gd name="connsiteY8" fmla="*/ 159584 h 724816"/>
                <a:gd name="connsiteX9" fmla="*/ 2550 w 1536388"/>
                <a:gd name="connsiteY9" fmla="*/ 346845 h 724816"/>
                <a:gd name="connsiteX10" fmla="*/ 20171 w 1536388"/>
                <a:gd name="connsiteY10" fmla="*/ 403329 h 724816"/>
                <a:gd name="connsiteX11" fmla="*/ 117707 w 1536388"/>
                <a:gd name="connsiteY11" fmla="*/ 532012 h 724816"/>
                <a:gd name="connsiteX12" fmla="*/ 146092 w 1536388"/>
                <a:gd name="connsiteY12" fmla="*/ 562301 h 724816"/>
                <a:gd name="connsiteX13" fmla="*/ 286871 w 1536388"/>
                <a:gd name="connsiteY13" fmla="*/ 581256 h 724816"/>
                <a:gd name="connsiteX14" fmla="*/ 863705 w 1536388"/>
                <a:gd name="connsiteY14" fmla="*/ 662980 h 724816"/>
                <a:gd name="connsiteX15" fmla="*/ 1285662 w 1536388"/>
                <a:gd name="connsiteY15" fmla="*/ 723464 h 724816"/>
                <a:gd name="connsiteX16" fmla="*/ 1349099 w 1536388"/>
                <a:gd name="connsiteY16" fmla="*/ 691174 h 724816"/>
                <a:gd name="connsiteX17" fmla="*/ 1458732 w 1536388"/>
                <a:gd name="connsiteY17" fmla="*/ 611260 h 724816"/>
                <a:gd name="connsiteX18" fmla="*/ 1502833 w 1536388"/>
                <a:gd name="connsiteY18" fmla="*/ 567540 h 724816"/>
                <a:gd name="connsiteX19" fmla="*/ 1535694 w 1536388"/>
                <a:gd name="connsiteY19" fmla="*/ 357132 h 724816"/>
                <a:gd name="connsiteX20" fmla="*/ 1509214 w 1536388"/>
                <a:gd name="connsiteY20" fmla="*/ 319985 h 724816"/>
                <a:gd name="connsiteX21" fmla="*/ 767217 w 1536388"/>
                <a:gd name="connsiteY21" fmla="*/ 599639 h 724816"/>
                <a:gd name="connsiteX22" fmla="*/ 528711 w 1536388"/>
                <a:gd name="connsiteY22" fmla="*/ 363800 h 724816"/>
                <a:gd name="connsiteX23" fmla="*/ 763978 w 1536388"/>
                <a:gd name="connsiteY23" fmla="*/ 125770 h 724816"/>
                <a:gd name="connsiteX24" fmla="*/ 1003342 w 1536388"/>
                <a:gd name="connsiteY24" fmla="*/ 351322 h 724816"/>
                <a:gd name="connsiteX25" fmla="*/ 767217 w 1536388"/>
                <a:gd name="connsiteY25" fmla="*/ 599639 h 72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36388" h="724816">
                  <a:moveTo>
                    <a:pt x="1509214" y="319985"/>
                  </a:moveTo>
                  <a:cubicBezTo>
                    <a:pt x="1452255" y="298173"/>
                    <a:pt x="1420537" y="255596"/>
                    <a:pt x="1414155" y="195112"/>
                  </a:cubicBezTo>
                  <a:cubicBezTo>
                    <a:pt x="1412345" y="177777"/>
                    <a:pt x="1410059" y="165585"/>
                    <a:pt x="1388533" y="162822"/>
                  </a:cubicBezTo>
                  <a:cubicBezTo>
                    <a:pt x="1296140" y="150916"/>
                    <a:pt x="1203938" y="137676"/>
                    <a:pt x="1111736" y="124627"/>
                  </a:cubicBezTo>
                  <a:cubicBezTo>
                    <a:pt x="919426" y="97386"/>
                    <a:pt x="727212" y="70049"/>
                    <a:pt x="534997" y="42712"/>
                  </a:cubicBezTo>
                  <a:cubicBezTo>
                    <a:pt x="438033" y="28901"/>
                    <a:pt x="341163" y="14995"/>
                    <a:pt x="244199" y="1374"/>
                  </a:cubicBezTo>
                  <a:cubicBezTo>
                    <a:pt x="215529" y="-2627"/>
                    <a:pt x="193526" y="326"/>
                    <a:pt x="181620" y="34711"/>
                  </a:cubicBezTo>
                  <a:cubicBezTo>
                    <a:pt x="165046" y="82241"/>
                    <a:pt x="124374" y="107578"/>
                    <a:pt x="76654" y="113007"/>
                  </a:cubicBezTo>
                  <a:cubicBezTo>
                    <a:pt x="44079" y="116721"/>
                    <a:pt x="33887" y="130818"/>
                    <a:pt x="30077" y="159584"/>
                  </a:cubicBezTo>
                  <a:cubicBezTo>
                    <a:pt x="21885" y="222163"/>
                    <a:pt x="11884" y="284457"/>
                    <a:pt x="2550" y="346845"/>
                  </a:cubicBezTo>
                  <a:cubicBezTo>
                    <a:pt x="4645" y="367229"/>
                    <a:pt x="-12214" y="391232"/>
                    <a:pt x="20171" y="403329"/>
                  </a:cubicBezTo>
                  <a:cubicBezTo>
                    <a:pt x="79607" y="425522"/>
                    <a:pt x="110373" y="470480"/>
                    <a:pt x="117707" y="532012"/>
                  </a:cubicBezTo>
                  <a:cubicBezTo>
                    <a:pt x="119898" y="550299"/>
                    <a:pt x="125899" y="560110"/>
                    <a:pt x="146092" y="562301"/>
                  </a:cubicBezTo>
                  <a:cubicBezTo>
                    <a:pt x="193145" y="567349"/>
                    <a:pt x="240008" y="574588"/>
                    <a:pt x="286871" y="581256"/>
                  </a:cubicBezTo>
                  <a:cubicBezTo>
                    <a:pt x="479181" y="608402"/>
                    <a:pt x="671395" y="635548"/>
                    <a:pt x="863705" y="662980"/>
                  </a:cubicBezTo>
                  <a:cubicBezTo>
                    <a:pt x="1004389" y="682983"/>
                    <a:pt x="1144978" y="703366"/>
                    <a:pt x="1285662" y="723464"/>
                  </a:cubicBezTo>
                  <a:cubicBezTo>
                    <a:pt x="1314237" y="727560"/>
                    <a:pt x="1335859" y="723845"/>
                    <a:pt x="1349099" y="691174"/>
                  </a:cubicBezTo>
                  <a:cubicBezTo>
                    <a:pt x="1368244" y="643645"/>
                    <a:pt x="1408344" y="615927"/>
                    <a:pt x="1458732" y="611260"/>
                  </a:cubicBezTo>
                  <a:cubicBezTo>
                    <a:pt x="1489878" y="608402"/>
                    <a:pt x="1498927" y="594114"/>
                    <a:pt x="1502833" y="567540"/>
                  </a:cubicBezTo>
                  <a:cubicBezTo>
                    <a:pt x="1513119" y="497340"/>
                    <a:pt x="1524264" y="427141"/>
                    <a:pt x="1535694" y="357132"/>
                  </a:cubicBezTo>
                  <a:cubicBezTo>
                    <a:pt x="1539408" y="334939"/>
                    <a:pt x="1527884" y="327129"/>
                    <a:pt x="1509214" y="319985"/>
                  </a:cubicBezTo>
                  <a:close/>
                  <a:moveTo>
                    <a:pt x="767217" y="599639"/>
                  </a:moveTo>
                  <a:cubicBezTo>
                    <a:pt x="642344" y="600306"/>
                    <a:pt x="529092" y="488482"/>
                    <a:pt x="528711" y="363800"/>
                  </a:cubicBezTo>
                  <a:cubicBezTo>
                    <a:pt x="528235" y="237118"/>
                    <a:pt x="639391" y="124722"/>
                    <a:pt x="763978" y="125770"/>
                  </a:cubicBezTo>
                  <a:cubicBezTo>
                    <a:pt x="887613" y="126818"/>
                    <a:pt x="1001246" y="233974"/>
                    <a:pt x="1003342" y="351322"/>
                  </a:cubicBezTo>
                  <a:cubicBezTo>
                    <a:pt x="1005628" y="483815"/>
                    <a:pt x="896281" y="598877"/>
                    <a:pt x="767217" y="599639"/>
                  </a:cubicBezTo>
                  <a:close/>
                </a:path>
              </a:pathLst>
            </a:custGeom>
            <a:solidFill>
              <a:srgbClr val="2AAF87"/>
            </a:solidFill>
            <a:ln w="9525" cap="flat">
              <a:noFill/>
              <a:prstDash val="solid"/>
              <a:miter/>
            </a:ln>
          </p:spPr>
          <p:txBody>
            <a:bodyPr rtlCol="0" anchor="ctr"/>
            <a:lstStyle/>
            <a:p>
              <a:endParaRPr lang="en-US"/>
            </a:p>
          </p:txBody>
        </p:sp>
      </p:grpSp>
      <p:sp>
        <p:nvSpPr>
          <p:cNvPr id="76" name="Rectangle 75"/>
          <p:cNvSpPr/>
          <p:nvPr/>
        </p:nvSpPr>
        <p:spPr>
          <a:xfrm>
            <a:off x="4481854" y="5258663"/>
            <a:ext cx="5862502" cy="307777"/>
          </a:xfrm>
          <a:prstGeom prst="rect">
            <a:avLst/>
          </a:prstGeom>
        </p:spPr>
        <p:txBody>
          <a:bodyPr wrap="none">
            <a:spAutoFit/>
          </a:bodyPr>
          <a:lstStyle/>
          <a:p>
            <a:r>
              <a:rPr lang="en-US" sz="1400" b="1" dirty="0" smtClean="0">
                <a:latin typeface="Segoe UI Variable Small Semibol" pitchFamily="2" charset="0"/>
              </a:rPr>
              <a:t>Find Average Base Pay of Employee Having Job Title ACCOUNTANT </a:t>
            </a:r>
          </a:p>
        </p:txBody>
      </p:sp>
      <p:sp>
        <p:nvSpPr>
          <p:cNvPr id="77" name="Oval 9">
            <a:extLst>
              <a:ext uri="{FF2B5EF4-FFF2-40B4-BE49-F238E27FC236}">
                <a16:creationId xmlns="" xmlns:a16="http://schemas.microsoft.com/office/drawing/2014/main" id="{8149BFCA-0C2B-4901-ADC9-F44197DE7C12}"/>
              </a:ext>
            </a:extLst>
          </p:cNvPr>
          <p:cNvSpPr/>
          <p:nvPr/>
        </p:nvSpPr>
        <p:spPr>
          <a:xfrm>
            <a:off x="3621583" y="5764553"/>
            <a:ext cx="509349" cy="50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78" name="TextBox 77"/>
          <p:cNvSpPr txBox="1"/>
          <p:nvPr/>
        </p:nvSpPr>
        <p:spPr>
          <a:xfrm>
            <a:off x="3677478" y="5832701"/>
            <a:ext cx="450574" cy="369332"/>
          </a:xfrm>
          <a:prstGeom prst="rect">
            <a:avLst/>
          </a:prstGeom>
          <a:noFill/>
        </p:spPr>
        <p:txBody>
          <a:bodyPr wrap="square" rtlCol="0">
            <a:spAutoFit/>
          </a:bodyPr>
          <a:lstStyle/>
          <a:p>
            <a:r>
              <a:rPr lang="en-US" b="1" dirty="0" smtClean="0"/>
              <a:t>21</a:t>
            </a:r>
            <a:endParaRPr lang="en-US" b="1" dirty="0"/>
          </a:p>
        </p:txBody>
      </p:sp>
      <p:sp>
        <p:nvSpPr>
          <p:cNvPr id="79" name="Rectangle 78"/>
          <p:cNvSpPr/>
          <p:nvPr/>
        </p:nvSpPr>
        <p:spPr>
          <a:xfrm>
            <a:off x="4488482" y="5835133"/>
            <a:ext cx="2845651" cy="307777"/>
          </a:xfrm>
          <a:prstGeom prst="rect">
            <a:avLst/>
          </a:prstGeom>
        </p:spPr>
        <p:txBody>
          <a:bodyPr wrap="none">
            <a:spAutoFit/>
          </a:bodyPr>
          <a:lstStyle/>
          <a:p>
            <a:r>
              <a:rPr lang="en-US" sz="1400" b="1" dirty="0" smtClean="0">
                <a:latin typeface="Segoe UI Variable Small Semibol" pitchFamily="2" charset="0"/>
              </a:rPr>
              <a:t>Find Top 5 Most Common Jobs </a:t>
            </a:r>
          </a:p>
        </p:txBody>
      </p:sp>
    </p:spTree>
    <p:extLst>
      <p:ext uri="{BB962C8B-B14F-4D97-AF65-F5344CB8AC3E}">
        <p14:creationId xmlns="" xmlns:p14="http://schemas.microsoft.com/office/powerpoint/2010/main" val="34231334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811116" y="516835"/>
            <a:ext cx="4252291" cy="1987826"/>
          </a:xfrm>
          <a:prstGeom prst="rect">
            <a:avLst/>
          </a:prstGeom>
          <a:noFill/>
          <a:ln w="9525">
            <a:noFill/>
            <a:miter lim="800000"/>
            <a:headEnd/>
            <a:tailEnd/>
          </a:ln>
          <a:effectLst/>
        </p:spPr>
      </p:pic>
      <p:sp>
        <p:nvSpPr>
          <p:cNvPr id="19" name="TextBox 18"/>
          <p:cNvSpPr txBox="1"/>
          <p:nvPr/>
        </p:nvSpPr>
        <p:spPr>
          <a:xfrm>
            <a:off x="1139687" y="159024"/>
            <a:ext cx="6771859" cy="400110"/>
          </a:xfrm>
          <a:prstGeom prst="rect">
            <a:avLst/>
          </a:prstGeom>
          <a:noFill/>
        </p:spPr>
        <p:txBody>
          <a:bodyPr wrap="square" rtlCol="0">
            <a:spAutoFit/>
          </a:bodyPr>
          <a:lstStyle/>
          <a:p>
            <a:r>
              <a:rPr lang="en-US" sz="2000" b="1" dirty="0" smtClean="0">
                <a:ln>
                  <a:solidFill>
                    <a:srgbClr val="92D050"/>
                  </a:solidFill>
                </a:ln>
                <a:latin typeface="Lucida Fax" pitchFamily="18" charset="0"/>
                <a:ea typeface="Segoe UI Black" pitchFamily="34" charset="0"/>
              </a:rPr>
              <a:t>We     will      work     with     4      Libraries</a:t>
            </a:r>
            <a:endParaRPr lang="en-US" sz="2000" b="1" dirty="0">
              <a:ln>
                <a:solidFill>
                  <a:srgbClr val="92D050"/>
                </a:solidFill>
              </a:ln>
              <a:latin typeface="Lucida Fax" pitchFamily="18" charset="0"/>
              <a:ea typeface="Segoe UI Black" pitchFamily="34" charset="0"/>
            </a:endParaRPr>
          </a:p>
        </p:txBody>
      </p:sp>
      <p:pic>
        <p:nvPicPr>
          <p:cNvPr id="20" name="Picture 19" descr="1_gM_WIfx7MXOO7jzsPm-Y0Q.png"/>
          <p:cNvPicPr>
            <a:picLocks noChangeAspect="1"/>
          </p:cNvPicPr>
          <p:nvPr/>
        </p:nvPicPr>
        <p:blipFill>
          <a:blip r:embed="rId3" cstate="print"/>
          <a:stretch>
            <a:fillRect/>
          </a:stretch>
        </p:blipFill>
        <p:spPr>
          <a:xfrm>
            <a:off x="1179443" y="1630017"/>
            <a:ext cx="1616765" cy="463826"/>
          </a:xfrm>
          <a:prstGeom prst="rect">
            <a:avLst/>
          </a:prstGeom>
        </p:spPr>
      </p:pic>
      <p:pic>
        <p:nvPicPr>
          <p:cNvPr id="23" name="Picture 22" descr="Screenshot 2025-05-09 222316.png"/>
          <p:cNvPicPr>
            <a:picLocks noChangeAspect="1"/>
          </p:cNvPicPr>
          <p:nvPr/>
        </p:nvPicPr>
        <p:blipFill>
          <a:blip r:embed="rId4"/>
          <a:stretch>
            <a:fillRect/>
          </a:stretch>
        </p:blipFill>
        <p:spPr>
          <a:xfrm>
            <a:off x="1179443" y="2108081"/>
            <a:ext cx="1616765" cy="409832"/>
          </a:xfrm>
          <a:prstGeom prst="rect">
            <a:avLst/>
          </a:prstGeom>
        </p:spPr>
      </p:pic>
      <p:pic>
        <p:nvPicPr>
          <p:cNvPr id="1031" name="Picture 7" descr="D:\study material\images (1).png"/>
          <p:cNvPicPr>
            <a:picLocks noChangeAspect="1" noChangeArrowheads="1"/>
          </p:cNvPicPr>
          <p:nvPr/>
        </p:nvPicPr>
        <p:blipFill>
          <a:blip r:embed="rId5"/>
          <a:srcRect/>
          <a:stretch>
            <a:fillRect/>
          </a:stretch>
        </p:blipFill>
        <p:spPr bwMode="auto">
          <a:xfrm>
            <a:off x="1205949" y="543338"/>
            <a:ext cx="1590260" cy="530087"/>
          </a:xfrm>
          <a:prstGeom prst="rect">
            <a:avLst/>
          </a:prstGeom>
          <a:noFill/>
        </p:spPr>
      </p:pic>
      <p:pic>
        <p:nvPicPr>
          <p:cNvPr id="25" name="Picture 24" descr="1947367-middle.png"/>
          <p:cNvPicPr>
            <a:picLocks noChangeAspect="1"/>
          </p:cNvPicPr>
          <p:nvPr/>
        </p:nvPicPr>
        <p:blipFill>
          <a:blip r:embed="rId6" cstate="print"/>
          <a:stretch>
            <a:fillRect/>
          </a:stretch>
        </p:blipFill>
        <p:spPr>
          <a:xfrm>
            <a:off x="1205948" y="1086680"/>
            <a:ext cx="1590260" cy="524182"/>
          </a:xfrm>
          <a:prstGeom prst="rect">
            <a:avLst/>
          </a:prstGeom>
        </p:spPr>
      </p:pic>
      <p:sp>
        <p:nvSpPr>
          <p:cNvPr id="26" name="Rectangle 25"/>
          <p:cNvSpPr/>
          <p:nvPr/>
        </p:nvSpPr>
        <p:spPr>
          <a:xfrm>
            <a:off x="1033670" y="119268"/>
            <a:ext cx="6162260" cy="2531167"/>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metric.png"/>
          <p:cNvPicPr>
            <a:picLocks noChangeAspect="1"/>
          </p:cNvPicPr>
          <p:nvPr/>
        </p:nvPicPr>
        <p:blipFill>
          <a:blip r:embed="rId7"/>
          <a:stretch>
            <a:fillRect/>
          </a:stretch>
        </p:blipFill>
        <p:spPr>
          <a:xfrm>
            <a:off x="7460631" y="1"/>
            <a:ext cx="3154359" cy="2743200"/>
          </a:xfrm>
          <a:prstGeom prst="rect">
            <a:avLst/>
          </a:prstGeom>
        </p:spPr>
      </p:pic>
      <p:sp>
        <p:nvSpPr>
          <p:cNvPr id="10" name="Rectangle 9"/>
          <p:cNvSpPr/>
          <p:nvPr/>
        </p:nvSpPr>
        <p:spPr>
          <a:xfrm>
            <a:off x="901148" y="66261"/>
            <a:ext cx="6427304" cy="2650436"/>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4043395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 xmlns:a16="http://schemas.microsoft.com/office/drawing/2014/main" id="{5CF5BDA4-10C7-46A6-AC30-523A3FC438AC}"/>
              </a:ext>
            </a:extLst>
          </p:cNvPr>
          <p:cNvSpPr txBox="1"/>
          <p:nvPr/>
        </p:nvSpPr>
        <p:spPr>
          <a:xfrm>
            <a:off x="6978325" y="3243459"/>
            <a:ext cx="4777152" cy="830997"/>
          </a:xfrm>
          <a:prstGeom prst="rect">
            <a:avLst/>
          </a:prstGeom>
          <a:noFill/>
        </p:spPr>
        <p:txBody>
          <a:bodyPr wrap="square" rtlCol="0" anchor="ctr">
            <a:spAutoFit/>
          </a:bodyPr>
          <a:lstStyle/>
          <a:p>
            <a:r>
              <a:rPr lang="en-US" altLang="ko-KR" sz="4800" b="1" dirty="0" smtClean="0">
                <a:ln>
                  <a:solidFill>
                    <a:srgbClr val="FFFF00"/>
                  </a:solidFill>
                </a:ln>
                <a:solidFill>
                  <a:schemeClr val="accent3">
                    <a:lumMod val="50000"/>
                  </a:schemeClr>
                </a:solidFill>
                <a:effectLst>
                  <a:glow rad="228600">
                    <a:schemeClr val="accent4">
                      <a:satMod val="175000"/>
                      <a:alpha val="40000"/>
                    </a:schemeClr>
                  </a:glow>
                </a:effectLst>
                <a:latin typeface="Cooper Black" pitchFamily="18" charset="0"/>
                <a:cs typeface="Arial" pitchFamily="34" charset="0"/>
              </a:rPr>
              <a:t>  Let’s  START</a:t>
            </a:r>
            <a:endParaRPr lang="ko-KR" altLang="en-US" sz="4800" b="1" dirty="0">
              <a:ln>
                <a:solidFill>
                  <a:srgbClr val="FFFF00"/>
                </a:solidFill>
              </a:ln>
              <a:solidFill>
                <a:schemeClr val="accent3">
                  <a:lumMod val="50000"/>
                </a:schemeClr>
              </a:solidFill>
              <a:effectLst>
                <a:glow rad="228600">
                  <a:schemeClr val="accent4">
                    <a:satMod val="175000"/>
                    <a:alpha val="40000"/>
                  </a:schemeClr>
                </a:glow>
              </a:effectLst>
              <a:latin typeface="Cooper Black" pitchFamily="18" charset="0"/>
              <a:cs typeface="Arial" pitchFamily="34" charset="0"/>
            </a:endParaRPr>
          </a:p>
        </p:txBody>
      </p:sp>
    </p:spTree>
    <p:extLst>
      <p:ext uri="{BB962C8B-B14F-4D97-AF65-F5344CB8AC3E}">
        <p14:creationId xmlns="" xmlns:p14="http://schemas.microsoft.com/office/powerpoint/2010/main" val="1263764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669775" y="304803"/>
            <a:ext cx="10254840" cy="6177032"/>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1775792" y="331306"/>
            <a:ext cx="4757530" cy="357808"/>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Up Arrow 3">
            <a:extLst>
              <a:ext uri="{FF2B5EF4-FFF2-40B4-BE49-F238E27FC236}">
                <a16:creationId xmlns="" xmlns:a16="http://schemas.microsoft.com/office/drawing/2014/main" id="{93B7DBFF-17B9-494F-8801-D96826C166BD}"/>
              </a:ext>
            </a:extLst>
          </p:cNvPr>
          <p:cNvSpPr/>
          <p:nvPr/>
        </p:nvSpPr>
        <p:spPr>
          <a:xfrm>
            <a:off x="222661" y="2120347"/>
            <a:ext cx="1215499" cy="1980361"/>
          </a:xfrm>
          <a:prstGeom prst="upArrow">
            <a:avLst/>
          </a:prstGeom>
          <a:noFill/>
          <a:ln w="38100">
            <a:solidFill>
              <a:schemeClr val="accent1"/>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2102.png"/>
          <p:cNvPicPr>
            <a:picLocks noChangeAspect="1"/>
          </p:cNvPicPr>
          <p:nvPr/>
        </p:nvPicPr>
        <p:blipFill>
          <a:blip r:embed="rId2"/>
          <a:stretch>
            <a:fillRect/>
          </a:stretch>
        </p:blipFill>
        <p:spPr>
          <a:xfrm>
            <a:off x="1909177" y="1142680"/>
            <a:ext cx="9968683" cy="5443649"/>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1908314" y="1073427"/>
            <a:ext cx="4757530" cy="357808"/>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4">
            <a:extLst>
              <a:ext uri="{FF2B5EF4-FFF2-40B4-BE49-F238E27FC236}">
                <a16:creationId xmlns="" xmlns:a16="http://schemas.microsoft.com/office/drawing/2014/main" id="{0CCFAB31-6FA5-4EC4-BDE3-3EAC666A76B4}"/>
              </a:ext>
            </a:extLst>
          </p:cNvPr>
          <p:cNvSpPr/>
          <p:nvPr/>
        </p:nvSpPr>
        <p:spPr>
          <a:xfrm rot="10800000">
            <a:off x="313606" y="2851246"/>
            <a:ext cx="1215499" cy="1562784"/>
          </a:xfrm>
          <a:prstGeom prst="upArrow">
            <a:avLst/>
          </a:prstGeom>
          <a:noFill/>
          <a:ln w="38100">
            <a:solidFill>
              <a:schemeClr val="accent2"/>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accent2"/>
              </a:solidFill>
            </a:endParaRPr>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2322.png"/>
          <p:cNvPicPr>
            <a:picLocks noChangeAspect="1"/>
          </p:cNvPicPr>
          <p:nvPr/>
        </p:nvPicPr>
        <p:blipFill>
          <a:blip r:embed="rId2"/>
          <a:stretch>
            <a:fillRect/>
          </a:stretch>
        </p:blipFill>
        <p:spPr>
          <a:xfrm>
            <a:off x="207373" y="220851"/>
            <a:ext cx="10659410" cy="2416332"/>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12035" y="278295"/>
            <a:ext cx="10641495" cy="543339"/>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e 3">
            <a:extLst>
              <a:ext uri="{FF2B5EF4-FFF2-40B4-BE49-F238E27FC236}">
                <a16:creationId xmlns="" xmlns:a16="http://schemas.microsoft.com/office/drawing/2014/main" id="{F9470DE9-B910-45D9-A5CD-4EACEE381D99}"/>
              </a:ext>
            </a:extLst>
          </p:cNvPr>
          <p:cNvSpPr/>
          <p:nvPr/>
        </p:nvSpPr>
        <p:spPr>
          <a:xfrm rot="3600000">
            <a:off x="4013686" y="2890626"/>
            <a:ext cx="3704871" cy="3704871"/>
          </a:xfrm>
          <a:prstGeom prst="pie">
            <a:avLst>
              <a:gd name="adj1" fmla="val 0"/>
              <a:gd name="adj2" fmla="val 363331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6" name="Pie 4">
            <a:extLst>
              <a:ext uri="{FF2B5EF4-FFF2-40B4-BE49-F238E27FC236}">
                <a16:creationId xmlns="" xmlns:a16="http://schemas.microsoft.com/office/drawing/2014/main" id="{358FFC9B-E813-49C8-B2BB-B8BE1A639E68}"/>
              </a:ext>
            </a:extLst>
          </p:cNvPr>
          <p:cNvSpPr/>
          <p:nvPr/>
        </p:nvSpPr>
        <p:spPr>
          <a:xfrm rot="7200000">
            <a:off x="4013686" y="2900151"/>
            <a:ext cx="3704871" cy="3704871"/>
          </a:xfrm>
          <a:prstGeom prst="pie">
            <a:avLst>
              <a:gd name="adj1" fmla="val 0"/>
              <a:gd name="adj2" fmla="val 363331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7" name="Pie 5">
            <a:extLst>
              <a:ext uri="{FF2B5EF4-FFF2-40B4-BE49-F238E27FC236}">
                <a16:creationId xmlns="" xmlns:a16="http://schemas.microsoft.com/office/drawing/2014/main" id="{4636BDE6-4642-4DA8-AACB-C4331A224516}"/>
              </a:ext>
            </a:extLst>
          </p:cNvPr>
          <p:cNvSpPr/>
          <p:nvPr/>
        </p:nvSpPr>
        <p:spPr>
          <a:xfrm rot="14400000">
            <a:off x="4013686" y="2900151"/>
            <a:ext cx="3704871" cy="3704871"/>
          </a:xfrm>
          <a:prstGeom prst="pie">
            <a:avLst>
              <a:gd name="adj1" fmla="val 0"/>
              <a:gd name="adj2" fmla="val 363331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8" name="Pie 7">
            <a:extLst>
              <a:ext uri="{FF2B5EF4-FFF2-40B4-BE49-F238E27FC236}">
                <a16:creationId xmlns="" xmlns:a16="http://schemas.microsoft.com/office/drawing/2014/main" id="{20EF34EC-340D-40FA-94B3-A15A247FF387}"/>
              </a:ext>
            </a:extLst>
          </p:cNvPr>
          <p:cNvSpPr/>
          <p:nvPr/>
        </p:nvSpPr>
        <p:spPr>
          <a:xfrm>
            <a:off x="4010169" y="2900151"/>
            <a:ext cx="3704871" cy="3704871"/>
          </a:xfrm>
          <a:prstGeom prst="pie">
            <a:avLst>
              <a:gd name="adj1" fmla="val 21547247"/>
              <a:gd name="adj2" fmla="val 364920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9" name="Pie 6">
            <a:extLst>
              <a:ext uri="{FF2B5EF4-FFF2-40B4-BE49-F238E27FC236}">
                <a16:creationId xmlns="" xmlns:a16="http://schemas.microsoft.com/office/drawing/2014/main" id="{B1651D2A-56C7-4851-B15A-66EE376774D5}"/>
              </a:ext>
            </a:extLst>
          </p:cNvPr>
          <p:cNvSpPr/>
          <p:nvPr/>
        </p:nvSpPr>
        <p:spPr>
          <a:xfrm rot="10800000">
            <a:off x="4018961" y="2908943"/>
            <a:ext cx="3704871" cy="3704871"/>
          </a:xfrm>
          <a:prstGeom prst="pie">
            <a:avLst>
              <a:gd name="adj1" fmla="val 0"/>
              <a:gd name="adj2" fmla="val 363331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
        <p:nvSpPr>
          <p:cNvPr id="10" name="Oval 7">
            <a:extLst>
              <a:ext uri="{FF2B5EF4-FFF2-40B4-BE49-F238E27FC236}">
                <a16:creationId xmlns="" xmlns:a16="http://schemas.microsoft.com/office/drawing/2014/main" id="{DAA522D7-215B-428F-A397-F92A9633B941}"/>
              </a:ext>
            </a:extLst>
          </p:cNvPr>
          <p:cNvSpPr/>
          <p:nvPr/>
        </p:nvSpPr>
        <p:spPr>
          <a:xfrm>
            <a:off x="4868762" y="3758745"/>
            <a:ext cx="2005267" cy="2005267"/>
          </a:xfrm>
          <a:prstGeom prst="ellips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 name="TextBox 10">
            <a:extLst>
              <a:ext uri="{FF2B5EF4-FFF2-40B4-BE49-F238E27FC236}">
                <a16:creationId xmlns="" xmlns:a16="http://schemas.microsoft.com/office/drawing/2014/main" id="{6535D845-8418-4DD9-82CE-27F657209CD4}"/>
              </a:ext>
            </a:extLst>
          </p:cNvPr>
          <p:cNvSpPr txBox="1"/>
          <p:nvPr/>
        </p:nvSpPr>
        <p:spPr>
          <a:xfrm>
            <a:off x="5647313" y="3824478"/>
            <a:ext cx="408605"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1</a:t>
            </a:r>
            <a:endParaRPr lang="ko-KR" altLang="en-US" sz="2400" b="1" dirty="0">
              <a:solidFill>
                <a:schemeClr val="bg1"/>
              </a:solidFill>
              <a:cs typeface="Arial" pitchFamily="34" charset="0"/>
            </a:endParaRPr>
          </a:p>
        </p:txBody>
      </p:sp>
      <p:sp>
        <p:nvSpPr>
          <p:cNvPr id="12" name="TextBox 11">
            <a:extLst>
              <a:ext uri="{FF2B5EF4-FFF2-40B4-BE49-F238E27FC236}">
                <a16:creationId xmlns="" xmlns:a16="http://schemas.microsoft.com/office/drawing/2014/main" id="{985901EA-ED03-4FAB-8153-BB5BBACDF20F}"/>
              </a:ext>
            </a:extLst>
          </p:cNvPr>
          <p:cNvSpPr txBox="1"/>
          <p:nvPr/>
        </p:nvSpPr>
        <p:spPr>
          <a:xfrm>
            <a:off x="5078586" y="4215008"/>
            <a:ext cx="408605"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2</a:t>
            </a:r>
            <a:endParaRPr lang="ko-KR" altLang="en-US" sz="2400" b="1" dirty="0">
              <a:solidFill>
                <a:schemeClr val="bg1"/>
              </a:solidFill>
              <a:cs typeface="Arial" pitchFamily="34" charset="0"/>
            </a:endParaRPr>
          </a:p>
        </p:txBody>
      </p:sp>
      <p:sp>
        <p:nvSpPr>
          <p:cNvPr id="13" name="TextBox 12">
            <a:extLst>
              <a:ext uri="{FF2B5EF4-FFF2-40B4-BE49-F238E27FC236}">
                <a16:creationId xmlns="" xmlns:a16="http://schemas.microsoft.com/office/drawing/2014/main" id="{7D0AA4D6-C105-41E5-B8BA-E43C747ECCC7}"/>
              </a:ext>
            </a:extLst>
          </p:cNvPr>
          <p:cNvSpPr txBox="1"/>
          <p:nvPr/>
        </p:nvSpPr>
        <p:spPr>
          <a:xfrm>
            <a:off x="5078586" y="4819579"/>
            <a:ext cx="408605"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3</a:t>
            </a:r>
            <a:endParaRPr lang="ko-KR" altLang="en-US" sz="2400" b="1" dirty="0">
              <a:solidFill>
                <a:schemeClr val="bg1"/>
              </a:solidFill>
              <a:cs typeface="Arial" pitchFamily="34" charset="0"/>
            </a:endParaRPr>
          </a:p>
        </p:txBody>
      </p:sp>
      <p:sp>
        <p:nvSpPr>
          <p:cNvPr id="14" name="TextBox 13">
            <a:extLst>
              <a:ext uri="{FF2B5EF4-FFF2-40B4-BE49-F238E27FC236}">
                <a16:creationId xmlns="" xmlns:a16="http://schemas.microsoft.com/office/drawing/2014/main" id="{D35AE4C5-62DA-46E2-8CF6-6AF392C00288}"/>
              </a:ext>
            </a:extLst>
          </p:cNvPr>
          <p:cNvSpPr txBox="1"/>
          <p:nvPr/>
        </p:nvSpPr>
        <p:spPr>
          <a:xfrm>
            <a:off x="5647313" y="5180411"/>
            <a:ext cx="408605"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4</a:t>
            </a:r>
            <a:endParaRPr lang="ko-KR" altLang="en-US" sz="2400" b="1" dirty="0">
              <a:solidFill>
                <a:schemeClr val="bg1"/>
              </a:solidFill>
              <a:cs typeface="Arial" pitchFamily="34" charset="0"/>
            </a:endParaRPr>
          </a:p>
        </p:txBody>
      </p:sp>
      <p:sp>
        <p:nvSpPr>
          <p:cNvPr id="15" name="TextBox 14">
            <a:extLst>
              <a:ext uri="{FF2B5EF4-FFF2-40B4-BE49-F238E27FC236}">
                <a16:creationId xmlns="" xmlns:a16="http://schemas.microsoft.com/office/drawing/2014/main" id="{194A53BC-CCDD-4A6A-8FDF-23F08E867F2A}"/>
              </a:ext>
            </a:extLst>
          </p:cNvPr>
          <p:cNvSpPr txBox="1"/>
          <p:nvPr/>
        </p:nvSpPr>
        <p:spPr>
          <a:xfrm>
            <a:off x="6227446" y="4819579"/>
            <a:ext cx="408605"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5</a:t>
            </a:r>
            <a:endParaRPr lang="ko-KR" altLang="en-US" sz="2400" b="1" dirty="0">
              <a:solidFill>
                <a:schemeClr val="bg1"/>
              </a:solidFill>
              <a:cs typeface="Arial" pitchFamily="34" charset="0"/>
            </a:endParaRPr>
          </a:p>
        </p:txBody>
      </p:sp>
      <p:sp>
        <p:nvSpPr>
          <p:cNvPr id="16" name="Parallelogram 15">
            <a:extLst>
              <a:ext uri="{FF2B5EF4-FFF2-40B4-BE49-F238E27FC236}">
                <a16:creationId xmlns="" xmlns:a16="http://schemas.microsoft.com/office/drawing/2014/main" id="{AB64C67B-20D0-4CFD-BE27-E124CF674EA9}"/>
              </a:ext>
            </a:extLst>
          </p:cNvPr>
          <p:cNvSpPr/>
          <p:nvPr/>
        </p:nvSpPr>
        <p:spPr>
          <a:xfrm flipH="1">
            <a:off x="5670224" y="6079290"/>
            <a:ext cx="357672" cy="357672"/>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7" name="Rectangle 30">
            <a:extLst>
              <a:ext uri="{FF2B5EF4-FFF2-40B4-BE49-F238E27FC236}">
                <a16:creationId xmlns="" xmlns:a16="http://schemas.microsoft.com/office/drawing/2014/main" id="{83B02407-9354-4A19-8499-F19BD5A6B8F9}"/>
              </a:ext>
            </a:extLst>
          </p:cNvPr>
          <p:cNvSpPr/>
          <p:nvPr/>
        </p:nvSpPr>
        <p:spPr>
          <a:xfrm>
            <a:off x="7020901" y="5281184"/>
            <a:ext cx="317209" cy="316282"/>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8" name="Rounded Rectangle 10">
            <a:extLst>
              <a:ext uri="{FF2B5EF4-FFF2-40B4-BE49-F238E27FC236}">
                <a16:creationId xmlns="" xmlns:a16="http://schemas.microsoft.com/office/drawing/2014/main" id="{31D41731-DA67-4C52-AA99-F6B05E7663D5}"/>
              </a:ext>
            </a:extLst>
          </p:cNvPr>
          <p:cNvSpPr/>
          <p:nvPr/>
        </p:nvSpPr>
        <p:spPr>
          <a:xfrm>
            <a:off x="4470660" y="3914738"/>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9" name="Rounded Rectangle 6">
            <a:extLst>
              <a:ext uri="{FF2B5EF4-FFF2-40B4-BE49-F238E27FC236}">
                <a16:creationId xmlns="" xmlns:a16="http://schemas.microsoft.com/office/drawing/2014/main" id="{EC0D6886-1A91-4A8D-9148-005B03690B81}"/>
              </a:ext>
            </a:extLst>
          </p:cNvPr>
          <p:cNvSpPr/>
          <p:nvPr/>
        </p:nvSpPr>
        <p:spPr>
          <a:xfrm>
            <a:off x="5709920" y="3158245"/>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0" name="Rectangle 16">
            <a:extLst>
              <a:ext uri="{FF2B5EF4-FFF2-40B4-BE49-F238E27FC236}">
                <a16:creationId xmlns="" xmlns:a16="http://schemas.microsoft.com/office/drawing/2014/main" id="{DCE0D9AC-148D-48BA-99BD-10889A861210}"/>
              </a:ext>
            </a:extLst>
          </p:cNvPr>
          <p:cNvSpPr/>
          <p:nvPr/>
        </p:nvSpPr>
        <p:spPr>
          <a:xfrm rot="2700000">
            <a:off x="4501918" y="5245873"/>
            <a:ext cx="265920" cy="476745"/>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pic>
        <p:nvPicPr>
          <p:cNvPr id="16386" name="Picture 2"/>
          <p:cNvPicPr>
            <a:picLocks noChangeAspect="1" noChangeArrowheads="1"/>
          </p:cNvPicPr>
          <p:nvPr/>
        </p:nvPicPr>
        <p:blipFill>
          <a:blip r:embed="rId3"/>
          <a:srcRect/>
          <a:stretch>
            <a:fillRect/>
          </a:stretch>
        </p:blipFill>
        <p:spPr bwMode="auto">
          <a:xfrm>
            <a:off x="5476236" y="1265024"/>
            <a:ext cx="7114778" cy="4378325"/>
          </a:xfrm>
          <a:prstGeom prst="rect">
            <a:avLst/>
          </a:prstGeom>
          <a:noFill/>
          <a:ln w="9525">
            <a:noFill/>
            <a:miter lim="800000"/>
            <a:headEnd/>
            <a:tailEnd/>
          </a:ln>
          <a:effectLst/>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5-10 092644.png"/>
          <p:cNvPicPr>
            <a:picLocks noChangeAspect="1"/>
          </p:cNvPicPr>
          <p:nvPr/>
        </p:nvPicPr>
        <p:blipFill>
          <a:blip r:embed="rId2"/>
          <a:stretch>
            <a:fillRect/>
          </a:stretch>
        </p:blipFill>
        <p:spPr>
          <a:xfrm>
            <a:off x="221811" y="202476"/>
            <a:ext cx="11572624" cy="5217663"/>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185533" y="159030"/>
            <a:ext cx="11648658" cy="887892"/>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1219200" y="1709531"/>
            <a:ext cx="1152939" cy="172279"/>
          </a:xfrm>
          <a:prstGeom prst="roundRect">
            <a:avLst/>
          </a:prstGeom>
          <a:noFill/>
          <a:ln>
            <a:solidFill>
              <a:srgbClr val="FFFF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5" name="Rounded Rectangle 4"/>
          <p:cNvSpPr/>
          <p:nvPr/>
        </p:nvSpPr>
        <p:spPr>
          <a:xfrm>
            <a:off x="1318592" y="1934818"/>
            <a:ext cx="1411357" cy="178905"/>
          </a:xfrm>
          <a:prstGeom prst="roundRect">
            <a:avLst/>
          </a:prstGeom>
          <a:noFill/>
          <a:ln>
            <a:solidFill>
              <a:srgbClr val="FFFF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noFill/>
              </a:rPr>
              <a:t>111</a:t>
            </a:r>
            <a:endParaRPr lang="en-US" dirty="0">
              <a:noFill/>
            </a:endParaRPr>
          </a:p>
        </p:txBody>
      </p:sp>
      <p:grpSp>
        <p:nvGrpSpPr>
          <p:cNvPr id="9" name="Group 13">
            <a:extLst>
              <a:ext uri="{FF2B5EF4-FFF2-40B4-BE49-F238E27FC236}">
                <a16:creationId xmlns="" xmlns:a16="http://schemas.microsoft.com/office/drawing/2014/main" id="{67937031-A6F0-44D7-AC2C-B5BCA3B9AF02}"/>
              </a:ext>
            </a:extLst>
          </p:cNvPr>
          <p:cNvGrpSpPr/>
          <p:nvPr/>
        </p:nvGrpSpPr>
        <p:grpSpPr>
          <a:xfrm rot="19999134" flipH="1" flipV="1">
            <a:off x="6437106" y="3784673"/>
            <a:ext cx="4658421" cy="2860114"/>
            <a:chOff x="1548974" y="3079481"/>
            <a:chExt cx="2704457" cy="1559402"/>
          </a:xfrm>
          <a:solidFill>
            <a:schemeClr val="bg1">
              <a:lumMod val="75000"/>
            </a:schemeClr>
          </a:solidFill>
        </p:grpSpPr>
        <p:sp>
          <p:nvSpPr>
            <p:cNvPr id="10" name="Donut 1">
              <a:extLst>
                <a:ext uri="{FF2B5EF4-FFF2-40B4-BE49-F238E27FC236}">
                  <a16:creationId xmlns="" xmlns:a16="http://schemas.microsoft.com/office/drawing/2014/main" id="{0AC6AAD2-9E0E-4687-9B15-83466FD2BBED}"/>
                </a:ext>
              </a:extLst>
            </p:cNvPr>
            <p:cNvSpPr/>
            <p:nvPr/>
          </p:nvSpPr>
          <p:spPr>
            <a:xfrm>
              <a:off x="1548974" y="3091751"/>
              <a:ext cx="1440226" cy="1512168"/>
            </a:xfrm>
            <a:custGeom>
              <a:avLst/>
              <a:gdLst/>
              <a:ahLst/>
              <a:cxnLst/>
              <a:rect l="l" t="t" r="r" b="b"/>
              <a:pathLst>
                <a:path w="1440226" h="1512168">
                  <a:moveTo>
                    <a:pt x="756084" y="0"/>
                  </a:moveTo>
                  <a:cubicBezTo>
                    <a:pt x="809434" y="0"/>
                    <a:pt x="861493" y="5526"/>
                    <a:pt x="911655" y="16352"/>
                  </a:cubicBezTo>
                  <a:lnTo>
                    <a:pt x="861023" y="77719"/>
                  </a:lnTo>
                  <a:cubicBezTo>
                    <a:pt x="827076" y="69873"/>
                    <a:pt x="791899" y="67140"/>
                    <a:pt x="756084" y="67140"/>
                  </a:cubicBezTo>
                  <a:cubicBezTo>
                    <a:pt x="375591" y="67140"/>
                    <a:pt x="67140" y="375591"/>
                    <a:pt x="67140" y="756084"/>
                  </a:cubicBezTo>
                  <a:cubicBezTo>
                    <a:pt x="67140" y="1136577"/>
                    <a:pt x="375591" y="1445028"/>
                    <a:pt x="756084" y="1445028"/>
                  </a:cubicBezTo>
                  <a:cubicBezTo>
                    <a:pt x="1018779" y="1445028"/>
                    <a:pt x="1247134" y="1298001"/>
                    <a:pt x="1360509" y="1080221"/>
                  </a:cubicBezTo>
                  <a:lnTo>
                    <a:pt x="1366851" y="1080860"/>
                  </a:lnTo>
                  <a:cubicBezTo>
                    <a:pt x="1391796" y="1080860"/>
                    <a:pt x="1416402" y="1079411"/>
                    <a:pt x="1440226" y="1073463"/>
                  </a:cubicBezTo>
                  <a:cubicBezTo>
                    <a:pt x="1321974" y="1332897"/>
                    <a:pt x="1059965" y="1512168"/>
                    <a:pt x="756084" y="1512168"/>
                  </a:cubicBezTo>
                  <a:cubicBezTo>
                    <a:pt x="338510" y="1512168"/>
                    <a:pt x="0" y="1173658"/>
                    <a:pt x="0" y="756084"/>
                  </a:cubicBezTo>
                  <a:cubicBezTo>
                    <a:pt x="0" y="338510"/>
                    <a:pt x="338510" y="0"/>
                    <a:pt x="75608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1" name="Donut 18">
              <a:extLst>
                <a:ext uri="{FF2B5EF4-FFF2-40B4-BE49-F238E27FC236}">
                  <a16:creationId xmlns="" xmlns:a16="http://schemas.microsoft.com/office/drawing/2014/main" id="{5F030B0F-4FDB-46E5-A5BC-BD8F4667ABBF}"/>
                </a:ext>
              </a:extLst>
            </p:cNvPr>
            <p:cNvSpPr/>
            <p:nvPr/>
          </p:nvSpPr>
          <p:spPr>
            <a:xfrm rot="1800000">
              <a:off x="3495099" y="3800267"/>
              <a:ext cx="758332" cy="828258"/>
            </a:xfrm>
            <a:custGeom>
              <a:avLst/>
              <a:gdLst/>
              <a:ahLst/>
              <a:cxnLst/>
              <a:rect l="l" t="t" r="r" b="b"/>
              <a:pathLst>
                <a:path w="758332" h="828258">
                  <a:moveTo>
                    <a:pt x="344203" y="0"/>
                  </a:moveTo>
                  <a:cubicBezTo>
                    <a:pt x="572920" y="0"/>
                    <a:pt x="758332" y="185412"/>
                    <a:pt x="758332" y="414129"/>
                  </a:cubicBezTo>
                  <a:cubicBezTo>
                    <a:pt x="758332" y="642846"/>
                    <a:pt x="572920" y="828258"/>
                    <a:pt x="344203" y="828258"/>
                  </a:cubicBezTo>
                  <a:cubicBezTo>
                    <a:pt x="200656" y="828258"/>
                    <a:pt x="74167" y="755223"/>
                    <a:pt x="0" y="644197"/>
                  </a:cubicBezTo>
                  <a:cubicBezTo>
                    <a:pt x="21879" y="639824"/>
                    <a:pt x="42700" y="632423"/>
                    <a:pt x="61898" y="622029"/>
                  </a:cubicBezTo>
                  <a:cubicBezTo>
                    <a:pt x="125053" y="709489"/>
                    <a:pt x="228052" y="765799"/>
                    <a:pt x="344203" y="765799"/>
                  </a:cubicBezTo>
                  <a:cubicBezTo>
                    <a:pt x="538425" y="765799"/>
                    <a:pt x="695873" y="608351"/>
                    <a:pt x="695873" y="414129"/>
                  </a:cubicBezTo>
                  <a:cubicBezTo>
                    <a:pt x="695873" y="219907"/>
                    <a:pt x="538425" y="62459"/>
                    <a:pt x="344203" y="62459"/>
                  </a:cubicBezTo>
                  <a:cubicBezTo>
                    <a:pt x="268837" y="62459"/>
                    <a:pt x="199008" y="86167"/>
                    <a:pt x="142116" y="127028"/>
                  </a:cubicBezTo>
                  <a:cubicBezTo>
                    <a:pt x="127119" y="111892"/>
                    <a:pt x="110245" y="98692"/>
                    <a:pt x="91641" y="88069"/>
                  </a:cubicBezTo>
                  <a:cubicBezTo>
                    <a:pt x="160663" y="32359"/>
                    <a:pt x="248654" y="0"/>
                    <a:pt x="344203"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2" name="Oval 16">
              <a:extLst>
                <a:ext uri="{FF2B5EF4-FFF2-40B4-BE49-F238E27FC236}">
                  <a16:creationId xmlns="" xmlns:a16="http://schemas.microsoft.com/office/drawing/2014/main" id="{34C591A8-1A9F-462C-AB88-6759AF3D644D}"/>
                </a:ext>
              </a:extLst>
            </p:cNvPr>
            <p:cNvSpPr/>
            <p:nvPr/>
          </p:nvSpPr>
          <p:spPr>
            <a:xfrm>
              <a:off x="1671133" y="3222443"/>
              <a:ext cx="1260632" cy="12606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 name="Oval 17">
              <a:extLst>
                <a:ext uri="{FF2B5EF4-FFF2-40B4-BE49-F238E27FC236}">
                  <a16:creationId xmlns="" xmlns:a16="http://schemas.microsoft.com/office/drawing/2014/main" id="{F8407D91-04C4-439E-84CE-C0BDC6EB7BE3}"/>
                </a:ext>
              </a:extLst>
            </p:cNvPr>
            <p:cNvSpPr/>
            <p:nvPr/>
          </p:nvSpPr>
          <p:spPr>
            <a:xfrm>
              <a:off x="3541835" y="3895934"/>
              <a:ext cx="612000" cy="61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4" name="Block Arc 18">
              <a:extLst>
                <a:ext uri="{FF2B5EF4-FFF2-40B4-BE49-F238E27FC236}">
                  <a16:creationId xmlns="" xmlns:a16="http://schemas.microsoft.com/office/drawing/2014/main" id="{968F1A51-7184-4D4A-8ED4-1221E7603642}"/>
                </a:ext>
              </a:extLst>
            </p:cNvPr>
            <p:cNvSpPr/>
            <p:nvPr/>
          </p:nvSpPr>
          <p:spPr>
            <a:xfrm>
              <a:off x="2873355" y="4005064"/>
              <a:ext cx="633819" cy="633819"/>
            </a:xfrm>
            <a:prstGeom prst="blockArc">
              <a:avLst>
                <a:gd name="adj1" fmla="val 12143981"/>
                <a:gd name="adj2" fmla="val 21380767"/>
                <a:gd name="adj3" fmla="val 1074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5" name="Isosceles Triangle 19">
              <a:extLst>
                <a:ext uri="{FF2B5EF4-FFF2-40B4-BE49-F238E27FC236}">
                  <a16:creationId xmlns="" xmlns:a16="http://schemas.microsoft.com/office/drawing/2014/main" id="{2EDDFA02-6938-45CB-BE46-B60BED2FA998}"/>
                </a:ext>
              </a:extLst>
            </p:cNvPr>
            <p:cNvSpPr/>
            <p:nvPr/>
          </p:nvSpPr>
          <p:spPr>
            <a:xfrm rot="6066222">
              <a:off x="2406038" y="3089413"/>
              <a:ext cx="144016" cy="12415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6" name="Isosceles Triangle 20">
              <a:extLst>
                <a:ext uri="{FF2B5EF4-FFF2-40B4-BE49-F238E27FC236}">
                  <a16:creationId xmlns="" xmlns:a16="http://schemas.microsoft.com/office/drawing/2014/main" id="{6734B06B-8AA7-43AA-BEFB-93ACF1AF9713}"/>
                </a:ext>
              </a:extLst>
            </p:cNvPr>
            <p:cNvSpPr/>
            <p:nvPr/>
          </p:nvSpPr>
          <p:spPr>
            <a:xfrm rot="16200000">
              <a:off x="3690619" y="3759652"/>
              <a:ext cx="144016" cy="124152"/>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sp>
        <p:nvSpPr>
          <p:cNvPr id="17" name="Parallelogram 30">
            <a:extLst>
              <a:ext uri="{FF2B5EF4-FFF2-40B4-BE49-F238E27FC236}">
                <a16:creationId xmlns="" xmlns:a16="http://schemas.microsoft.com/office/drawing/2014/main" id="{07A9DF64-EAEC-4F98-A0C9-E2239CA0F425}"/>
              </a:ext>
            </a:extLst>
          </p:cNvPr>
          <p:cNvSpPr/>
          <p:nvPr/>
        </p:nvSpPr>
        <p:spPr>
          <a:xfrm flipH="1">
            <a:off x="9037982" y="4108173"/>
            <a:ext cx="1311965" cy="1298713"/>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8" name="Donut 22">
            <a:extLst>
              <a:ext uri="{FF2B5EF4-FFF2-40B4-BE49-F238E27FC236}">
                <a16:creationId xmlns="" xmlns:a16="http://schemas.microsoft.com/office/drawing/2014/main" id="{CE7A0D83-9523-4EB8-8677-1D7D4415C973}"/>
              </a:ext>
            </a:extLst>
          </p:cNvPr>
          <p:cNvSpPr>
            <a:spLocks noChangeAspect="1"/>
          </p:cNvSpPr>
          <p:nvPr/>
        </p:nvSpPr>
        <p:spPr>
          <a:xfrm>
            <a:off x="6684935" y="5247861"/>
            <a:ext cx="689991" cy="353414"/>
          </a:xfrm>
          <a:custGeom>
            <a:avLst/>
            <a:gdLst/>
            <a:ahLst/>
            <a:cxnLst/>
            <a:rect l="l" t="t" r="r" b="b"/>
            <a:pathLst>
              <a:path w="3372524" h="1727404">
                <a:moveTo>
                  <a:pt x="1758003" y="666958"/>
                </a:moveTo>
                <a:cubicBezTo>
                  <a:pt x="1703684" y="666958"/>
                  <a:pt x="1659649" y="710993"/>
                  <a:pt x="1659649" y="765312"/>
                </a:cubicBezTo>
                <a:cubicBezTo>
                  <a:pt x="1659649" y="819631"/>
                  <a:pt x="1703684" y="863666"/>
                  <a:pt x="1758003" y="863666"/>
                </a:cubicBezTo>
                <a:cubicBezTo>
                  <a:pt x="1812322" y="863666"/>
                  <a:pt x="1856357" y="819631"/>
                  <a:pt x="1856357" y="765312"/>
                </a:cubicBezTo>
                <a:cubicBezTo>
                  <a:pt x="1856357" y="710993"/>
                  <a:pt x="1812322" y="666958"/>
                  <a:pt x="1758003" y="666958"/>
                </a:cubicBezTo>
                <a:close/>
                <a:moveTo>
                  <a:pt x="1686261" y="586208"/>
                </a:moveTo>
                <a:cubicBezTo>
                  <a:pt x="1849880" y="586208"/>
                  <a:pt x="1982519" y="718847"/>
                  <a:pt x="1982519" y="882466"/>
                </a:cubicBezTo>
                <a:cubicBezTo>
                  <a:pt x="1982519" y="1046085"/>
                  <a:pt x="1849880" y="1178724"/>
                  <a:pt x="1686261" y="1178724"/>
                </a:cubicBezTo>
                <a:cubicBezTo>
                  <a:pt x="1522642" y="1178724"/>
                  <a:pt x="1390003" y="1046085"/>
                  <a:pt x="1390003" y="882466"/>
                </a:cubicBezTo>
                <a:cubicBezTo>
                  <a:pt x="1390003" y="718847"/>
                  <a:pt x="1522642" y="586208"/>
                  <a:pt x="1686261" y="586208"/>
                </a:cubicBezTo>
                <a:close/>
                <a:moveTo>
                  <a:pt x="1686262" y="448985"/>
                </a:moveTo>
                <a:cubicBezTo>
                  <a:pt x="1446857" y="448985"/>
                  <a:pt x="1252780" y="643062"/>
                  <a:pt x="1252780" y="882467"/>
                </a:cubicBezTo>
                <a:cubicBezTo>
                  <a:pt x="1252780" y="1121872"/>
                  <a:pt x="1446857" y="1315949"/>
                  <a:pt x="1686262" y="1315949"/>
                </a:cubicBezTo>
                <a:cubicBezTo>
                  <a:pt x="1925667" y="1315949"/>
                  <a:pt x="2119744" y="1121872"/>
                  <a:pt x="2119744" y="882467"/>
                </a:cubicBezTo>
                <a:cubicBezTo>
                  <a:pt x="2119744" y="643062"/>
                  <a:pt x="1925667" y="448985"/>
                  <a:pt x="1686262" y="448985"/>
                </a:cubicBezTo>
                <a:close/>
                <a:moveTo>
                  <a:pt x="1893261" y="271274"/>
                </a:moveTo>
                <a:cubicBezTo>
                  <a:pt x="2150128" y="355123"/>
                  <a:pt x="2334334" y="597283"/>
                  <a:pt x="2334334" y="882467"/>
                </a:cubicBezTo>
                <a:cubicBezTo>
                  <a:pt x="2334334" y="1103921"/>
                  <a:pt x="2223259" y="1299432"/>
                  <a:pt x="2053457" y="1415856"/>
                </a:cubicBezTo>
                <a:cubicBezTo>
                  <a:pt x="2494577" y="1286853"/>
                  <a:pt x="2931337" y="1005905"/>
                  <a:pt x="2940842" y="882353"/>
                </a:cubicBezTo>
                <a:lnTo>
                  <a:pt x="2946401" y="882364"/>
                </a:lnTo>
                <a:lnTo>
                  <a:pt x="2943679" y="877137"/>
                </a:lnTo>
                <a:lnTo>
                  <a:pt x="2946401" y="872130"/>
                </a:lnTo>
                <a:lnTo>
                  <a:pt x="2941077" y="872141"/>
                </a:lnTo>
                <a:cubicBezTo>
                  <a:pt x="2875996" y="732702"/>
                  <a:pt x="2369865" y="377972"/>
                  <a:pt x="1893261" y="271274"/>
                </a:cubicBezTo>
                <a:close/>
                <a:moveTo>
                  <a:pt x="1525754" y="256843"/>
                </a:moveTo>
                <a:cubicBezTo>
                  <a:pt x="984953" y="339274"/>
                  <a:pt x="426123" y="752145"/>
                  <a:pt x="426123" y="877021"/>
                </a:cubicBezTo>
                <a:lnTo>
                  <a:pt x="426123" y="877247"/>
                </a:lnTo>
                <a:cubicBezTo>
                  <a:pt x="439083" y="984175"/>
                  <a:pt x="877625" y="1311577"/>
                  <a:pt x="1355183" y="1436828"/>
                </a:cubicBezTo>
                <a:cubicBezTo>
                  <a:pt x="1164798" y="1325758"/>
                  <a:pt x="1038190" y="1118898"/>
                  <a:pt x="1038190" y="882467"/>
                </a:cubicBezTo>
                <a:cubicBezTo>
                  <a:pt x="1038190" y="580157"/>
                  <a:pt x="1245184" y="326193"/>
                  <a:pt x="1525754" y="256843"/>
                </a:cubicBezTo>
                <a:close/>
                <a:moveTo>
                  <a:pt x="1682713" y="0"/>
                </a:moveTo>
                <a:cubicBezTo>
                  <a:pt x="2385858" y="36225"/>
                  <a:pt x="3265322" y="653066"/>
                  <a:pt x="3365400" y="875412"/>
                </a:cubicBezTo>
                <a:lnTo>
                  <a:pt x="3372524" y="875397"/>
                </a:lnTo>
                <a:lnTo>
                  <a:pt x="3368881" y="882344"/>
                </a:lnTo>
                <a:lnTo>
                  <a:pt x="3372524" y="889597"/>
                </a:lnTo>
                <a:lnTo>
                  <a:pt x="3365086" y="889581"/>
                </a:lnTo>
                <a:cubicBezTo>
                  <a:pt x="3348713" y="1110249"/>
                  <a:pt x="2385134" y="1692746"/>
                  <a:pt x="1682713" y="1727404"/>
                </a:cubicBezTo>
                <a:cubicBezTo>
                  <a:pt x="901706" y="1708470"/>
                  <a:pt x="21301" y="1064732"/>
                  <a:pt x="0" y="882497"/>
                </a:cubicBezTo>
                <a:lnTo>
                  <a:pt x="0" y="882184"/>
                </a:lnTo>
                <a:cubicBezTo>
                  <a:pt x="0" y="691908"/>
                  <a:pt x="901706" y="19770"/>
                  <a:pt x="16827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5-10 093750.png"/>
          <p:cNvPicPr>
            <a:picLocks noChangeAspect="1"/>
          </p:cNvPicPr>
          <p:nvPr/>
        </p:nvPicPr>
        <p:blipFill>
          <a:blip r:embed="rId2"/>
          <a:stretch>
            <a:fillRect/>
          </a:stretch>
        </p:blipFill>
        <p:spPr>
          <a:xfrm>
            <a:off x="178436" y="251792"/>
            <a:ext cx="6235616" cy="5460401"/>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65045" y="318056"/>
            <a:ext cx="6056241" cy="53008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creenshot 2025-05-10 093933.png"/>
          <p:cNvPicPr>
            <a:picLocks noChangeAspect="1"/>
          </p:cNvPicPr>
          <p:nvPr/>
        </p:nvPicPr>
        <p:blipFill>
          <a:blip r:embed="rId3"/>
          <a:stretch>
            <a:fillRect/>
          </a:stretch>
        </p:blipFill>
        <p:spPr>
          <a:xfrm>
            <a:off x="6577532" y="251791"/>
            <a:ext cx="5428937" cy="5433392"/>
          </a:xfrm>
          <a:prstGeom prst="rect">
            <a:avLst/>
          </a:prstGeom>
          <a:ln>
            <a:noFill/>
          </a:ln>
          <a:effectLst>
            <a:outerShdw blurRad="190500" algn="tl" rotWithShape="0">
              <a:srgbClr val="000000">
                <a:alpha val="70000"/>
              </a:srgbClr>
            </a:outerShdw>
          </a:effectLst>
        </p:spPr>
      </p:pic>
      <p:sp>
        <p:nvSpPr>
          <p:cNvPr id="5" name="Rounded Rectangle 4"/>
          <p:cNvSpPr/>
          <p:nvPr/>
        </p:nvSpPr>
        <p:spPr>
          <a:xfrm>
            <a:off x="6606208" y="259306"/>
            <a:ext cx="1676402" cy="337039"/>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3" name="Picture 1" descr="D:\study material\Pandas_logo.png"/>
          <p:cNvPicPr>
            <a:picLocks noChangeAspect="1" noChangeArrowheads="1"/>
          </p:cNvPicPr>
          <p:nvPr/>
        </p:nvPicPr>
        <p:blipFill>
          <a:blip r:embed="rId4"/>
          <a:srcRect/>
          <a:stretch>
            <a:fillRect/>
          </a:stretch>
        </p:blipFill>
        <p:spPr bwMode="auto">
          <a:xfrm>
            <a:off x="914401" y="5804452"/>
            <a:ext cx="10098156" cy="1053548"/>
          </a:xfrm>
          <a:prstGeom prst="rect">
            <a:avLst/>
          </a:prstGeom>
          <a:noFill/>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5-10 094223.png"/>
          <p:cNvPicPr>
            <a:picLocks noChangeAspect="1"/>
          </p:cNvPicPr>
          <p:nvPr/>
        </p:nvPicPr>
        <p:blipFill>
          <a:blip r:embed="rId2"/>
          <a:stretch>
            <a:fillRect/>
          </a:stretch>
        </p:blipFill>
        <p:spPr>
          <a:xfrm>
            <a:off x="189340" y="213271"/>
            <a:ext cx="8252295" cy="5264964"/>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25308" y="238539"/>
            <a:ext cx="8176570" cy="450575"/>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304794" y="2955234"/>
            <a:ext cx="1987831" cy="2027583"/>
          </a:xfrm>
          <a:prstGeom prst="rect">
            <a:avLst/>
          </a:prstGeom>
          <a:noFill/>
          <a:ln>
            <a:solidFill>
              <a:schemeClr val="accent1">
                <a:lumMod val="75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Screenshot 2025-04-26 225808.png"/>
          <p:cNvPicPr>
            <a:picLocks noChangeAspect="1"/>
          </p:cNvPicPr>
          <p:nvPr/>
        </p:nvPicPr>
        <p:blipFill>
          <a:blip r:embed="rId3"/>
          <a:stretch>
            <a:fillRect/>
          </a:stretch>
        </p:blipFill>
        <p:spPr>
          <a:xfrm>
            <a:off x="6520070" y="834887"/>
            <a:ext cx="5452469" cy="6023114"/>
          </a:xfrm>
          <a:prstGeom prst="rect">
            <a:avLst/>
          </a:prstGeom>
        </p:spPr>
      </p:pic>
      <p:sp>
        <p:nvSpPr>
          <p:cNvPr id="13" name="Donut 8">
            <a:extLst>
              <a:ext uri="{FF2B5EF4-FFF2-40B4-BE49-F238E27FC236}">
                <a16:creationId xmlns="" xmlns:a16="http://schemas.microsoft.com/office/drawing/2014/main" id="{E6D41FF5-B672-4C8A-A062-73A4028D9602}"/>
              </a:ext>
            </a:extLst>
          </p:cNvPr>
          <p:cNvSpPr/>
          <p:nvPr/>
        </p:nvSpPr>
        <p:spPr>
          <a:xfrm>
            <a:off x="5565744" y="1325218"/>
            <a:ext cx="1245875" cy="1406775"/>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rgbClr val="0070C0"/>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5-05-10 094734.png"/>
          <p:cNvPicPr>
            <a:picLocks noChangeAspect="1"/>
          </p:cNvPicPr>
          <p:nvPr/>
        </p:nvPicPr>
        <p:blipFill>
          <a:blip r:embed="rId2"/>
          <a:stretch>
            <a:fillRect/>
          </a:stretch>
        </p:blipFill>
        <p:spPr>
          <a:xfrm>
            <a:off x="267117" y="235861"/>
            <a:ext cx="9516395" cy="4481914"/>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78296" y="198786"/>
            <a:ext cx="7460973" cy="41081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2861903-middle.png"/>
          <p:cNvPicPr>
            <a:picLocks noChangeAspect="1"/>
          </p:cNvPicPr>
          <p:nvPr/>
        </p:nvPicPr>
        <p:blipFill>
          <a:blip r:embed="rId3"/>
          <a:stretch>
            <a:fillRect/>
          </a:stretch>
        </p:blipFill>
        <p:spPr>
          <a:xfrm>
            <a:off x="0" y="4850296"/>
            <a:ext cx="12192000" cy="2007704"/>
          </a:xfrm>
          <a:prstGeom prst="rect">
            <a:avLst/>
          </a:prstGeom>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4947.png"/>
          <p:cNvPicPr>
            <a:picLocks noChangeAspect="1"/>
          </p:cNvPicPr>
          <p:nvPr/>
        </p:nvPicPr>
        <p:blipFill>
          <a:blip r:embed="rId2"/>
          <a:stretch>
            <a:fillRect/>
          </a:stretch>
        </p:blipFill>
        <p:spPr>
          <a:xfrm>
            <a:off x="238537" y="214789"/>
            <a:ext cx="10545556" cy="3399300"/>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25287" y="238542"/>
            <a:ext cx="10575235" cy="622849"/>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reenshot 2025-05-10 095201.png"/>
          <p:cNvPicPr>
            <a:picLocks noChangeAspect="1"/>
          </p:cNvPicPr>
          <p:nvPr/>
        </p:nvPicPr>
        <p:blipFill>
          <a:blip r:embed="rId3"/>
          <a:stretch>
            <a:fillRect/>
          </a:stretch>
        </p:blipFill>
        <p:spPr>
          <a:xfrm>
            <a:off x="243448" y="4404500"/>
            <a:ext cx="10570326" cy="2071213"/>
          </a:xfrm>
          <a:prstGeom prst="rect">
            <a:avLst/>
          </a:prstGeom>
          <a:ln>
            <a:noFill/>
          </a:ln>
          <a:effectLst>
            <a:outerShdw blurRad="190500" algn="tl" rotWithShape="0">
              <a:srgbClr val="000000">
                <a:alpha val="70000"/>
              </a:srgbClr>
            </a:outerShdw>
          </a:effectLst>
        </p:spPr>
      </p:pic>
      <p:sp>
        <p:nvSpPr>
          <p:cNvPr id="6" name="Rounded Rectangle 5"/>
          <p:cNvSpPr/>
          <p:nvPr/>
        </p:nvSpPr>
        <p:spPr>
          <a:xfrm>
            <a:off x="351185" y="4419596"/>
            <a:ext cx="10409582" cy="622849"/>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ngtree-professional-data-scientist-3d-illustration-png-image_10313834.png"/>
          <p:cNvPicPr>
            <a:picLocks noChangeAspect="1"/>
          </p:cNvPicPr>
          <p:nvPr/>
        </p:nvPicPr>
        <p:blipFill>
          <a:blip r:embed="rId4"/>
          <a:stretch>
            <a:fillRect/>
          </a:stretch>
        </p:blipFill>
        <p:spPr>
          <a:xfrm>
            <a:off x="3851412" y="707333"/>
            <a:ext cx="3927614" cy="3851413"/>
          </a:xfrm>
          <a:prstGeom prst="rect">
            <a:avLst/>
          </a:prstGeom>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409.png"/>
          <p:cNvPicPr>
            <a:picLocks noChangeAspect="1"/>
          </p:cNvPicPr>
          <p:nvPr/>
        </p:nvPicPr>
        <p:blipFill>
          <a:blip r:embed="rId2"/>
          <a:stretch>
            <a:fillRect/>
          </a:stretch>
        </p:blipFill>
        <p:spPr>
          <a:xfrm>
            <a:off x="216477" y="239309"/>
            <a:ext cx="10093713" cy="5472378"/>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25288" y="251794"/>
            <a:ext cx="6334538" cy="41081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rot="10800000">
            <a:off x="1722784" y="5393634"/>
            <a:ext cx="742121" cy="530087"/>
          </a:xfrm>
          <a:prstGeom prst="rightArrow">
            <a:avLst/>
          </a:prstGeom>
          <a:solidFill>
            <a:srgbClr val="92D05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619.png"/>
          <p:cNvPicPr>
            <a:picLocks noChangeAspect="1"/>
          </p:cNvPicPr>
          <p:nvPr/>
        </p:nvPicPr>
        <p:blipFill>
          <a:blip r:embed="rId2"/>
          <a:stretch>
            <a:fillRect/>
          </a:stretch>
        </p:blipFill>
        <p:spPr>
          <a:xfrm>
            <a:off x="164825" y="306502"/>
            <a:ext cx="9880184" cy="3828175"/>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12036" y="318055"/>
            <a:ext cx="9793356" cy="41081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hart 5">
            <a:extLst>
              <a:ext uri="{FF2B5EF4-FFF2-40B4-BE49-F238E27FC236}">
                <a16:creationId xmlns="" xmlns:a16="http://schemas.microsoft.com/office/drawing/2014/main" id="{6CAC7176-9CA1-44C1-9D65-428DB84D3497}"/>
              </a:ext>
            </a:extLst>
          </p:cNvPr>
          <p:cNvGraphicFramePr/>
          <p:nvPr>
            <p:extLst>
              <p:ext uri="{D42A27DB-BD31-4B8C-83A1-F6EECF244321}">
                <p14:modId xmlns="" xmlns:p14="http://schemas.microsoft.com/office/powerpoint/2010/main" val="1488884004"/>
              </p:ext>
            </p:extLst>
          </p:nvPr>
        </p:nvGraphicFramePr>
        <p:xfrm>
          <a:off x="5034528" y="3050557"/>
          <a:ext cx="5610225" cy="4524375"/>
        </p:xfrm>
        <a:graphic>
          <a:graphicData uri="http://schemas.openxmlformats.org/drawingml/2006/chart">
            <c:chart xmlns:c="http://schemas.openxmlformats.org/drawingml/2006/chart" xmlns:r="http://schemas.openxmlformats.org/officeDocument/2006/relationships" r:id="rId3"/>
          </a:graphicData>
        </a:graphic>
      </p:graphicFrame>
      <p:sp>
        <p:nvSpPr>
          <p:cNvPr id="5" name="자유형: 도형 8">
            <a:extLst>
              <a:ext uri="{FF2B5EF4-FFF2-40B4-BE49-F238E27FC236}">
                <a16:creationId xmlns="" xmlns:a16="http://schemas.microsoft.com/office/drawing/2014/main" id="{62F0ADBD-D175-4666-8744-C14861A007A0}"/>
              </a:ext>
            </a:extLst>
          </p:cNvPr>
          <p:cNvSpPr/>
          <p:nvPr/>
        </p:nvSpPr>
        <p:spPr>
          <a:xfrm rot="21277785" flipV="1">
            <a:off x="6061951" y="2165418"/>
            <a:ext cx="4620902" cy="1662236"/>
          </a:xfrm>
          <a:custGeom>
            <a:avLst/>
            <a:gdLst>
              <a:gd name="connsiteX0" fmla="*/ 34462 w 8220009"/>
              <a:gd name="connsiteY0" fmla="*/ 51210 h 2956911"/>
              <a:gd name="connsiteX1" fmla="*/ 2869876 w 8220009"/>
              <a:gd name="connsiteY1" fmla="*/ 2056085 h 2956911"/>
              <a:gd name="connsiteX2" fmla="*/ 2965295 w 8220009"/>
              <a:gd name="connsiteY2" fmla="*/ 2049315 h 2956911"/>
              <a:gd name="connsiteX3" fmla="*/ 4056526 w 8220009"/>
              <a:gd name="connsiteY3" fmla="*/ 1018433 h 2956911"/>
              <a:gd name="connsiteX4" fmla="*/ 4177077 w 8220009"/>
              <a:gd name="connsiteY4" fmla="*/ 1005326 h 2956911"/>
              <a:gd name="connsiteX5" fmla="*/ 6657174 w 8220009"/>
              <a:gd name="connsiteY5" fmla="*/ 2492491 h 2956911"/>
              <a:gd name="connsiteX6" fmla="*/ 6670208 w 8220009"/>
              <a:gd name="connsiteY6" fmla="*/ 2532819 h 2956911"/>
              <a:gd name="connsiteX7" fmla="*/ 6511489 w 8220009"/>
              <a:gd name="connsiteY7" fmla="*/ 2903188 h 2956911"/>
              <a:gd name="connsiteX8" fmla="*/ 6549297 w 8220009"/>
              <a:gd name="connsiteY8" fmla="*/ 2956838 h 2956911"/>
              <a:gd name="connsiteX9" fmla="*/ 8183586 w 8220009"/>
              <a:gd name="connsiteY9" fmla="*/ 2856811 h 2956911"/>
              <a:gd name="connsiteX10" fmla="*/ 8213328 w 8220009"/>
              <a:gd name="connsiteY10" fmla="*/ 2796463 h 2956911"/>
              <a:gd name="connsiteX11" fmla="*/ 7300477 w 8220009"/>
              <a:gd name="connsiteY11" fmla="*/ 1443892 h 2956911"/>
              <a:gd name="connsiteX12" fmla="*/ 7235592 w 8220009"/>
              <a:gd name="connsiteY12" fmla="*/ 1447925 h 2956911"/>
              <a:gd name="connsiteX13" fmla="*/ 7076584 w 8220009"/>
              <a:gd name="connsiteY13" fmla="*/ 1760683 h 2956911"/>
              <a:gd name="connsiteX14" fmla="*/ 6993768 w 8220009"/>
              <a:gd name="connsiteY14" fmla="*/ 1787400 h 2956911"/>
              <a:gd name="connsiteX15" fmla="*/ 4025704 w 8220009"/>
              <a:gd name="connsiteY15" fmla="*/ 257891 h 2956911"/>
              <a:gd name="connsiteX16" fmla="*/ 3933022 w 8220009"/>
              <a:gd name="connsiteY16" fmla="*/ 269485 h 2956911"/>
              <a:gd name="connsiteX17" fmla="*/ 2899762 w 8220009"/>
              <a:gd name="connsiteY17" fmla="*/ 1182841 h 2956911"/>
              <a:gd name="connsiteX18" fmla="*/ 2757606 w 8220009"/>
              <a:gd name="connsiteY18" fmla="*/ 1204805 h 2956911"/>
              <a:gd name="connsiteX19" fmla="*/ 56066 w 8220009"/>
              <a:gd name="connsiteY19" fmla="*/ 8002 h 2956911"/>
              <a:gd name="connsiteX20" fmla="*/ 34462 w 8220009"/>
              <a:gd name="connsiteY20" fmla="*/ 51210 h 295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220009" h="2956911">
                <a:moveTo>
                  <a:pt x="34462" y="51210"/>
                </a:moveTo>
                <a:lnTo>
                  <a:pt x="2869876" y="2056085"/>
                </a:lnTo>
                <a:cubicBezTo>
                  <a:pt x="2899258" y="2076825"/>
                  <a:pt x="2939154" y="2074016"/>
                  <a:pt x="2965295" y="2049315"/>
                </a:cubicBezTo>
                <a:lnTo>
                  <a:pt x="4056526" y="1018433"/>
                </a:lnTo>
                <a:cubicBezTo>
                  <a:pt x="4089220" y="987538"/>
                  <a:pt x="4138478" y="982209"/>
                  <a:pt x="4177077" y="1005326"/>
                </a:cubicBezTo>
                <a:lnTo>
                  <a:pt x="6657174" y="2492491"/>
                </a:lnTo>
                <a:cubicBezTo>
                  <a:pt x="6671000" y="2500772"/>
                  <a:pt x="6676546" y="2517984"/>
                  <a:pt x="6670208" y="2532819"/>
                </a:cubicBezTo>
                <a:lnTo>
                  <a:pt x="6511489" y="2903188"/>
                </a:lnTo>
                <a:cubicBezTo>
                  <a:pt x="6500183" y="2929545"/>
                  <a:pt x="6520635" y="2958567"/>
                  <a:pt x="6549297" y="2956838"/>
                </a:cubicBezTo>
                <a:lnTo>
                  <a:pt x="8183586" y="2856811"/>
                </a:lnTo>
                <a:cubicBezTo>
                  <a:pt x="8213472" y="2855010"/>
                  <a:pt x="8230107" y="2821308"/>
                  <a:pt x="8213328" y="2796463"/>
                </a:cubicBezTo>
                <a:lnTo>
                  <a:pt x="7300477" y="1443892"/>
                </a:lnTo>
                <a:cubicBezTo>
                  <a:pt x="7284417" y="1420056"/>
                  <a:pt x="7248626" y="1422288"/>
                  <a:pt x="7235592" y="1447925"/>
                </a:cubicBezTo>
                <a:lnTo>
                  <a:pt x="7076584" y="1760683"/>
                </a:lnTo>
                <a:cubicBezTo>
                  <a:pt x="7061174" y="1791001"/>
                  <a:pt x="7024014" y="1803027"/>
                  <a:pt x="6993768" y="1787400"/>
                </a:cubicBezTo>
                <a:lnTo>
                  <a:pt x="4025704" y="257891"/>
                </a:lnTo>
                <a:cubicBezTo>
                  <a:pt x="3995386" y="242264"/>
                  <a:pt x="3958587" y="246873"/>
                  <a:pt x="3933022" y="269485"/>
                </a:cubicBezTo>
                <a:lnTo>
                  <a:pt x="2899762" y="1182841"/>
                </a:lnTo>
                <a:cubicBezTo>
                  <a:pt x="2860730" y="1217336"/>
                  <a:pt x="2805207" y="1225905"/>
                  <a:pt x="2757606" y="1204805"/>
                </a:cubicBezTo>
                <a:lnTo>
                  <a:pt x="56066" y="8002"/>
                </a:lnTo>
                <a:cubicBezTo>
                  <a:pt x="20059" y="-6401"/>
                  <a:pt x="-37552" y="-6401"/>
                  <a:pt x="34462" y="51210"/>
                </a:cubicBezTo>
                <a:close/>
              </a:path>
            </a:pathLst>
          </a:custGeom>
          <a:solidFill>
            <a:schemeClr val="accent1"/>
          </a:solidFill>
          <a:ln w="7201" cap="flat">
            <a:noFill/>
            <a:prstDash val="solid"/>
            <a:miter/>
          </a:ln>
        </p:spPr>
        <p:txBody>
          <a:bodyPr rtlCol="0" anchor="ctr"/>
          <a:lstStyle/>
          <a:p>
            <a:endParaRPr lang="ko-KR" altLang="en-US"/>
          </a:p>
        </p:txBody>
      </p:sp>
      <p:grpSp>
        <p:nvGrpSpPr>
          <p:cNvPr id="6" name="Group 2">
            <a:extLst>
              <a:ext uri="{FF2B5EF4-FFF2-40B4-BE49-F238E27FC236}">
                <a16:creationId xmlns="" xmlns:a16="http://schemas.microsoft.com/office/drawing/2014/main" id="{314BFD0F-06A0-4BDF-B82C-437635CA434B}"/>
              </a:ext>
            </a:extLst>
          </p:cNvPr>
          <p:cNvGrpSpPr/>
          <p:nvPr/>
        </p:nvGrpSpPr>
        <p:grpSpPr>
          <a:xfrm>
            <a:off x="5072628" y="3041032"/>
            <a:ext cx="2926565" cy="2924529"/>
            <a:chOff x="4574848" y="1897856"/>
            <a:chExt cx="3028217" cy="3026664"/>
          </a:xfrm>
        </p:grpSpPr>
        <p:sp>
          <p:nvSpPr>
            <p:cNvPr id="7" name="Freeform: Shape 3">
              <a:extLst>
                <a:ext uri="{FF2B5EF4-FFF2-40B4-BE49-F238E27FC236}">
                  <a16:creationId xmlns="" xmlns:a16="http://schemas.microsoft.com/office/drawing/2014/main" id="{FE78B033-A360-45CA-953D-53715FF5F24A}"/>
                </a:ext>
              </a:extLst>
            </p:cNvPr>
            <p:cNvSpPr/>
            <p:nvPr/>
          </p:nvSpPr>
          <p:spPr>
            <a:xfrm>
              <a:off x="4575624" y="1897856"/>
              <a:ext cx="3026664" cy="3026664"/>
            </a:xfrm>
            <a:custGeom>
              <a:avLst/>
              <a:gdLst>
                <a:gd name="connsiteX0" fmla="*/ 3057049 w 3057525"/>
                <a:gd name="connsiteY0" fmla="*/ 1532096 h 3057525"/>
                <a:gd name="connsiteX1" fmla="*/ 1532096 w 3057525"/>
                <a:gd name="connsiteY1" fmla="*/ 3057049 h 3057525"/>
                <a:gd name="connsiteX2" fmla="*/ 7144 w 3057525"/>
                <a:gd name="connsiteY2" fmla="*/ 1532096 h 3057525"/>
                <a:gd name="connsiteX3" fmla="*/ 1532096 w 3057525"/>
                <a:gd name="connsiteY3" fmla="*/ 7144 h 3057525"/>
                <a:gd name="connsiteX4" fmla="*/ 3057049 w 3057525"/>
                <a:gd name="connsiteY4" fmla="*/ 1532096 h 305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525" h="3057525">
                  <a:moveTo>
                    <a:pt x="3057049" y="1532096"/>
                  </a:moveTo>
                  <a:cubicBezTo>
                    <a:pt x="3057049" y="2374304"/>
                    <a:pt x="2374304" y="3057049"/>
                    <a:pt x="1532096" y="3057049"/>
                  </a:cubicBezTo>
                  <a:cubicBezTo>
                    <a:pt x="689888" y="3057049"/>
                    <a:pt x="7144" y="2374304"/>
                    <a:pt x="7144" y="1532096"/>
                  </a:cubicBezTo>
                  <a:cubicBezTo>
                    <a:pt x="7144" y="689888"/>
                    <a:pt x="689888" y="7144"/>
                    <a:pt x="1532096" y="7144"/>
                  </a:cubicBezTo>
                  <a:cubicBezTo>
                    <a:pt x="2374304" y="7144"/>
                    <a:pt x="3057049" y="689888"/>
                    <a:pt x="3057049" y="1532096"/>
                  </a:cubicBezTo>
                  <a:close/>
                </a:path>
              </a:pathLst>
            </a:custGeom>
            <a:solidFill>
              <a:schemeClr val="accent2">
                <a:lumMod val="20000"/>
                <a:lumOff val="80000"/>
              </a:schemeClr>
            </a:solidFill>
            <a:ln w="9525" cap="flat">
              <a:noFill/>
              <a:prstDash val="solid"/>
              <a:miter/>
            </a:ln>
            <a:effectLst>
              <a:outerShdw blurRad="63500" sx="102000" sy="102000" algn="ctr" rotWithShape="0">
                <a:prstClr val="black">
                  <a:alpha val="40000"/>
                </a:prstClr>
              </a:outerShdw>
            </a:effectLst>
          </p:spPr>
          <p:txBody>
            <a:bodyPr rtlCol="0" anchor="ctr"/>
            <a:lstStyle/>
            <a:p>
              <a:endParaRPr lang="en-US" dirty="0"/>
            </a:p>
          </p:txBody>
        </p:sp>
        <p:sp>
          <p:nvSpPr>
            <p:cNvPr id="8" name="Freeform: Shape 4">
              <a:extLst>
                <a:ext uri="{FF2B5EF4-FFF2-40B4-BE49-F238E27FC236}">
                  <a16:creationId xmlns="" xmlns:a16="http://schemas.microsoft.com/office/drawing/2014/main" id="{0B77361D-F07E-49C1-BB3B-EEDDAECC2BCD}"/>
                </a:ext>
              </a:extLst>
            </p:cNvPr>
            <p:cNvSpPr/>
            <p:nvPr/>
          </p:nvSpPr>
          <p:spPr>
            <a:xfrm>
              <a:off x="4574848" y="1907000"/>
              <a:ext cx="3028217" cy="2962327"/>
            </a:xfrm>
            <a:custGeom>
              <a:avLst/>
              <a:gdLst>
                <a:gd name="connsiteX0" fmla="*/ 2863236 w 3028217"/>
                <a:gd name="connsiteY0" fmla="*/ 2049564 h 2962327"/>
                <a:gd name="connsiteX1" fmla="*/ 2844662 w 3028217"/>
                <a:gd name="connsiteY1" fmla="*/ 2065518 h 2962327"/>
                <a:gd name="connsiteX2" fmla="*/ 2847519 w 3028217"/>
                <a:gd name="connsiteY2" fmla="*/ 2116953 h 2962327"/>
                <a:gd name="connsiteX3" fmla="*/ 2887525 w 3028217"/>
                <a:gd name="connsiteY3" fmla="*/ 2084568 h 2962327"/>
                <a:gd name="connsiteX4" fmla="*/ 2890382 w 3028217"/>
                <a:gd name="connsiteY4" fmla="*/ 2078853 h 2962327"/>
                <a:gd name="connsiteX5" fmla="*/ 2890382 w 3028217"/>
                <a:gd name="connsiteY5" fmla="*/ 2057898 h 2962327"/>
                <a:gd name="connsiteX6" fmla="*/ 2863236 w 3028217"/>
                <a:gd name="connsiteY6" fmla="*/ 2049564 h 2962327"/>
                <a:gd name="connsiteX7" fmla="*/ 2453184 w 3028217"/>
                <a:gd name="connsiteY7" fmla="*/ 1703568 h 2962327"/>
                <a:gd name="connsiteX8" fmla="*/ 2444611 w 3028217"/>
                <a:gd name="connsiteY8" fmla="*/ 1714046 h 2962327"/>
                <a:gd name="connsiteX9" fmla="*/ 2467471 w 3028217"/>
                <a:gd name="connsiteY9" fmla="*/ 1740716 h 2962327"/>
                <a:gd name="connsiteX10" fmla="*/ 2482711 w 3028217"/>
                <a:gd name="connsiteY10" fmla="*/ 1728333 h 2962327"/>
                <a:gd name="connsiteX11" fmla="*/ 2453184 w 3028217"/>
                <a:gd name="connsiteY11" fmla="*/ 1703568 h 2962327"/>
                <a:gd name="connsiteX12" fmla="*/ 802501 w 3028217"/>
                <a:gd name="connsiteY12" fmla="*/ 1583553 h 2962327"/>
                <a:gd name="connsiteX13" fmla="*/ 812026 w 3028217"/>
                <a:gd name="connsiteY13" fmla="*/ 1589268 h 2962327"/>
                <a:gd name="connsiteX14" fmla="*/ 802501 w 3028217"/>
                <a:gd name="connsiteY14" fmla="*/ 1599745 h 2962327"/>
                <a:gd name="connsiteX15" fmla="*/ 792024 w 3028217"/>
                <a:gd name="connsiteY15" fmla="*/ 1594030 h 2962327"/>
                <a:gd name="connsiteX16" fmla="*/ 802501 w 3028217"/>
                <a:gd name="connsiteY16" fmla="*/ 1583553 h 2962327"/>
                <a:gd name="connsiteX17" fmla="*/ 573901 w 3028217"/>
                <a:gd name="connsiteY17" fmla="*/ 1577838 h 2962327"/>
                <a:gd name="connsiteX18" fmla="*/ 592951 w 3028217"/>
                <a:gd name="connsiteY18" fmla="*/ 1589268 h 2962327"/>
                <a:gd name="connsiteX19" fmla="*/ 584379 w 3028217"/>
                <a:gd name="connsiteY19" fmla="*/ 1596888 h 2962327"/>
                <a:gd name="connsiteX20" fmla="*/ 565329 w 3028217"/>
                <a:gd name="connsiteY20" fmla="*/ 1587363 h 2962327"/>
                <a:gd name="connsiteX21" fmla="*/ 573901 w 3028217"/>
                <a:gd name="connsiteY21" fmla="*/ 1577838 h 2962327"/>
                <a:gd name="connsiteX22" fmla="*/ 698678 w 3028217"/>
                <a:gd name="connsiteY22" fmla="*/ 1550216 h 2962327"/>
                <a:gd name="connsiteX23" fmla="*/ 763448 w 3028217"/>
                <a:gd name="connsiteY23" fmla="*/ 1592126 h 2962327"/>
                <a:gd name="connsiteX24" fmla="*/ 678676 w 3028217"/>
                <a:gd name="connsiteY24" fmla="*/ 1592126 h 2962327"/>
                <a:gd name="connsiteX25" fmla="*/ 698678 w 3028217"/>
                <a:gd name="connsiteY25" fmla="*/ 1550216 h 2962327"/>
                <a:gd name="connsiteX26" fmla="*/ 492939 w 3028217"/>
                <a:gd name="connsiteY26" fmla="*/ 1460681 h 2962327"/>
                <a:gd name="connsiteX27" fmla="*/ 562471 w 3028217"/>
                <a:gd name="connsiteY27" fmla="*/ 1479731 h 2962327"/>
                <a:gd name="connsiteX28" fmla="*/ 646291 w 3028217"/>
                <a:gd name="connsiteY28" fmla="*/ 1537833 h 2962327"/>
                <a:gd name="connsiteX29" fmla="*/ 577711 w 3028217"/>
                <a:gd name="connsiteY29" fmla="*/ 1525451 h 2962327"/>
                <a:gd name="connsiteX30" fmla="*/ 527229 w 3028217"/>
                <a:gd name="connsiteY30" fmla="*/ 1487351 h 2962327"/>
                <a:gd name="connsiteX31" fmla="*/ 525032 w 3028217"/>
                <a:gd name="connsiteY31" fmla="*/ 1486533 h 2962327"/>
                <a:gd name="connsiteX32" fmla="*/ 527229 w 3028217"/>
                <a:gd name="connsiteY32" fmla="*/ 1488303 h 2962327"/>
                <a:gd name="connsiteX33" fmla="*/ 451029 w 3028217"/>
                <a:gd name="connsiteY33" fmla="*/ 1494971 h 2962327"/>
                <a:gd name="connsiteX34" fmla="*/ 492939 w 3028217"/>
                <a:gd name="connsiteY34" fmla="*/ 1460681 h 2962327"/>
                <a:gd name="connsiteX35" fmla="*/ 592475 w 3028217"/>
                <a:gd name="connsiteY35" fmla="*/ 1413889 h 2962327"/>
                <a:gd name="connsiteX36" fmla="*/ 596761 w 3028217"/>
                <a:gd name="connsiteY36" fmla="*/ 1414961 h 2962327"/>
                <a:gd name="connsiteX37" fmla="*/ 595809 w 3028217"/>
                <a:gd name="connsiteY37" fmla="*/ 1447346 h 2962327"/>
                <a:gd name="connsiteX38" fmla="*/ 588189 w 3028217"/>
                <a:gd name="connsiteY38" fmla="*/ 1414961 h 2962327"/>
                <a:gd name="connsiteX39" fmla="*/ 592475 w 3028217"/>
                <a:gd name="connsiteY39" fmla="*/ 1413889 h 2962327"/>
                <a:gd name="connsiteX40" fmla="*/ 2633206 w 3028217"/>
                <a:gd name="connsiteY40" fmla="*/ 1174931 h 2962327"/>
                <a:gd name="connsiteX41" fmla="*/ 2673211 w 3028217"/>
                <a:gd name="connsiteY41" fmla="*/ 1180646 h 2962327"/>
                <a:gd name="connsiteX42" fmla="*/ 2633206 w 3028217"/>
                <a:gd name="connsiteY42" fmla="*/ 1174931 h 2962327"/>
                <a:gd name="connsiteX43" fmla="*/ 2477948 w 3028217"/>
                <a:gd name="connsiteY43" fmla="*/ 1095873 h 2962327"/>
                <a:gd name="connsiteX44" fmla="*/ 2484616 w 3028217"/>
                <a:gd name="connsiteY44" fmla="*/ 1110160 h 2962327"/>
                <a:gd name="connsiteX45" fmla="*/ 2464613 w 3028217"/>
                <a:gd name="connsiteY45" fmla="*/ 1135878 h 2962327"/>
                <a:gd name="connsiteX46" fmla="*/ 2444611 w 3028217"/>
                <a:gd name="connsiteY46" fmla="*/ 1144450 h 2962327"/>
                <a:gd name="connsiteX47" fmla="*/ 2415083 w 3028217"/>
                <a:gd name="connsiteY47" fmla="*/ 1119685 h 2962327"/>
                <a:gd name="connsiteX48" fmla="*/ 2446516 w 3028217"/>
                <a:gd name="connsiteY48" fmla="*/ 1114923 h 2962327"/>
                <a:gd name="connsiteX49" fmla="*/ 2477948 w 3028217"/>
                <a:gd name="connsiteY49" fmla="*/ 1095873 h 2962327"/>
                <a:gd name="connsiteX50" fmla="*/ 2344599 w 3028217"/>
                <a:gd name="connsiteY50" fmla="*/ 1039676 h 2962327"/>
                <a:gd name="connsiteX51" fmla="*/ 2355076 w 3028217"/>
                <a:gd name="connsiteY51" fmla="*/ 1066346 h 2962327"/>
                <a:gd name="connsiteX52" fmla="*/ 2341741 w 3028217"/>
                <a:gd name="connsiteY52" fmla="*/ 1092063 h 2962327"/>
                <a:gd name="connsiteX53" fmla="*/ 2328406 w 3028217"/>
                <a:gd name="connsiteY53" fmla="*/ 1065393 h 2962327"/>
                <a:gd name="connsiteX54" fmla="*/ 2344599 w 3028217"/>
                <a:gd name="connsiteY54" fmla="*/ 1039676 h 2962327"/>
                <a:gd name="connsiteX55" fmla="*/ 699631 w 3028217"/>
                <a:gd name="connsiteY55" fmla="*/ 966334 h 2962327"/>
                <a:gd name="connsiteX56" fmla="*/ 616764 w 3028217"/>
                <a:gd name="connsiteY56" fmla="*/ 992051 h 2962327"/>
                <a:gd name="connsiteX57" fmla="*/ 699631 w 3028217"/>
                <a:gd name="connsiteY57" fmla="*/ 966334 h 2962327"/>
                <a:gd name="connsiteX58" fmla="*/ 2786559 w 3028217"/>
                <a:gd name="connsiteY58" fmla="*/ 938711 h 2962327"/>
                <a:gd name="connsiteX59" fmla="*/ 2814181 w 3028217"/>
                <a:gd name="connsiteY59" fmla="*/ 938711 h 2962327"/>
                <a:gd name="connsiteX60" fmla="*/ 2814181 w 3028217"/>
                <a:gd name="connsiteY60" fmla="*/ 945378 h 2962327"/>
                <a:gd name="connsiteX61" fmla="*/ 2786559 w 3028217"/>
                <a:gd name="connsiteY61" fmla="*/ 938711 h 2962327"/>
                <a:gd name="connsiteX62" fmla="*/ 737731 w 3028217"/>
                <a:gd name="connsiteY62" fmla="*/ 935019 h 2962327"/>
                <a:gd name="connsiteX63" fmla="*/ 702489 w 3028217"/>
                <a:gd name="connsiteY63" fmla="*/ 951093 h 2962327"/>
                <a:gd name="connsiteX64" fmla="*/ 770116 w 3028217"/>
                <a:gd name="connsiteY64" fmla="*/ 936805 h 2962327"/>
                <a:gd name="connsiteX65" fmla="*/ 737731 w 3028217"/>
                <a:gd name="connsiteY65" fmla="*/ 935019 h 2962327"/>
                <a:gd name="connsiteX66" fmla="*/ 619383 w 3028217"/>
                <a:gd name="connsiteY66" fmla="*/ 880251 h 2962327"/>
                <a:gd name="connsiteX67" fmla="*/ 608191 w 3028217"/>
                <a:gd name="connsiteY67" fmla="*/ 882513 h 2962327"/>
                <a:gd name="connsiteX68" fmla="*/ 541516 w 3028217"/>
                <a:gd name="connsiteY68" fmla="*/ 968238 h 2962327"/>
                <a:gd name="connsiteX69" fmla="*/ 558661 w 3028217"/>
                <a:gd name="connsiteY69" fmla="*/ 975858 h 2962327"/>
                <a:gd name="connsiteX70" fmla="*/ 578664 w 3028217"/>
                <a:gd name="connsiteY70" fmla="*/ 949188 h 2962327"/>
                <a:gd name="connsiteX71" fmla="*/ 623431 w 3028217"/>
                <a:gd name="connsiteY71" fmla="*/ 890133 h 2962327"/>
                <a:gd name="connsiteX72" fmla="*/ 619383 w 3028217"/>
                <a:gd name="connsiteY72" fmla="*/ 880251 h 2962327"/>
                <a:gd name="connsiteX73" fmla="*/ 659626 w 3028217"/>
                <a:gd name="connsiteY73" fmla="*/ 872036 h 2962327"/>
                <a:gd name="connsiteX74" fmla="*/ 647244 w 3028217"/>
                <a:gd name="connsiteY74" fmla="*/ 879656 h 2962327"/>
                <a:gd name="connsiteX75" fmla="*/ 657721 w 3028217"/>
                <a:gd name="connsiteY75" fmla="*/ 950141 h 2962327"/>
                <a:gd name="connsiteX76" fmla="*/ 683439 w 3028217"/>
                <a:gd name="connsiteY76" fmla="*/ 913946 h 2962327"/>
                <a:gd name="connsiteX77" fmla="*/ 711061 w 3028217"/>
                <a:gd name="connsiteY77" fmla="*/ 910136 h 2962327"/>
                <a:gd name="connsiteX78" fmla="*/ 709156 w 3028217"/>
                <a:gd name="connsiteY78" fmla="*/ 891086 h 2962327"/>
                <a:gd name="connsiteX79" fmla="*/ 659626 w 3028217"/>
                <a:gd name="connsiteY79" fmla="*/ 872036 h 2962327"/>
                <a:gd name="connsiteX80" fmla="*/ 620410 w 3028217"/>
                <a:gd name="connsiteY80" fmla="*/ 803828 h 2962327"/>
                <a:gd name="connsiteX81" fmla="*/ 603429 w 3028217"/>
                <a:gd name="connsiteY81" fmla="*/ 807266 h 2962327"/>
                <a:gd name="connsiteX82" fmla="*/ 532944 w 3028217"/>
                <a:gd name="connsiteY82" fmla="*/ 841556 h 2962327"/>
                <a:gd name="connsiteX83" fmla="*/ 541516 w 3028217"/>
                <a:gd name="connsiteY83" fmla="*/ 855843 h 2962327"/>
                <a:gd name="connsiteX84" fmla="*/ 602476 w 3028217"/>
                <a:gd name="connsiteY84" fmla="*/ 859653 h 2962327"/>
                <a:gd name="connsiteX85" fmla="*/ 652959 w 3028217"/>
                <a:gd name="connsiteY85" fmla="*/ 835841 h 2962327"/>
                <a:gd name="connsiteX86" fmla="*/ 620410 w 3028217"/>
                <a:gd name="connsiteY86" fmla="*/ 803828 h 2962327"/>
                <a:gd name="connsiteX87" fmla="*/ 2051228 w 3028217"/>
                <a:gd name="connsiteY87" fmla="*/ 690108 h 2962327"/>
                <a:gd name="connsiteX88" fmla="*/ 2074088 w 3028217"/>
                <a:gd name="connsiteY88" fmla="*/ 722493 h 2962327"/>
                <a:gd name="connsiteX89" fmla="*/ 2021701 w 3028217"/>
                <a:gd name="connsiteY89" fmla="*/ 782500 h 2962327"/>
                <a:gd name="connsiteX90" fmla="*/ 2000746 w 3028217"/>
                <a:gd name="connsiteY90" fmla="*/ 772023 h 2962327"/>
                <a:gd name="connsiteX91" fmla="*/ 2036941 w 3028217"/>
                <a:gd name="connsiteY91" fmla="*/ 698680 h 2962327"/>
                <a:gd name="connsiteX92" fmla="*/ 2051228 w 3028217"/>
                <a:gd name="connsiteY92" fmla="*/ 690108 h 2962327"/>
                <a:gd name="connsiteX93" fmla="*/ 2111236 w 3028217"/>
                <a:gd name="connsiteY93" fmla="*/ 608669 h 2962327"/>
                <a:gd name="connsiteX94" fmla="*/ 2113141 w 3028217"/>
                <a:gd name="connsiteY94" fmla="*/ 623433 h 2962327"/>
                <a:gd name="connsiteX95" fmla="*/ 2111236 w 3028217"/>
                <a:gd name="connsiteY95" fmla="*/ 626290 h 2962327"/>
                <a:gd name="connsiteX96" fmla="*/ 2159814 w 3028217"/>
                <a:gd name="connsiteY96" fmla="*/ 711063 h 2962327"/>
                <a:gd name="connsiteX97" fmla="*/ 2199819 w 3028217"/>
                <a:gd name="connsiteY97" fmla="*/ 758688 h 2962327"/>
                <a:gd name="connsiteX98" fmla="*/ 2176959 w 3028217"/>
                <a:gd name="connsiteY98" fmla="*/ 800598 h 2962327"/>
                <a:gd name="connsiteX99" fmla="*/ 2092186 w 3028217"/>
                <a:gd name="connsiteY99" fmla="*/ 814885 h 2962327"/>
                <a:gd name="connsiteX100" fmla="*/ 2092186 w 3028217"/>
                <a:gd name="connsiteY100" fmla="*/ 777738 h 2962327"/>
                <a:gd name="connsiteX101" fmla="*/ 2111236 w 3028217"/>
                <a:gd name="connsiteY101" fmla="*/ 740590 h 2962327"/>
                <a:gd name="connsiteX102" fmla="*/ 2110284 w 3028217"/>
                <a:gd name="connsiteY102" fmla="*/ 710110 h 2962327"/>
                <a:gd name="connsiteX103" fmla="*/ 2076946 w 3028217"/>
                <a:gd name="connsiteY103" fmla="*/ 669153 h 2962327"/>
                <a:gd name="connsiteX104" fmla="*/ 2097901 w 3028217"/>
                <a:gd name="connsiteY104" fmla="*/ 611050 h 2962327"/>
                <a:gd name="connsiteX105" fmla="*/ 2111236 w 3028217"/>
                <a:gd name="connsiteY105" fmla="*/ 608669 h 2962327"/>
                <a:gd name="connsiteX106" fmla="*/ 927279 w 3028217"/>
                <a:gd name="connsiteY106" fmla="*/ 479605 h 2962327"/>
                <a:gd name="connsiteX107" fmla="*/ 933946 w 3028217"/>
                <a:gd name="connsiteY107" fmla="*/ 486273 h 2962327"/>
                <a:gd name="connsiteX108" fmla="*/ 929184 w 3028217"/>
                <a:gd name="connsiteY108" fmla="*/ 493893 h 2962327"/>
                <a:gd name="connsiteX109" fmla="*/ 919659 w 3028217"/>
                <a:gd name="connsiteY109" fmla="*/ 488178 h 2962327"/>
                <a:gd name="connsiteX110" fmla="*/ 927279 w 3028217"/>
                <a:gd name="connsiteY110" fmla="*/ 479605 h 2962327"/>
                <a:gd name="connsiteX111" fmla="*/ 1938089 w 3028217"/>
                <a:gd name="connsiteY111" fmla="*/ 417931 h 2962327"/>
                <a:gd name="connsiteX112" fmla="*/ 1959789 w 3028217"/>
                <a:gd name="connsiteY112" fmla="*/ 441505 h 2962327"/>
                <a:gd name="connsiteX113" fmla="*/ 1940739 w 3028217"/>
                <a:gd name="connsiteY113" fmla="*/ 466270 h 2962327"/>
                <a:gd name="connsiteX114" fmla="*/ 1842631 w 3028217"/>
                <a:gd name="connsiteY114" fmla="*/ 480558 h 2962327"/>
                <a:gd name="connsiteX115" fmla="*/ 1832154 w 3028217"/>
                <a:gd name="connsiteY115" fmla="*/ 458650 h 2962327"/>
                <a:gd name="connsiteX116" fmla="*/ 1833106 w 3028217"/>
                <a:gd name="connsiteY116" fmla="*/ 431980 h 2962327"/>
                <a:gd name="connsiteX117" fmla="*/ 1845489 w 3028217"/>
                <a:gd name="connsiteY117" fmla="*/ 423408 h 2962327"/>
                <a:gd name="connsiteX118" fmla="*/ 1857871 w 3028217"/>
                <a:gd name="connsiteY118" fmla="*/ 432933 h 2962327"/>
                <a:gd name="connsiteX119" fmla="*/ 1926451 w 3028217"/>
                <a:gd name="connsiteY119" fmla="*/ 418645 h 2962327"/>
                <a:gd name="connsiteX120" fmla="*/ 1938089 w 3028217"/>
                <a:gd name="connsiteY120" fmla="*/ 417931 h 2962327"/>
                <a:gd name="connsiteX121" fmla="*/ 904419 w 3028217"/>
                <a:gd name="connsiteY121" fmla="*/ 389118 h 2962327"/>
                <a:gd name="connsiteX122" fmla="*/ 938709 w 3028217"/>
                <a:gd name="connsiteY122" fmla="*/ 433886 h 2962327"/>
                <a:gd name="connsiteX123" fmla="*/ 942519 w 3028217"/>
                <a:gd name="connsiteY123" fmla="*/ 446268 h 2962327"/>
                <a:gd name="connsiteX124" fmla="*/ 931089 w 3028217"/>
                <a:gd name="connsiteY124" fmla="*/ 449125 h 2962327"/>
                <a:gd name="connsiteX125" fmla="*/ 878701 w 3028217"/>
                <a:gd name="connsiteY125" fmla="*/ 449125 h 2962327"/>
                <a:gd name="connsiteX126" fmla="*/ 856794 w 3028217"/>
                <a:gd name="connsiteY126" fmla="*/ 443411 h 2962327"/>
                <a:gd name="connsiteX127" fmla="*/ 867271 w 3028217"/>
                <a:gd name="connsiteY127" fmla="*/ 412930 h 2962327"/>
                <a:gd name="connsiteX128" fmla="*/ 904419 w 3028217"/>
                <a:gd name="connsiteY128" fmla="*/ 389118 h 2962327"/>
                <a:gd name="connsiteX129" fmla="*/ 1062534 w 3028217"/>
                <a:gd name="connsiteY129" fmla="*/ 340541 h 2962327"/>
                <a:gd name="connsiteX130" fmla="*/ 1083489 w 3028217"/>
                <a:gd name="connsiteY130" fmla="*/ 353876 h 2962327"/>
                <a:gd name="connsiteX131" fmla="*/ 1053961 w 3028217"/>
                <a:gd name="connsiteY131" fmla="*/ 360543 h 2962327"/>
                <a:gd name="connsiteX132" fmla="*/ 1062534 w 3028217"/>
                <a:gd name="connsiteY132" fmla="*/ 340541 h 2962327"/>
                <a:gd name="connsiteX133" fmla="*/ 2471113 w 3028217"/>
                <a:gd name="connsiteY133" fmla="*/ 336025 h 2962327"/>
                <a:gd name="connsiteX134" fmla="*/ 2521763 w 3028217"/>
                <a:gd name="connsiteY134" fmla="*/ 370068 h 2962327"/>
                <a:gd name="connsiteX135" fmla="*/ 2848471 w 3028217"/>
                <a:gd name="connsiteY135" fmla="*/ 785358 h 2962327"/>
                <a:gd name="connsiteX136" fmla="*/ 2920861 w 3028217"/>
                <a:gd name="connsiteY136" fmla="*/ 940616 h 2962327"/>
                <a:gd name="connsiteX137" fmla="*/ 2926576 w 3028217"/>
                <a:gd name="connsiteY137" fmla="*/ 977763 h 2962327"/>
                <a:gd name="connsiteX138" fmla="*/ 2847518 w 3028217"/>
                <a:gd name="connsiteY138" fmla="*/ 938711 h 2962327"/>
                <a:gd name="connsiteX139" fmla="*/ 2864663 w 3028217"/>
                <a:gd name="connsiteY139" fmla="*/ 890133 h 2962327"/>
                <a:gd name="connsiteX140" fmla="*/ 2810371 w 3028217"/>
                <a:gd name="connsiteY140" fmla="*/ 908231 h 2962327"/>
                <a:gd name="connsiteX141" fmla="*/ 2757031 w 3028217"/>
                <a:gd name="connsiteY141" fmla="*/ 904421 h 2962327"/>
                <a:gd name="connsiteX142" fmla="*/ 2728456 w 3028217"/>
                <a:gd name="connsiteY142" fmla="*/ 916803 h 2962327"/>
                <a:gd name="connsiteX143" fmla="*/ 2707501 w 3028217"/>
                <a:gd name="connsiteY143" fmla="*/ 971096 h 2962327"/>
                <a:gd name="connsiteX144" fmla="*/ 2706548 w 3028217"/>
                <a:gd name="connsiteY144" fmla="*/ 1011101 h 2962327"/>
                <a:gd name="connsiteX145" fmla="*/ 2712263 w 3028217"/>
                <a:gd name="connsiteY145" fmla="*/ 1044438 h 2962327"/>
                <a:gd name="connsiteX146" fmla="*/ 2750438 w 3028217"/>
                <a:gd name="connsiteY146" fmla="*/ 1026892 h 2962327"/>
                <a:gd name="connsiteX147" fmla="*/ 2757317 w 3028217"/>
                <a:gd name="connsiteY147" fmla="*/ 1029909 h 2962327"/>
                <a:gd name="connsiteX148" fmla="*/ 2760842 w 3028217"/>
                <a:gd name="connsiteY148" fmla="*/ 1028246 h 2962327"/>
                <a:gd name="connsiteX149" fmla="*/ 2785607 w 3028217"/>
                <a:gd name="connsiteY149" fmla="*/ 1010148 h 2962327"/>
                <a:gd name="connsiteX150" fmla="*/ 2804538 w 3028217"/>
                <a:gd name="connsiteY150" fmla="*/ 1006457 h 2962327"/>
                <a:gd name="connsiteX151" fmla="*/ 2822755 w 3028217"/>
                <a:gd name="connsiteY151" fmla="*/ 1009196 h 2962327"/>
                <a:gd name="connsiteX152" fmla="*/ 2938959 w 3028217"/>
                <a:gd name="connsiteY152" fmla="*/ 1031103 h 2962327"/>
                <a:gd name="connsiteX153" fmla="*/ 2959915 w 3028217"/>
                <a:gd name="connsiteY153" fmla="*/ 1058726 h 2962327"/>
                <a:gd name="connsiteX154" fmla="*/ 3021827 w 3028217"/>
                <a:gd name="connsiteY154" fmla="*/ 1368288 h 2962327"/>
                <a:gd name="connsiteX155" fmla="*/ 3027542 w 3028217"/>
                <a:gd name="connsiteY155" fmla="*/ 1562598 h 2962327"/>
                <a:gd name="connsiteX156" fmla="*/ 3020874 w 3028217"/>
                <a:gd name="connsiteY156" fmla="*/ 1594983 h 2962327"/>
                <a:gd name="connsiteX157" fmla="*/ 2958009 w 3028217"/>
                <a:gd name="connsiteY157" fmla="*/ 1512116 h 2962327"/>
                <a:gd name="connsiteX158" fmla="*/ 2918005 w 3028217"/>
                <a:gd name="connsiteY158" fmla="*/ 1446393 h 2962327"/>
                <a:gd name="connsiteX159" fmla="*/ 2860855 w 3028217"/>
                <a:gd name="connsiteY159" fmla="*/ 1371146 h 2962327"/>
                <a:gd name="connsiteX160" fmla="*/ 2831327 w 3028217"/>
                <a:gd name="connsiteY160" fmla="*/ 1343523 h 2962327"/>
                <a:gd name="connsiteX161" fmla="*/ 2856092 w 3028217"/>
                <a:gd name="connsiteY161" fmla="*/ 1380671 h 2962327"/>
                <a:gd name="connsiteX162" fmla="*/ 2930387 w 3028217"/>
                <a:gd name="connsiteY162" fmla="*/ 1514021 h 2962327"/>
                <a:gd name="connsiteX163" fmla="*/ 2939912 w 3028217"/>
                <a:gd name="connsiteY163" fmla="*/ 1546406 h 2962327"/>
                <a:gd name="connsiteX164" fmla="*/ 2962772 w 3028217"/>
                <a:gd name="connsiteY164" fmla="*/ 1597841 h 2962327"/>
                <a:gd name="connsiteX165" fmla="*/ 2999919 w 3028217"/>
                <a:gd name="connsiteY165" fmla="*/ 1683566 h 2962327"/>
                <a:gd name="connsiteX166" fmla="*/ 3012302 w 3028217"/>
                <a:gd name="connsiteY166" fmla="*/ 1740716 h 2962327"/>
                <a:gd name="connsiteX167" fmla="*/ 2886572 w 3028217"/>
                <a:gd name="connsiteY167" fmla="*/ 2158864 h 2962327"/>
                <a:gd name="connsiteX168" fmla="*/ 2841805 w 3028217"/>
                <a:gd name="connsiteY168" fmla="*/ 2246493 h 2962327"/>
                <a:gd name="connsiteX169" fmla="*/ 2821802 w 3028217"/>
                <a:gd name="connsiteY169" fmla="*/ 2266496 h 2962327"/>
                <a:gd name="connsiteX170" fmla="*/ 2808467 w 3028217"/>
                <a:gd name="connsiteY170" fmla="*/ 2240778 h 2962327"/>
                <a:gd name="connsiteX171" fmla="*/ 2785607 w 3028217"/>
                <a:gd name="connsiteY171" fmla="*/ 2172198 h 2962327"/>
                <a:gd name="connsiteX172" fmla="*/ 2805609 w 3028217"/>
                <a:gd name="connsiteY172" fmla="*/ 2234111 h 2962327"/>
                <a:gd name="connsiteX173" fmla="*/ 2821802 w 3028217"/>
                <a:gd name="connsiteY173" fmla="*/ 2273164 h 2962327"/>
                <a:gd name="connsiteX174" fmla="*/ 2708455 w 3028217"/>
                <a:gd name="connsiteY174" fmla="*/ 2451281 h 2962327"/>
                <a:gd name="connsiteX175" fmla="*/ 2551292 w 3028217"/>
                <a:gd name="connsiteY175" fmla="*/ 2622731 h 2962327"/>
                <a:gd name="connsiteX176" fmla="*/ 2476997 w 3028217"/>
                <a:gd name="connsiteY176" fmla="*/ 2687501 h 2962327"/>
                <a:gd name="connsiteX177" fmla="*/ 2463662 w 3028217"/>
                <a:gd name="connsiteY177" fmla="*/ 2655116 h 2962327"/>
                <a:gd name="connsiteX178" fmla="*/ 2425562 w 3028217"/>
                <a:gd name="connsiteY178" fmla="*/ 2533196 h 2962327"/>
                <a:gd name="connsiteX179" fmla="*/ 2439849 w 3028217"/>
                <a:gd name="connsiteY179" fmla="*/ 2375081 h 2962327"/>
                <a:gd name="connsiteX180" fmla="*/ 2449374 w 3028217"/>
                <a:gd name="connsiteY180" fmla="*/ 2301739 h 2962327"/>
                <a:gd name="connsiteX181" fmla="*/ 2430324 w 3028217"/>
                <a:gd name="connsiteY181" fmla="*/ 2210298 h 2962327"/>
                <a:gd name="connsiteX182" fmla="*/ 2396987 w 3028217"/>
                <a:gd name="connsiteY182" fmla="*/ 2144576 h 2962327"/>
                <a:gd name="connsiteX183" fmla="*/ 2370317 w 3028217"/>
                <a:gd name="connsiteY183" fmla="*/ 2012178 h 2962327"/>
                <a:gd name="connsiteX184" fmla="*/ 2374127 w 3028217"/>
                <a:gd name="connsiteY184" fmla="*/ 1992176 h 2962327"/>
                <a:gd name="connsiteX185" fmla="*/ 2319834 w 3028217"/>
                <a:gd name="connsiteY185" fmla="*/ 1944551 h 2962327"/>
                <a:gd name="connsiteX186" fmla="*/ 2282687 w 3028217"/>
                <a:gd name="connsiteY186" fmla="*/ 1931216 h 2962327"/>
                <a:gd name="connsiteX187" fmla="*/ 2200772 w 3028217"/>
                <a:gd name="connsiteY187" fmla="*/ 1905498 h 2962327"/>
                <a:gd name="connsiteX188" fmla="*/ 2157909 w 3028217"/>
                <a:gd name="connsiteY188" fmla="*/ 1926453 h 2962327"/>
                <a:gd name="connsiteX189" fmla="*/ 2106474 w 3028217"/>
                <a:gd name="connsiteY189" fmla="*/ 1931216 h 2962327"/>
                <a:gd name="connsiteX190" fmla="*/ 2040752 w 3028217"/>
                <a:gd name="connsiteY190" fmla="*/ 1937883 h 2962327"/>
                <a:gd name="connsiteX191" fmla="*/ 1974077 w 3028217"/>
                <a:gd name="connsiteY191" fmla="*/ 1924548 h 2962327"/>
                <a:gd name="connsiteX192" fmla="*/ 1919784 w 3028217"/>
                <a:gd name="connsiteY192" fmla="*/ 1877876 h 2962327"/>
                <a:gd name="connsiteX193" fmla="*/ 1896924 w 3028217"/>
                <a:gd name="connsiteY193" fmla="*/ 1849301 h 2962327"/>
                <a:gd name="connsiteX194" fmla="*/ 1839774 w 3028217"/>
                <a:gd name="connsiteY194" fmla="*/ 1762623 h 2962327"/>
                <a:gd name="connsiteX195" fmla="*/ 1822629 w 3028217"/>
                <a:gd name="connsiteY195" fmla="*/ 1676898 h 2962327"/>
                <a:gd name="connsiteX196" fmla="*/ 1829297 w 3028217"/>
                <a:gd name="connsiteY196" fmla="*/ 1537833 h 2962327"/>
                <a:gd name="connsiteX197" fmla="*/ 1828344 w 3028217"/>
                <a:gd name="connsiteY197" fmla="*/ 1514973 h 2962327"/>
                <a:gd name="connsiteX198" fmla="*/ 1909307 w 3028217"/>
                <a:gd name="connsiteY198" fmla="*/ 1373051 h 2962327"/>
                <a:gd name="connsiteX199" fmla="*/ 1929309 w 3028217"/>
                <a:gd name="connsiteY199" fmla="*/ 1361621 h 2962327"/>
                <a:gd name="connsiteX200" fmla="*/ 1977887 w 3028217"/>
                <a:gd name="connsiteY200" fmla="*/ 1293041 h 2962327"/>
                <a:gd name="connsiteX201" fmla="*/ 2019797 w 3028217"/>
                <a:gd name="connsiteY201" fmla="*/ 1227318 h 2962327"/>
                <a:gd name="connsiteX202" fmla="*/ 2051229 w 3028217"/>
                <a:gd name="connsiteY202" fmla="*/ 1178741 h 2962327"/>
                <a:gd name="connsiteX203" fmla="*/ 2083614 w 3028217"/>
                <a:gd name="connsiteY203" fmla="*/ 1172073 h 2962327"/>
                <a:gd name="connsiteX204" fmla="*/ 2161719 w 3028217"/>
                <a:gd name="connsiteY204" fmla="*/ 1162548 h 2962327"/>
                <a:gd name="connsiteX205" fmla="*/ 2266494 w 3028217"/>
                <a:gd name="connsiteY205" fmla="*/ 1136831 h 2962327"/>
                <a:gd name="connsiteX206" fmla="*/ 2331264 w 3028217"/>
                <a:gd name="connsiteY206" fmla="*/ 1133021 h 2962327"/>
                <a:gd name="connsiteX207" fmla="*/ 2387462 w 3028217"/>
                <a:gd name="connsiteY207" fmla="*/ 1197791 h 2962327"/>
                <a:gd name="connsiteX208" fmla="*/ 2400797 w 3028217"/>
                <a:gd name="connsiteY208" fmla="*/ 1229223 h 2962327"/>
                <a:gd name="connsiteX209" fmla="*/ 2517002 w 3028217"/>
                <a:gd name="connsiteY209" fmla="*/ 1283516 h 2962327"/>
                <a:gd name="connsiteX210" fmla="*/ 2556055 w 3028217"/>
                <a:gd name="connsiteY210" fmla="*/ 1266371 h 2962327"/>
                <a:gd name="connsiteX211" fmla="*/ 2617967 w 3028217"/>
                <a:gd name="connsiteY211" fmla="*/ 1241606 h 2962327"/>
                <a:gd name="connsiteX212" fmla="*/ 2701787 w 3028217"/>
                <a:gd name="connsiteY212" fmla="*/ 1271133 h 2962327"/>
                <a:gd name="connsiteX213" fmla="*/ 2823707 w 3028217"/>
                <a:gd name="connsiteY213" fmla="*/ 1270181 h 2962327"/>
                <a:gd name="connsiteX214" fmla="*/ 2842757 w 3028217"/>
                <a:gd name="connsiteY214" fmla="*/ 1253988 h 2962327"/>
                <a:gd name="connsiteX215" fmla="*/ 2857997 w 3028217"/>
                <a:gd name="connsiteY215" fmla="*/ 1191123 h 2962327"/>
                <a:gd name="connsiteX216" fmla="*/ 2824659 w 3028217"/>
                <a:gd name="connsiteY216" fmla="*/ 1163501 h 2962327"/>
                <a:gd name="connsiteX217" fmla="*/ 2781797 w 3028217"/>
                <a:gd name="connsiteY217" fmla="*/ 1153023 h 2962327"/>
                <a:gd name="connsiteX218" fmla="*/ 2778142 w 3028217"/>
                <a:gd name="connsiteY218" fmla="*/ 1149005 h 2962327"/>
                <a:gd name="connsiteX219" fmla="*/ 2758579 w 3028217"/>
                <a:gd name="connsiteY219" fmla="*/ 1157637 h 2962327"/>
                <a:gd name="connsiteX220" fmla="*/ 2684641 w 3028217"/>
                <a:gd name="connsiteY220" fmla="*/ 1122543 h 2962327"/>
                <a:gd name="connsiteX221" fmla="*/ 2664638 w 3028217"/>
                <a:gd name="connsiteY221" fmla="*/ 1083491 h 2962327"/>
                <a:gd name="connsiteX222" fmla="*/ 2646541 w 3028217"/>
                <a:gd name="connsiteY222" fmla="*/ 1054916 h 2962327"/>
                <a:gd name="connsiteX223" fmla="*/ 2610346 w 3028217"/>
                <a:gd name="connsiteY223" fmla="*/ 1080633 h 2962327"/>
                <a:gd name="connsiteX224" fmla="*/ 2609202 w 3028217"/>
                <a:gd name="connsiteY224" fmla="*/ 1082346 h 2962327"/>
                <a:gd name="connsiteX225" fmla="*/ 2613204 w 3028217"/>
                <a:gd name="connsiteY225" fmla="*/ 1086348 h 2962327"/>
                <a:gd name="connsiteX226" fmla="*/ 2632254 w 3028217"/>
                <a:gd name="connsiteY226" fmla="*/ 1108255 h 2962327"/>
                <a:gd name="connsiteX227" fmla="*/ 2609394 w 3028217"/>
                <a:gd name="connsiteY227" fmla="*/ 1145403 h 2962327"/>
                <a:gd name="connsiteX228" fmla="*/ 2584629 w 3028217"/>
                <a:gd name="connsiteY228" fmla="*/ 1132068 h 2962327"/>
                <a:gd name="connsiteX229" fmla="*/ 2566055 w 3028217"/>
                <a:gd name="connsiteY229" fmla="*/ 1095397 h 2962327"/>
                <a:gd name="connsiteX230" fmla="*/ 2558490 w 3028217"/>
                <a:gd name="connsiteY230" fmla="*/ 1083461 h 2962327"/>
                <a:gd name="connsiteX231" fmla="*/ 2545576 w 3028217"/>
                <a:gd name="connsiteY231" fmla="*/ 1071108 h 2962327"/>
                <a:gd name="connsiteX232" fmla="*/ 2536051 w 3028217"/>
                <a:gd name="connsiteY232" fmla="*/ 1061583 h 2962327"/>
                <a:gd name="connsiteX233" fmla="*/ 2429371 w 3028217"/>
                <a:gd name="connsiteY233" fmla="*/ 952046 h 2962327"/>
                <a:gd name="connsiteX234" fmla="*/ 2417941 w 3028217"/>
                <a:gd name="connsiteY234" fmla="*/ 944426 h 2962327"/>
                <a:gd name="connsiteX235" fmla="*/ 2407463 w 3028217"/>
                <a:gd name="connsiteY235" fmla="*/ 947283 h 2962327"/>
                <a:gd name="connsiteX236" fmla="*/ 2469376 w 3028217"/>
                <a:gd name="connsiteY236" fmla="*/ 1014911 h 2962327"/>
                <a:gd name="connsiteX237" fmla="*/ 2509381 w 3028217"/>
                <a:gd name="connsiteY237" fmla="*/ 1044438 h 2962327"/>
                <a:gd name="connsiteX238" fmla="*/ 2504618 w 3028217"/>
                <a:gd name="connsiteY238" fmla="*/ 1057773 h 2962327"/>
                <a:gd name="connsiteX239" fmla="*/ 2488426 w 3028217"/>
                <a:gd name="connsiteY239" fmla="*/ 1077776 h 2962327"/>
                <a:gd name="connsiteX240" fmla="*/ 2476996 w 3028217"/>
                <a:gd name="connsiteY240" fmla="*/ 1084443 h 2962327"/>
                <a:gd name="connsiteX241" fmla="*/ 2356028 w 3028217"/>
                <a:gd name="connsiteY241" fmla="*/ 985383 h 2962327"/>
                <a:gd name="connsiteX242" fmla="*/ 2317928 w 3028217"/>
                <a:gd name="connsiteY242" fmla="*/ 978716 h 2962327"/>
                <a:gd name="connsiteX243" fmla="*/ 2295068 w 3028217"/>
                <a:gd name="connsiteY243" fmla="*/ 993003 h 2962327"/>
                <a:gd name="connsiteX244" fmla="*/ 2196008 w 3028217"/>
                <a:gd name="connsiteY244" fmla="*/ 1057773 h 2962327"/>
                <a:gd name="connsiteX245" fmla="*/ 2181721 w 3028217"/>
                <a:gd name="connsiteY245" fmla="*/ 1087301 h 2962327"/>
                <a:gd name="connsiteX246" fmla="*/ 2105521 w 3028217"/>
                <a:gd name="connsiteY246" fmla="*/ 1157786 h 2962327"/>
                <a:gd name="connsiteX247" fmla="*/ 2053133 w 3028217"/>
                <a:gd name="connsiteY247" fmla="*/ 1155881 h 2962327"/>
                <a:gd name="connsiteX248" fmla="*/ 2036941 w 3028217"/>
                <a:gd name="connsiteY248" fmla="*/ 1136831 h 2962327"/>
                <a:gd name="connsiteX249" fmla="*/ 2008366 w 3028217"/>
                <a:gd name="connsiteY249" fmla="*/ 1131116 h 2962327"/>
                <a:gd name="connsiteX250" fmla="*/ 2001698 w 3028217"/>
                <a:gd name="connsiteY250" fmla="*/ 1074918 h 2962327"/>
                <a:gd name="connsiteX251" fmla="*/ 2008366 w 3028217"/>
                <a:gd name="connsiteY251" fmla="*/ 1001576 h 2962327"/>
                <a:gd name="connsiteX252" fmla="*/ 2035988 w 3028217"/>
                <a:gd name="connsiteY252" fmla="*/ 977763 h 2962327"/>
                <a:gd name="connsiteX253" fmla="*/ 2107426 w 3028217"/>
                <a:gd name="connsiteY253" fmla="*/ 983478 h 2962327"/>
                <a:gd name="connsiteX254" fmla="*/ 2148383 w 3028217"/>
                <a:gd name="connsiteY254" fmla="*/ 975858 h 2962327"/>
                <a:gd name="connsiteX255" fmla="*/ 2150288 w 3028217"/>
                <a:gd name="connsiteY255" fmla="*/ 913946 h 2962327"/>
                <a:gd name="connsiteX256" fmla="*/ 2112188 w 3028217"/>
                <a:gd name="connsiteY256" fmla="*/ 876798 h 2962327"/>
                <a:gd name="connsiteX257" fmla="*/ 2096948 w 3028217"/>
                <a:gd name="connsiteY257" fmla="*/ 862511 h 2962327"/>
                <a:gd name="connsiteX258" fmla="*/ 2118856 w 3028217"/>
                <a:gd name="connsiteY258" fmla="*/ 849176 h 2962327"/>
                <a:gd name="connsiteX259" fmla="*/ 2206486 w 3028217"/>
                <a:gd name="connsiteY259" fmla="*/ 810123 h 2962327"/>
                <a:gd name="connsiteX260" fmla="*/ 2308403 w 3028217"/>
                <a:gd name="connsiteY260" fmla="*/ 731066 h 2962327"/>
                <a:gd name="connsiteX261" fmla="*/ 2321738 w 3028217"/>
                <a:gd name="connsiteY261" fmla="*/ 708206 h 2962327"/>
                <a:gd name="connsiteX262" fmla="*/ 2311261 w 3028217"/>
                <a:gd name="connsiteY262" fmla="*/ 679631 h 2962327"/>
                <a:gd name="connsiteX263" fmla="*/ 2320786 w 3028217"/>
                <a:gd name="connsiteY263" fmla="*/ 643436 h 2962327"/>
                <a:gd name="connsiteX264" fmla="*/ 2338883 w 3028217"/>
                <a:gd name="connsiteY264" fmla="*/ 638673 h 2962327"/>
                <a:gd name="connsiteX265" fmla="*/ 2343646 w 3028217"/>
                <a:gd name="connsiteY265" fmla="*/ 675821 h 2962327"/>
                <a:gd name="connsiteX266" fmla="*/ 2348408 w 3028217"/>
                <a:gd name="connsiteY266" fmla="*/ 699633 h 2962327"/>
                <a:gd name="connsiteX267" fmla="*/ 2376031 w 3028217"/>
                <a:gd name="connsiteY267" fmla="*/ 706301 h 2962327"/>
                <a:gd name="connsiteX268" fmla="*/ 2385556 w 3028217"/>
                <a:gd name="connsiteY268" fmla="*/ 704396 h 2962327"/>
                <a:gd name="connsiteX269" fmla="*/ 2454136 w 3028217"/>
                <a:gd name="connsiteY269" fmla="*/ 698681 h 2962327"/>
                <a:gd name="connsiteX270" fmla="*/ 2476996 w 3028217"/>
                <a:gd name="connsiteY270" fmla="*/ 692013 h 2962327"/>
                <a:gd name="connsiteX271" fmla="*/ 2517953 w 3028217"/>
                <a:gd name="connsiteY271" fmla="*/ 648198 h 2962327"/>
                <a:gd name="connsiteX272" fmla="*/ 2563673 w 3028217"/>
                <a:gd name="connsiteY272" fmla="*/ 626291 h 2962327"/>
                <a:gd name="connsiteX273" fmla="*/ 2554148 w 3028217"/>
                <a:gd name="connsiteY273" fmla="*/ 585333 h 2962327"/>
                <a:gd name="connsiteX274" fmla="*/ 2572928 w 3028217"/>
                <a:gd name="connsiteY274" fmla="*/ 573708 h 2962327"/>
                <a:gd name="connsiteX275" fmla="*/ 2586098 w 3028217"/>
                <a:gd name="connsiteY275" fmla="*/ 571735 h 2962327"/>
                <a:gd name="connsiteX276" fmla="*/ 2586726 w 3028217"/>
                <a:gd name="connsiteY276" fmla="*/ 571671 h 2962327"/>
                <a:gd name="connsiteX277" fmla="*/ 2624633 w 3028217"/>
                <a:gd name="connsiteY277" fmla="*/ 568188 h 2962327"/>
                <a:gd name="connsiteX278" fmla="*/ 2630348 w 3028217"/>
                <a:gd name="connsiteY278" fmla="*/ 563426 h 2962327"/>
                <a:gd name="connsiteX279" fmla="*/ 2633206 w 3028217"/>
                <a:gd name="connsiteY279" fmla="*/ 563426 h 2962327"/>
                <a:gd name="connsiteX280" fmla="*/ 2626538 w 3028217"/>
                <a:gd name="connsiteY280" fmla="*/ 563426 h 2962327"/>
                <a:gd name="connsiteX281" fmla="*/ 2593082 w 3028217"/>
                <a:gd name="connsiteY281" fmla="*/ 570689 h 2962327"/>
                <a:gd name="connsiteX282" fmla="*/ 2586098 w 3028217"/>
                <a:gd name="connsiteY282" fmla="*/ 571735 h 2962327"/>
                <a:gd name="connsiteX283" fmla="*/ 2574151 w 3028217"/>
                <a:gd name="connsiteY283" fmla="*/ 572951 h 2962327"/>
                <a:gd name="connsiteX284" fmla="*/ 2572928 w 3028217"/>
                <a:gd name="connsiteY284" fmla="*/ 573708 h 2962327"/>
                <a:gd name="connsiteX285" fmla="*/ 2558911 w 3028217"/>
                <a:gd name="connsiteY285" fmla="*/ 575808 h 2962327"/>
                <a:gd name="connsiteX286" fmla="*/ 2506523 w 3028217"/>
                <a:gd name="connsiteY286" fmla="*/ 541518 h 2962327"/>
                <a:gd name="connsiteX287" fmla="*/ 2512238 w 3028217"/>
                <a:gd name="connsiteY287" fmla="*/ 480558 h 2962327"/>
                <a:gd name="connsiteX288" fmla="*/ 2533193 w 3028217"/>
                <a:gd name="connsiteY288" fmla="*/ 458651 h 2962327"/>
                <a:gd name="connsiteX289" fmla="*/ 2534146 w 3028217"/>
                <a:gd name="connsiteY289" fmla="*/ 440553 h 2962327"/>
                <a:gd name="connsiteX290" fmla="*/ 2513191 w 3028217"/>
                <a:gd name="connsiteY290" fmla="*/ 445316 h 2962327"/>
                <a:gd name="connsiteX291" fmla="*/ 2464613 w 3028217"/>
                <a:gd name="connsiteY291" fmla="*/ 509133 h 2962327"/>
                <a:gd name="connsiteX292" fmla="*/ 2467471 w 3028217"/>
                <a:gd name="connsiteY292" fmla="*/ 551996 h 2962327"/>
                <a:gd name="connsiteX293" fmla="*/ 2468423 w 3028217"/>
                <a:gd name="connsiteY293" fmla="*/ 597716 h 2962327"/>
                <a:gd name="connsiteX294" fmla="*/ 2453183 w 3028217"/>
                <a:gd name="connsiteY294" fmla="*/ 638673 h 2962327"/>
                <a:gd name="connsiteX295" fmla="*/ 2423656 w 3028217"/>
                <a:gd name="connsiteY295" fmla="*/ 676773 h 2962327"/>
                <a:gd name="connsiteX296" fmla="*/ 2389366 w 3028217"/>
                <a:gd name="connsiteY296" fmla="*/ 683441 h 2962327"/>
                <a:gd name="connsiteX297" fmla="*/ 2383651 w 3028217"/>
                <a:gd name="connsiteY297" fmla="*/ 659628 h 2962327"/>
                <a:gd name="connsiteX298" fmla="*/ 2367458 w 3028217"/>
                <a:gd name="connsiteY298" fmla="*/ 627243 h 2962327"/>
                <a:gd name="connsiteX299" fmla="*/ 2308403 w 3028217"/>
                <a:gd name="connsiteY299" fmla="*/ 612003 h 2962327"/>
                <a:gd name="connsiteX300" fmla="*/ 2270303 w 3028217"/>
                <a:gd name="connsiteY300" fmla="*/ 571046 h 2962327"/>
                <a:gd name="connsiteX301" fmla="*/ 2260778 w 3028217"/>
                <a:gd name="connsiteY301" fmla="*/ 543423 h 2962327"/>
                <a:gd name="connsiteX302" fmla="*/ 2259826 w 3028217"/>
                <a:gd name="connsiteY302" fmla="*/ 522468 h 2962327"/>
                <a:gd name="connsiteX303" fmla="*/ 2390318 w 3028217"/>
                <a:gd name="connsiteY303" fmla="*/ 385308 h 2962327"/>
                <a:gd name="connsiteX304" fmla="*/ 2416988 w 3028217"/>
                <a:gd name="connsiteY304" fmla="*/ 357686 h 2962327"/>
                <a:gd name="connsiteX305" fmla="*/ 2417941 w 3028217"/>
                <a:gd name="connsiteY305" fmla="*/ 351971 h 2962327"/>
                <a:gd name="connsiteX306" fmla="*/ 2424608 w 3028217"/>
                <a:gd name="connsiteY306" fmla="*/ 353876 h 2962327"/>
                <a:gd name="connsiteX307" fmla="*/ 2452245 w 3028217"/>
                <a:gd name="connsiteY307" fmla="*/ 336582 h 2962327"/>
                <a:gd name="connsiteX308" fmla="*/ 2471113 w 3028217"/>
                <a:gd name="connsiteY308" fmla="*/ 336025 h 2962327"/>
                <a:gd name="connsiteX309" fmla="*/ 761544 w 3028217"/>
                <a:gd name="connsiteY309" fmla="*/ 194808 h 2962327"/>
                <a:gd name="connsiteX310" fmla="*/ 773926 w 3028217"/>
                <a:gd name="connsiteY310" fmla="*/ 216716 h 2962327"/>
                <a:gd name="connsiteX311" fmla="*/ 773926 w 3028217"/>
                <a:gd name="connsiteY311" fmla="*/ 278628 h 2962327"/>
                <a:gd name="connsiteX312" fmla="*/ 687249 w 3028217"/>
                <a:gd name="connsiteY312" fmla="*/ 293868 h 2962327"/>
                <a:gd name="connsiteX313" fmla="*/ 671056 w 3028217"/>
                <a:gd name="connsiteY313" fmla="*/ 292916 h 2962327"/>
                <a:gd name="connsiteX314" fmla="*/ 640576 w 3028217"/>
                <a:gd name="connsiteY314" fmla="*/ 298631 h 2962327"/>
                <a:gd name="connsiteX315" fmla="*/ 603429 w 3028217"/>
                <a:gd name="connsiteY315" fmla="*/ 291011 h 2962327"/>
                <a:gd name="connsiteX316" fmla="*/ 715824 w 3028217"/>
                <a:gd name="connsiteY316" fmla="*/ 211953 h 2962327"/>
                <a:gd name="connsiteX317" fmla="*/ 727254 w 3028217"/>
                <a:gd name="connsiteY317" fmla="*/ 215763 h 2962327"/>
                <a:gd name="connsiteX318" fmla="*/ 761544 w 3028217"/>
                <a:gd name="connsiteY318" fmla="*/ 194808 h 2962327"/>
                <a:gd name="connsiteX319" fmla="*/ 873343 w 3028217"/>
                <a:gd name="connsiteY319" fmla="*/ 184331 h 2962327"/>
                <a:gd name="connsiteX320" fmla="*/ 891083 w 3028217"/>
                <a:gd name="connsiteY320" fmla="*/ 191951 h 2962327"/>
                <a:gd name="connsiteX321" fmla="*/ 888226 w 3028217"/>
                <a:gd name="connsiteY321" fmla="*/ 217668 h 2962327"/>
                <a:gd name="connsiteX322" fmla="*/ 879241 w 3028217"/>
                <a:gd name="connsiteY322" fmla="*/ 234820 h 2962327"/>
                <a:gd name="connsiteX323" fmla="*/ 895370 w 3028217"/>
                <a:gd name="connsiteY323" fmla="*/ 235036 h 2962327"/>
                <a:gd name="connsiteX324" fmla="*/ 899656 w 3028217"/>
                <a:gd name="connsiteY324" fmla="*/ 266246 h 2962327"/>
                <a:gd name="connsiteX325" fmla="*/ 892988 w 3028217"/>
                <a:gd name="connsiteY325" fmla="*/ 303393 h 2962327"/>
                <a:gd name="connsiteX326" fmla="*/ 905371 w 3028217"/>
                <a:gd name="connsiteY326" fmla="*/ 303393 h 2962327"/>
                <a:gd name="connsiteX327" fmla="*/ 915848 w 3028217"/>
                <a:gd name="connsiteY327" fmla="*/ 337683 h 2962327"/>
                <a:gd name="connsiteX328" fmla="*/ 946328 w 3028217"/>
                <a:gd name="connsiteY328" fmla="*/ 324348 h 2962327"/>
                <a:gd name="connsiteX329" fmla="*/ 973409 w 3028217"/>
                <a:gd name="connsiteY329" fmla="*/ 303804 h 2962327"/>
                <a:gd name="connsiteX330" fmla="*/ 975260 w 3028217"/>
                <a:gd name="connsiteY330" fmla="*/ 292796 h 2962327"/>
                <a:gd name="connsiteX331" fmla="*/ 965378 w 3028217"/>
                <a:gd name="connsiteY331" fmla="*/ 281485 h 2962327"/>
                <a:gd name="connsiteX332" fmla="*/ 962521 w 3028217"/>
                <a:gd name="connsiteY332" fmla="*/ 233860 h 2962327"/>
                <a:gd name="connsiteX333" fmla="*/ 1013956 w 3028217"/>
                <a:gd name="connsiteY333" fmla="*/ 203380 h 2962327"/>
                <a:gd name="connsiteX334" fmla="*/ 1028243 w 3028217"/>
                <a:gd name="connsiteY334" fmla="*/ 200165 h 2962327"/>
                <a:gd name="connsiteX335" fmla="*/ 1042531 w 3028217"/>
                <a:gd name="connsiteY335" fmla="*/ 206238 h 2962327"/>
                <a:gd name="connsiteX336" fmla="*/ 1016813 w 3028217"/>
                <a:gd name="connsiteY336" fmla="*/ 234813 h 2962327"/>
                <a:gd name="connsiteX337" fmla="*/ 1075868 w 3028217"/>
                <a:gd name="connsiteY337" fmla="*/ 204333 h 2962327"/>
                <a:gd name="connsiteX338" fmla="*/ 1095871 w 3028217"/>
                <a:gd name="connsiteY338" fmla="*/ 204333 h 2962327"/>
                <a:gd name="connsiteX339" fmla="*/ 1099681 w 3028217"/>
                <a:gd name="connsiteY339" fmla="*/ 232908 h 2962327"/>
                <a:gd name="connsiteX340" fmla="*/ 1133971 w 3028217"/>
                <a:gd name="connsiteY340" fmla="*/ 231003 h 2962327"/>
                <a:gd name="connsiteX341" fmla="*/ 1151116 w 3028217"/>
                <a:gd name="connsiteY341" fmla="*/ 238623 h 2962327"/>
                <a:gd name="connsiteX342" fmla="*/ 1205408 w 3028217"/>
                <a:gd name="connsiteY342" fmla="*/ 287200 h 2962327"/>
                <a:gd name="connsiteX343" fmla="*/ 1198741 w 3028217"/>
                <a:gd name="connsiteY343" fmla="*/ 334825 h 2962327"/>
                <a:gd name="connsiteX344" fmla="*/ 1248271 w 3028217"/>
                <a:gd name="connsiteY344" fmla="*/ 377688 h 2962327"/>
                <a:gd name="connsiteX345" fmla="*/ 1246366 w 3028217"/>
                <a:gd name="connsiteY345" fmla="*/ 402453 h 2962327"/>
                <a:gd name="connsiteX346" fmla="*/ 1187311 w 3028217"/>
                <a:gd name="connsiteY346" fmla="*/ 402453 h 2962327"/>
                <a:gd name="connsiteX347" fmla="*/ 1171118 w 3028217"/>
                <a:gd name="connsiteY347" fmla="*/ 396738 h 2962327"/>
                <a:gd name="connsiteX348" fmla="*/ 1171118 w 3028217"/>
                <a:gd name="connsiteY348" fmla="*/ 431028 h 2962327"/>
                <a:gd name="connsiteX349" fmla="*/ 1151116 w 3028217"/>
                <a:gd name="connsiteY349" fmla="*/ 479605 h 2962327"/>
                <a:gd name="connsiteX350" fmla="*/ 1136828 w 3028217"/>
                <a:gd name="connsiteY350" fmla="*/ 476748 h 2962327"/>
                <a:gd name="connsiteX351" fmla="*/ 1136828 w 3028217"/>
                <a:gd name="connsiteY351" fmla="*/ 487225 h 2962327"/>
                <a:gd name="connsiteX352" fmla="*/ 1118731 w 3028217"/>
                <a:gd name="connsiteY352" fmla="*/ 497703 h 2962327"/>
                <a:gd name="connsiteX353" fmla="*/ 1066343 w 3028217"/>
                <a:gd name="connsiteY353" fmla="*/ 455793 h 2962327"/>
                <a:gd name="connsiteX354" fmla="*/ 1016813 w 3028217"/>
                <a:gd name="connsiteY354" fmla="*/ 433885 h 2962327"/>
                <a:gd name="connsiteX355" fmla="*/ 996811 w 3028217"/>
                <a:gd name="connsiteY355" fmla="*/ 428170 h 2962327"/>
                <a:gd name="connsiteX356" fmla="*/ 1013003 w 3028217"/>
                <a:gd name="connsiteY356" fmla="*/ 411978 h 2962327"/>
                <a:gd name="connsiteX357" fmla="*/ 1109206 w 3028217"/>
                <a:gd name="connsiteY357" fmla="*/ 369115 h 2962327"/>
                <a:gd name="connsiteX358" fmla="*/ 1089203 w 3028217"/>
                <a:gd name="connsiteY358" fmla="*/ 307203 h 2962327"/>
                <a:gd name="connsiteX359" fmla="*/ 1077773 w 3028217"/>
                <a:gd name="connsiteY359" fmla="*/ 291010 h 2962327"/>
                <a:gd name="connsiteX360" fmla="*/ 1016813 w 3028217"/>
                <a:gd name="connsiteY360" fmla="*/ 292915 h 2962327"/>
                <a:gd name="connsiteX361" fmla="*/ 1007169 w 3028217"/>
                <a:gd name="connsiteY361" fmla="*/ 296011 h 2962327"/>
                <a:gd name="connsiteX362" fmla="*/ 1007866 w 3028217"/>
                <a:gd name="connsiteY362" fmla="*/ 302667 h 2962327"/>
                <a:gd name="connsiteX363" fmla="*/ 1009193 w 3028217"/>
                <a:gd name="connsiteY363" fmla="*/ 303393 h 2962327"/>
                <a:gd name="connsiteX364" fmla="*/ 962521 w 3028217"/>
                <a:gd name="connsiteY364" fmla="*/ 370068 h 2962327"/>
                <a:gd name="connsiteX365" fmla="*/ 905371 w 3028217"/>
                <a:gd name="connsiteY365" fmla="*/ 371973 h 2962327"/>
                <a:gd name="connsiteX366" fmla="*/ 868223 w 3028217"/>
                <a:gd name="connsiteY366" fmla="*/ 410073 h 2962327"/>
                <a:gd name="connsiteX367" fmla="*/ 836791 w 3028217"/>
                <a:gd name="connsiteY367" fmla="*/ 426266 h 2962327"/>
                <a:gd name="connsiteX368" fmla="*/ 816788 w 3028217"/>
                <a:gd name="connsiteY368" fmla="*/ 424361 h 2962327"/>
                <a:gd name="connsiteX369" fmla="*/ 677723 w 3028217"/>
                <a:gd name="connsiteY369" fmla="*/ 507228 h 2962327"/>
                <a:gd name="connsiteX370" fmla="*/ 668198 w 3028217"/>
                <a:gd name="connsiteY370" fmla="*/ 553901 h 2962327"/>
                <a:gd name="connsiteX371" fmla="*/ 662483 w 3028217"/>
                <a:gd name="connsiteY371" fmla="*/ 586286 h 2962327"/>
                <a:gd name="connsiteX372" fmla="*/ 716776 w 3028217"/>
                <a:gd name="connsiteY372" fmla="*/ 612956 h 2962327"/>
                <a:gd name="connsiteX373" fmla="*/ 771068 w 3028217"/>
                <a:gd name="connsiteY373" fmla="*/ 645341 h 2962327"/>
                <a:gd name="connsiteX374" fmla="*/ 782498 w 3028217"/>
                <a:gd name="connsiteY374" fmla="*/ 667248 h 2962327"/>
                <a:gd name="connsiteX375" fmla="*/ 772973 w 3028217"/>
                <a:gd name="connsiteY375" fmla="*/ 726303 h 2962327"/>
                <a:gd name="connsiteX376" fmla="*/ 805358 w 3028217"/>
                <a:gd name="connsiteY376" fmla="*/ 736781 h 2962327"/>
                <a:gd name="connsiteX377" fmla="*/ 828218 w 3028217"/>
                <a:gd name="connsiteY377" fmla="*/ 689156 h 2962327"/>
                <a:gd name="connsiteX378" fmla="*/ 858698 w 3028217"/>
                <a:gd name="connsiteY378" fmla="*/ 652961 h 2962327"/>
                <a:gd name="connsiteX379" fmla="*/ 901561 w 3028217"/>
                <a:gd name="connsiteY379" fmla="*/ 573903 h 2962327"/>
                <a:gd name="connsiteX380" fmla="*/ 904418 w 3028217"/>
                <a:gd name="connsiteY380" fmla="*/ 561521 h 2962327"/>
                <a:gd name="connsiteX381" fmla="*/ 953948 w 3028217"/>
                <a:gd name="connsiteY381" fmla="*/ 491988 h 2962327"/>
                <a:gd name="connsiteX382" fmla="*/ 968236 w 3028217"/>
                <a:gd name="connsiteY382" fmla="*/ 478653 h 2962327"/>
                <a:gd name="connsiteX383" fmla="*/ 1049198 w 3028217"/>
                <a:gd name="connsiteY383" fmla="*/ 512943 h 2962327"/>
                <a:gd name="connsiteX384" fmla="*/ 1063486 w 3028217"/>
                <a:gd name="connsiteY384" fmla="*/ 539613 h 2962327"/>
                <a:gd name="connsiteX385" fmla="*/ 1067296 w 3028217"/>
                <a:gd name="connsiteY385" fmla="*/ 583428 h 2962327"/>
                <a:gd name="connsiteX386" fmla="*/ 1112063 w 3028217"/>
                <a:gd name="connsiteY386" fmla="*/ 568188 h 2962327"/>
                <a:gd name="connsiteX387" fmla="*/ 1146353 w 3028217"/>
                <a:gd name="connsiteY387" fmla="*/ 580571 h 2962327"/>
                <a:gd name="connsiteX388" fmla="*/ 1151116 w 3028217"/>
                <a:gd name="connsiteY388" fmla="*/ 616766 h 2962327"/>
                <a:gd name="connsiteX389" fmla="*/ 1193026 w 3028217"/>
                <a:gd name="connsiteY389" fmla="*/ 684393 h 2962327"/>
                <a:gd name="connsiteX390" fmla="*/ 1182905 w 3028217"/>
                <a:gd name="connsiteY390" fmla="*/ 697847 h 2962327"/>
                <a:gd name="connsiteX391" fmla="*/ 1179024 w 3028217"/>
                <a:gd name="connsiteY391" fmla="*/ 699159 h 2962327"/>
                <a:gd name="connsiteX392" fmla="*/ 1177845 w 3028217"/>
                <a:gd name="connsiteY392" fmla="*/ 699023 h 2962327"/>
                <a:gd name="connsiteX393" fmla="*/ 1166356 w 3028217"/>
                <a:gd name="connsiteY393" fmla="*/ 703443 h 2962327"/>
                <a:gd name="connsiteX394" fmla="*/ 1179024 w 3028217"/>
                <a:gd name="connsiteY394" fmla="*/ 699159 h 2962327"/>
                <a:gd name="connsiteX395" fmla="*/ 1188263 w 3028217"/>
                <a:gd name="connsiteY395" fmla="*/ 700229 h 2962327"/>
                <a:gd name="connsiteX396" fmla="*/ 1207313 w 3028217"/>
                <a:gd name="connsiteY396" fmla="*/ 712016 h 2962327"/>
                <a:gd name="connsiteX397" fmla="*/ 1205051 w 3028217"/>
                <a:gd name="connsiteY397" fmla="*/ 754402 h 2962327"/>
                <a:gd name="connsiteX398" fmla="*/ 1180854 w 3028217"/>
                <a:gd name="connsiteY398" fmla="*/ 787924 h 2962327"/>
                <a:gd name="connsiteX399" fmla="*/ 1187073 w 3028217"/>
                <a:gd name="connsiteY399" fmla="*/ 807504 h 2962327"/>
                <a:gd name="connsiteX400" fmla="*/ 1206361 w 3028217"/>
                <a:gd name="connsiteY400" fmla="*/ 814886 h 2962327"/>
                <a:gd name="connsiteX401" fmla="*/ 1213981 w 3028217"/>
                <a:gd name="connsiteY401" fmla="*/ 828221 h 2962327"/>
                <a:gd name="connsiteX402" fmla="*/ 1172071 w 3028217"/>
                <a:gd name="connsiteY402" fmla="*/ 862511 h 2962327"/>
                <a:gd name="connsiteX403" fmla="*/ 1115874 w 3028217"/>
                <a:gd name="connsiteY403" fmla="*/ 854891 h 2962327"/>
                <a:gd name="connsiteX404" fmla="*/ 1148259 w 3028217"/>
                <a:gd name="connsiteY404" fmla="*/ 807266 h 2962327"/>
                <a:gd name="connsiteX405" fmla="*/ 1173024 w 3028217"/>
                <a:gd name="connsiteY405" fmla="*/ 780596 h 2962327"/>
                <a:gd name="connsiteX406" fmla="*/ 1173125 w 3028217"/>
                <a:gd name="connsiteY406" fmla="*/ 780684 h 2962327"/>
                <a:gd name="connsiteX407" fmla="*/ 1174333 w 3028217"/>
                <a:gd name="connsiteY407" fmla="*/ 770475 h 2962327"/>
                <a:gd name="connsiteX408" fmla="*/ 1163498 w 3028217"/>
                <a:gd name="connsiteY408" fmla="*/ 767261 h 2962327"/>
                <a:gd name="connsiteX409" fmla="*/ 1124446 w 3028217"/>
                <a:gd name="connsiteY409" fmla="*/ 787263 h 2962327"/>
                <a:gd name="connsiteX410" fmla="*/ 1043483 w 3028217"/>
                <a:gd name="connsiteY410" fmla="*/ 789168 h 2962327"/>
                <a:gd name="connsiteX411" fmla="*/ 993953 w 3028217"/>
                <a:gd name="connsiteY411" fmla="*/ 794883 h 2962327"/>
                <a:gd name="connsiteX412" fmla="*/ 959663 w 3028217"/>
                <a:gd name="connsiteY412" fmla="*/ 814886 h 2962327"/>
                <a:gd name="connsiteX413" fmla="*/ 929183 w 3028217"/>
                <a:gd name="connsiteY413" fmla="*/ 839651 h 2962327"/>
                <a:gd name="connsiteX414" fmla="*/ 925100 w 3028217"/>
                <a:gd name="connsiteY414" fmla="*/ 843462 h 2962327"/>
                <a:gd name="connsiteX415" fmla="*/ 915848 w 3028217"/>
                <a:gd name="connsiteY415" fmla="*/ 851081 h 2962327"/>
                <a:gd name="connsiteX416" fmla="*/ 912991 w 3028217"/>
                <a:gd name="connsiteY416" fmla="*/ 851081 h 2962327"/>
                <a:gd name="connsiteX417" fmla="*/ 914896 w 3028217"/>
                <a:gd name="connsiteY417" fmla="*/ 852986 h 2962327"/>
                <a:gd name="connsiteX418" fmla="*/ 925100 w 3028217"/>
                <a:gd name="connsiteY418" fmla="*/ 843462 h 2962327"/>
                <a:gd name="connsiteX419" fmla="*/ 932041 w 3028217"/>
                <a:gd name="connsiteY419" fmla="*/ 837746 h 2962327"/>
                <a:gd name="connsiteX420" fmla="*/ 972998 w 3028217"/>
                <a:gd name="connsiteY420" fmla="*/ 820601 h 2962327"/>
                <a:gd name="connsiteX421" fmla="*/ 992048 w 3028217"/>
                <a:gd name="connsiteY421" fmla="*/ 814886 h 2962327"/>
                <a:gd name="connsiteX422" fmla="*/ 1023481 w 3028217"/>
                <a:gd name="connsiteY422" fmla="*/ 819648 h 2962327"/>
                <a:gd name="connsiteX423" fmla="*/ 1005383 w 3028217"/>
                <a:gd name="connsiteY423" fmla="*/ 842508 h 2962327"/>
                <a:gd name="connsiteX424" fmla="*/ 1006336 w 3028217"/>
                <a:gd name="connsiteY424" fmla="*/ 854891 h 2962327"/>
                <a:gd name="connsiteX425" fmla="*/ 1005383 w 3028217"/>
                <a:gd name="connsiteY425" fmla="*/ 889181 h 2962327"/>
                <a:gd name="connsiteX426" fmla="*/ 984428 w 3028217"/>
                <a:gd name="connsiteY426" fmla="*/ 910136 h 2962327"/>
                <a:gd name="connsiteX427" fmla="*/ 952043 w 3028217"/>
                <a:gd name="connsiteY427" fmla="*/ 916803 h 2962327"/>
                <a:gd name="connsiteX428" fmla="*/ 899656 w 3028217"/>
                <a:gd name="connsiteY428" fmla="*/ 938711 h 2962327"/>
                <a:gd name="connsiteX429" fmla="*/ 855841 w 3028217"/>
                <a:gd name="connsiteY429" fmla="*/ 985383 h 2962327"/>
                <a:gd name="connsiteX430" fmla="*/ 831076 w 3028217"/>
                <a:gd name="connsiteY430" fmla="*/ 1003481 h 2962327"/>
                <a:gd name="connsiteX431" fmla="*/ 738683 w 3028217"/>
                <a:gd name="connsiteY431" fmla="*/ 1081586 h 2962327"/>
                <a:gd name="connsiteX432" fmla="*/ 711061 w 3028217"/>
                <a:gd name="connsiteY432" fmla="*/ 1115876 h 2962327"/>
                <a:gd name="connsiteX433" fmla="*/ 666293 w 3028217"/>
                <a:gd name="connsiteY433" fmla="*/ 1175883 h 2962327"/>
                <a:gd name="connsiteX434" fmla="*/ 585331 w 3028217"/>
                <a:gd name="connsiteY434" fmla="*/ 1230176 h 2962327"/>
                <a:gd name="connsiteX435" fmla="*/ 559613 w 3028217"/>
                <a:gd name="connsiteY435" fmla="*/ 1297803 h 2962327"/>
                <a:gd name="connsiteX436" fmla="*/ 557708 w 3028217"/>
                <a:gd name="connsiteY436" fmla="*/ 1386386 h 2962327"/>
                <a:gd name="connsiteX437" fmla="*/ 542468 w 3028217"/>
                <a:gd name="connsiteY437" fmla="*/ 1407341 h 2962327"/>
                <a:gd name="connsiteX438" fmla="*/ 528181 w 3028217"/>
                <a:gd name="connsiteY438" fmla="*/ 1387338 h 2962327"/>
                <a:gd name="connsiteX439" fmla="*/ 519608 w 3028217"/>
                <a:gd name="connsiteY439" fmla="*/ 1320663 h 2962327"/>
                <a:gd name="connsiteX440" fmla="*/ 488176 w 3028217"/>
                <a:gd name="connsiteY440" fmla="*/ 1283516 h 2962327"/>
                <a:gd name="connsiteX441" fmla="*/ 429121 w 3028217"/>
                <a:gd name="connsiteY441" fmla="*/ 1267323 h 2962327"/>
                <a:gd name="connsiteX442" fmla="*/ 409118 w 3028217"/>
                <a:gd name="connsiteY442" fmla="*/ 1268276 h 2962327"/>
                <a:gd name="connsiteX443" fmla="*/ 336728 w 3028217"/>
                <a:gd name="connsiteY443" fmla="*/ 1284468 h 2962327"/>
                <a:gd name="connsiteX444" fmla="*/ 215761 w 3028217"/>
                <a:gd name="connsiteY444" fmla="*/ 1373051 h 2962327"/>
                <a:gd name="connsiteX445" fmla="*/ 189091 w 3028217"/>
                <a:gd name="connsiteY445" fmla="*/ 1441631 h 2962327"/>
                <a:gd name="connsiteX446" fmla="*/ 196711 w 3028217"/>
                <a:gd name="connsiteY446" fmla="*/ 1544501 h 2962327"/>
                <a:gd name="connsiteX447" fmla="*/ 244336 w 3028217"/>
                <a:gd name="connsiteY447" fmla="*/ 1573076 h 2962327"/>
                <a:gd name="connsiteX448" fmla="*/ 320536 w 3028217"/>
                <a:gd name="connsiteY448" fmla="*/ 1514973 h 2962327"/>
                <a:gd name="connsiteX449" fmla="*/ 387211 w 3028217"/>
                <a:gd name="connsiteY449" fmla="*/ 1494971 h 2962327"/>
                <a:gd name="connsiteX450" fmla="*/ 389116 w 3028217"/>
                <a:gd name="connsiteY450" fmla="*/ 1515926 h 2962327"/>
                <a:gd name="connsiteX451" fmla="*/ 340538 w 3028217"/>
                <a:gd name="connsiteY451" fmla="*/ 1624511 h 2962327"/>
                <a:gd name="connsiteX452" fmla="*/ 354826 w 3028217"/>
                <a:gd name="connsiteY452" fmla="*/ 1644513 h 2962327"/>
                <a:gd name="connsiteX453" fmla="*/ 410071 w 3028217"/>
                <a:gd name="connsiteY453" fmla="*/ 1645466 h 2962327"/>
                <a:gd name="connsiteX454" fmla="*/ 439598 w 3028217"/>
                <a:gd name="connsiteY454" fmla="*/ 1687376 h 2962327"/>
                <a:gd name="connsiteX455" fmla="*/ 426263 w 3028217"/>
                <a:gd name="connsiteY455" fmla="*/ 1743573 h 2962327"/>
                <a:gd name="connsiteX456" fmla="*/ 450076 w 3028217"/>
                <a:gd name="connsiteY456" fmla="*/ 1813106 h 2962327"/>
                <a:gd name="connsiteX457" fmla="*/ 499606 w 3028217"/>
                <a:gd name="connsiteY457" fmla="*/ 1812153 h 2962327"/>
                <a:gd name="connsiteX458" fmla="*/ 536753 w 3028217"/>
                <a:gd name="connsiteY458" fmla="*/ 1818821 h 2962327"/>
                <a:gd name="connsiteX459" fmla="*/ 577711 w 3028217"/>
                <a:gd name="connsiteY459" fmla="*/ 1813106 h 2962327"/>
                <a:gd name="connsiteX460" fmla="*/ 661531 w 3028217"/>
                <a:gd name="connsiteY460" fmla="*/ 1754051 h 2962327"/>
                <a:gd name="connsiteX461" fmla="*/ 672008 w 3028217"/>
                <a:gd name="connsiteY461" fmla="*/ 1763576 h 2962327"/>
                <a:gd name="connsiteX462" fmla="*/ 695821 w 3028217"/>
                <a:gd name="connsiteY462" fmla="*/ 1768338 h 2962327"/>
                <a:gd name="connsiteX463" fmla="*/ 741541 w 3028217"/>
                <a:gd name="connsiteY463" fmla="*/ 1772148 h 2962327"/>
                <a:gd name="connsiteX464" fmla="*/ 832028 w 3028217"/>
                <a:gd name="connsiteY464" fmla="*/ 1788341 h 2962327"/>
                <a:gd name="connsiteX465" fmla="*/ 865366 w 3028217"/>
                <a:gd name="connsiteY465" fmla="*/ 1796913 h 2962327"/>
                <a:gd name="connsiteX466" fmla="*/ 910133 w 3028217"/>
                <a:gd name="connsiteY466" fmla="*/ 1838823 h 2962327"/>
                <a:gd name="connsiteX467" fmla="*/ 1047293 w 3028217"/>
                <a:gd name="connsiteY467" fmla="*/ 1918833 h 2962327"/>
                <a:gd name="connsiteX468" fmla="*/ 1116826 w 3028217"/>
                <a:gd name="connsiteY468" fmla="*/ 2036943 h 2962327"/>
                <a:gd name="connsiteX469" fmla="*/ 1106348 w 3028217"/>
                <a:gd name="connsiteY469" fmla="*/ 2056946 h 2962327"/>
                <a:gd name="connsiteX470" fmla="*/ 1104443 w 3028217"/>
                <a:gd name="connsiteY470" fmla="*/ 2099808 h 2962327"/>
                <a:gd name="connsiteX471" fmla="*/ 1124446 w 3028217"/>
                <a:gd name="connsiteY471" fmla="*/ 2102666 h 2962327"/>
                <a:gd name="connsiteX472" fmla="*/ 1193026 w 3028217"/>
                <a:gd name="connsiteY472" fmla="*/ 2077901 h 2962327"/>
                <a:gd name="connsiteX473" fmla="*/ 1280656 w 3028217"/>
                <a:gd name="connsiteY473" fmla="*/ 2123621 h 2962327"/>
                <a:gd name="connsiteX474" fmla="*/ 1387336 w 3028217"/>
                <a:gd name="connsiteY474" fmla="*/ 2172198 h 2962327"/>
                <a:gd name="connsiteX475" fmla="*/ 1434008 w 3028217"/>
                <a:gd name="connsiteY475" fmla="*/ 2199821 h 2962327"/>
                <a:gd name="connsiteX476" fmla="*/ 1430198 w 3028217"/>
                <a:gd name="connsiteY476" fmla="*/ 2282688 h 2962327"/>
                <a:gd name="connsiteX477" fmla="*/ 1370191 w 3028217"/>
                <a:gd name="connsiteY477" fmla="*/ 2373176 h 2962327"/>
                <a:gd name="connsiteX478" fmla="*/ 1358761 w 3028217"/>
                <a:gd name="connsiteY478" fmla="*/ 2423658 h 2962327"/>
                <a:gd name="connsiteX479" fmla="*/ 1327328 w 3028217"/>
                <a:gd name="connsiteY479" fmla="*/ 2600823 h 2962327"/>
                <a:gd name="connsiteX480" fmla="*/ 1293991 w 3028217"/>
                <a:gd name="connsiteY480" fmla="*/ 2626541 h 2962327"/>
                <a:gd name="connsiteX481" fmla="*/ 1218743 w 3028217"/>
                <a:gd name="connsiteY481" fmla="*/ 2661783 h 2962327"/>
                <a:gd name="connsiteX482" fmla="*/ 1193026 w 3028217"/>
                <a:gd name="connsiteY482" fmla="*/ 2710361 h 2962327"/>
                <a:gd name="connsiteX483" fmla="*/ 1164451 w 3028217"/>
                <a:gd name="connsiteY483" fmla="*/ 2832281 h 2962327"/>
                <a:gd name="connsiteX484" fmla="*/ 1122541 w 3028217"/>
                <a:gd name="connsiteY484" fmla="*/ 2910386 h 2962327"/>
                <a:gd name="connsiteX485" fmla="*/ 1095871 w 3028217"/>
                <a:gd name="connsiteY485" fmla="*/ 2929436 h 2962327"/>
                <a:gd name="connsiteX486" fmla="*/ 1061581 w 3028217"/>
                <a:gd name="connsiteY486" fmla="*/ 2922768 h 2962327"/>
                <a:gd name="connsiteX487" fmla="*/ 1047293 w 3028217"/>
                <a:gd name="connsiteY487" fmla="*/ 2929436 h 2962327"/>
                <a:gd name="connsiteX488" fmla="*/ 1061581 w 3028217"/>
                <a:gd name="connsiteY488" fmla="*/ 2956106 h 2962327"/>
                <a:gd name="connsiteX489" fmla="*/ 1040626 w 3028217"/>
                <a:gd name="connsiteY489" fmla="*/ 2959916 h 2962327"/>
                <a:gd name="connsiteX490" fmla="*/ 783451 w 3028217"/>
                <a:gd name="connsiteY490" fmla="*/ 2850378 h 2962327"/>
                <a:gd name="connsiteX491" fmla="*/ 752971 w 3028217"/>
                <a:gd name="connsiteY491" fmla="*/ 2805611 h 2962327"/>
                <a:gd name="connsiteX492" fmla="*/ 737731 w 3028217"/>
                <a:gd name="connsiteY492" fmla="*/ 2765606 h 2962327"/>
                <a:gd name="connsiteX493" fmla="*/ 721538 w 3028217"/>
                <a:gd name="connsiteY493" fmla="*/ 2564628 h 2962327"/>
                <a:gd name="connsiteX494" fmla="*/ 670103 w 3028217"/>
                <a:gd name="connsiteY494" fmla="*/ 2492238 h 2962327"/>
                <a:gd name="connsiteX495" fmla="*/ 539611 w 3028217"/>
                <a:gd name="connsiteY495" fmla="*/ 2337933 h 2962327"/>
                <a:gd name="connsiteX496" fmla="*/ 473888 w 3028217"/>
                <a:gd name="connsiteY496" fmla="*/ 2221728 h 2962327"/>
                <a:gd name="connsiteX497" fmla="*/ 468173 w 3028217"/>
                <a:gd name="connsiteY497" fmla="*/ 2148386 h 2962327"/>
                <a:gd name="connsiteX498" fmla="*/ 471983 w 3028217"/>
                <a:gd name="connsiteY498" fmla="*/ 2122668 h 2962327"/>
                <a:gd name="connsiteX499" fmla="*/ 493891 w 3028217"/>
                <a:gd name="connsiteY499" fmla="*/ 2021703 h 2962327"/>
                <a:gd name="connsiteX500" fmla="*/ 538658 w 3028217"/>
                <a:gd name="connsiteY500" fmla="*/ 1907403 h 2962327"/>
                <a:gd name="connsiteX501" fmla="*/ 524371 w 3028217"/>
                <a:gd name="connsiteY501" fmla="*/ 1854063 h 2962327"/>
                <a:gd name="connsiteX502" fmla="*/ 499606 w 3028217"/>
                <a:gd name="connsiteY502" fmla="*/ 1853111 h 2962327"/>
                <a:gd name="connsiteX503" fmla="*/ 459601 w 3028217"/>
                <a:gd name="connsiteY503" fmla="*/ 1860731 h 2962327"/>
                <a:gd name="connsiteX504" fmla="*/ 408166 w 3028217"/>
                <a:gd name="connsiteY504" fmla="*/ 1827393 h 2962327"/>
                <a:gd name="connsiteX505" fmla="*/ 354826 w 3028217"/>
                <a:gd name="connsiteY505" fmla="*/ 1742621 h 2962327"/>
                <a:gd name="connsiteX506" fmla="*/ 322441 w 3028217"/>
                <a:gd name="connsiteY506" fmla="*/ 1715951 h 2962327"/>
                <a:gd name="connsiteX507" fmla="*/ 234811 w 3028217"/>
                <a:gd name="connsiteY507" fmla="*/ 1658801 h 2962327"/>
                <a:gd name="connsiteX508" fmla="*/ 206236 w 3028217"/>
                <a:gd name="connsiteY508" fmla="*/ 1644513 h 2962327"/>
                <a:gd name="connsiteX509" fmla="*/ 116701 w 3028217"/>
                <a:gd name="connsiteY509" fmla="*/ 1622606 h 2962327"/>
                <a:gd name="connsiteX510" fmla="*/ 28118 w 3028217"/>
                <a:gd name="connsiteY510" fmla="*/ 1557836 h 2962327"/>
                <a:gd name="connsiteX511" fmla="*/ 12878 w 3028217"/>
                <a:gd name="connsiteY511" fmla="*/ 1499733 h 2962327"/>
                <a:gd name="connsiteX512" fmla="*/ 10021 w 3028217"/>
                <a:gd name="connsiteY512" fmla="*/ 1446393 h 2962327"/>
                <a:gd name="connsiteX513" fmla="*/ 5258 w 3028217"/>
                <a:gd name="connsiteY513" fmla="*/ 1410198 h 2962327"/>
                <a:gd name="connsiteX514" fmla="*/ 45263 w 3028217"/>
                <a:gd name="connsiteY514" fmla="*/ 1105398 h 2962327"/>
                <a:gd name="connsiteX515" fmla="*/ 304343 w 3028217"/>
                <a:gd name="connsiteY515" fmla="*/ 581523 h 2962327"/>
                <a:gd name="connsiteX516" fmla="*/ 548183 w 3028217"/>
                <a:gd name="connsiteY516" fmla="*/ 329111 h 2962327"/>
                <a:gd name="connsiteX517" fmla="*/ 617716 w 3028217"/>
                <a:gd name="connsiteY517" fmla="*/ 317681 h 2962327"/>
                <a:gd name="connsiteX518" fmla="*/ 631051 w 3028217"/>
                <a:gd name="connsiteY518" fmla="*/ 309108 h 2962327"/>
                <a:gd name="connsiteX519" fmla="*/ 692011 w 3028217"/>
                <a:gd name="connsiteY519" fmla="*/ 299583 h 2962327"/>
                <a:gd name="connsiteX520" fmla="*/ 756781 w 3028217"/>
                <a:gd name="connsiteY520" fmla="*/ 316728 h 2962327"/>
                <a:gd name="connsiteX521" fmla="*/ 780593 w 3028217"/>
                <a:gd name="connsiteY521" fmla="*/ 315776 h 2962327"/>
                <a:gd name="connsiteX522" fmla="*/ 797738 w 3028217"/>
                <a:gd name="connsiteY522" fmla="*/ 314823 h 2962327"/>
                <a:gd name="connsiteX523" fmla="*/ 831076 w 3028217"/>
                <a:gd name="connsiteY523" fmla="*/ 316728 h 2962327"/>
                <a:gd name="connsiteX524" fmla="*/ 841553 w 3028217"/>
                <a:gd name="connsiteY524" fmla="*/ 277676 h 2962327"/>
                <a:gd name="connsiteX525" fmla="*/ 852031 w 3028217"/>
                <a:gd name="connsiteY525" fmla="*/ 259578 h 2962327"/>
                <a:gd name="connsiteX526" fmla="*/ 867152 w 3028217"/>
                <a:gd name="connsiteY526" fmla="*/ 248624 h 2962327"/>
                <a:gd name="connsiteX527" fmla="*/ 876026 w 3028217"/>
                <a:gd name="connsiteY527" fmla="*/ 238011 h 2962327"/>
                <a:gd name="connsiteX528" fmla="*/ 858921 w 3028217"/>
                <a:gd name="connsiteY528" fmla="*/ 241392 h 2962327"/>
                <a:gd name="connsiteX529" fmla="*/ 821551 w 3028217"/>
                <a:gd name="connsiteY529" fmla="*/ 210048 h 2962327"/>
                <a:gd name="connsiteX530" fmla="*/ 857746 w 3028217"/>
                <a:gd name="connsiteY530" fmla="*/ 190998 h 2962327"/>
                <a:gd name="connsiteX531" fmla="*/ 873343 w 3028217"/>
                <a:gd name="connsiteY531" fmla="*/ 184331 h 2962327"/>
                <a:gd name="connsiteX532" fmla="*/ 798215 w 3028217"/>
                <a:gd name="connsiteY532" fmla="*/ 181949 h 2962327"/>
                <a:gd name="connsiteX533" fmla="*/ 805359 w 3028217"/>
                <a:gd name="connsiteY533" fmla="*/ 187188 h 2962327"/>
                <a:gd name="connsiteX534" fmla="*/ 795834 w 3028217"/>
                <a:gd name="connsiteY534" fmla="*/ 196713 h 2962327"/>
                <a:gd name="connsiteX535" fmla="*/ 788214 w 3028217"/>
                <a:gd name="connsiteY535" fmla="*/ 182426 h 2962327"/>
                <a:gd name="connsiteX536" fmla="*/ 798215 w 3028217"/>
                <a:gd name="connsiteY536" fmla="*/ 181949 h 2962327"/>
                <a:gd name="connsiteX537" fmla="*/ 938708 w 3028217"/>
                <a:gd name="connsiteY537" fmla="*/ 121466 h 2962327"/>
                <a:gd name="connsiteX538" fmla="*/ 952043 w 3028217"/>
                <a:gd name="connsiteY538" fmla="*/ 141468 h 2962327"/>
                <a:gd name="connsiteX539" fmla="*/ 951037 w 3028217"/>
                <a:gd name="connsiteY539" fmla="*/ 142501 h 2962327"/>
                <a:gd name="connsiteX540" fmla="*/ 953949 w 3028217"/>
                <a:gd name="connsiteY540" fmla="*/ 140516 h 2962327"/>
                <a:gd name="connsiteX541" fmla="*/ 952996 w 3028217"/>
                <a:gd name="connsiteY541" fmla="*/ 148136 h 2962327"/>
                <a:gd name="connsiteX542" fmla="*/ 952996 w 3028217"/>
                <a:gd name="connsiteY542" fmla="*/ 169091 h 2962327"/>
                <a:gd name="connsiteX543" fmla="*/ 944424 w 3028217"/>
                <a:gd name="connsiteY543" fmla="*/ 159804 h 2962327"/>
                <a:gd name="connsiteX544" fmla="*/ 933131 w 3028217"/>
                <a:gd name="connsiteY544" fmla="*/ 154863 h 2962327"/>
                <a:gd name="connsiteX545" fmla="*/ 931088 w 3028217"/>
                <a:gd name="connsiteY545" fmla="*/ 155756 h 2962327"/>
                <a:gd name="connsiteX546" fmla="*/ 930136 w 3028217"/>
                <a:gd name="connsiteY546" fmla="*/ 155756 h 2962327"/>
                <a:gd name="connsiteX547" fmla="*/ 918706 w 3028217"/>
                <a:gd name="connsiteY547" fmla="*/ 144326 h 2962327"/>
                <a:gd name="connsiteX548" fmla="*/ 931088 w 3028217"/>
                <a:gd name="connsiteY548" fmla="*/ 122418 h 2962327"/>
                <a:gd name="connsiteX549" fmla="*/ 938708 w 3028217"/>
                <a:gd name="connsiteY549" fmla="*/ 121466 h 2962327"/>
                <a:gd name="connsiteX550" fmla="*/ 925373 w 3028217"/>
                <a:gd name="connsiteY550" fmla="*/ 107178 h 2962327"/>
                <a:gd name="connsiteX551" fmla="*/ 938708 w 3028217"/>
                <a:gd name="connsiteY551" fmla="*/ 121465 h 2962327"/>
                <a:gd name="connsiteX552" fmla="*/ 935851 w 3028217"/>
                <a:gd name="connsiteY552" fmla="*/ 121465 h 2962327"/>
                <a:gd name="connsiteX553" fmla="*/ 932993 w 3028217"/>
                <a:gd name="connsiteY553" fmla="*/ 121465 h 2962327"/>
                <a:gd name="connsiteX554" fmla="*/ 901561 w 3028217"/>
                <a:gd name="connsiteY554" fmla="*/ 123370 h 2962327"/>
                <a:gd name="connsiteX555" fmla="*/ 925373 w 3028217"/>
                <a:gd name="connsiteY555" fmla="*/ 107178 h 2962327"/>
                <a:gd name="connsiteX556" fmla="*/ 1021576 w 3028217"/>
                <a:gd name="connsiteY556" fmla="*/ 71936 h 2962327"/>
                <a:gd name="connsiteX557" fmla="*/ 1031101 w 3028217"/>
                <a:gd name="connsiteY557" fmla="*/ 97653 h 2962327"/>
                <a:gd name="connsiteX558" fmla="*/ 1000621 w 3028217"/>
                <a:gd name="connsiteY558" fmla="*/ 92891 h 2962327"/>
                <a:gd name="connsiteX559" fmla="*/ 1007288 w 3028217"/>
                <a:gd name="connsiteY559" fmla="*/ 79556 h 2962327"/>
                <a:gd name="connsiteX560" fmla="*/ 1021576 w 3028217"/>
                <a:gd name="connsiteY560" fmla="*/ 71936 h 2962327"/>
                <a:gd name="connsiteX561" fmla="*/ 1113849 w 3028217"/>
                <a:gd name="connsiteY561" fmla="*/ 40265 h 2962327"/>
                <a:gd name="connsiteX562" fmla="*/ 1159689 w 3028217"/>
                <a:gd name="connsiteY562" fmla="*/ 51933 h 2962327"/>
                <a:gd name="connsiteX563" fmla="*/ 1151116 w 3028217"/>
                <a:gd name="connsiteY563" fmla="*/ 84318 h 2962327"/>
                <a:gd name="connsiteX564" fmla="*/ 1111111 w 3028217"/>
                <a:gd name="connsiteY564" fmla="*/ 92891 h 2962327"/>
                <a:gd name="connsiteX565" fmla="*/ 1070153 w 3028217"/>
                <a:gd name="connsiteY565" fmla="*/ 58601 h 2962327"/>
                <a:gd name="connsiteX566" fmla="*/ 1113849 w 3028217"/>
                <a:gd name="connsiteY566" fmla="*/ 40265 h 2962327"/>
                <a:gd name="connsiteX567" fmla="*/ 1400760 w 3028217"/>
                <a:gd name="connsiteY567" fmla="*/ 96 h 2962327"/>
                <a:gd name="connsiteX568" fmla="*/ 1476871 w 3028217"/>
                <a:gd name="connsiteY568" fmla="*/ 5260 h 2962327"/>
                <a:gd name="connsiteX569" fmla="*/ 1611174 w 3028217"/>
                <a:gd name="connsiteY569" fmla="*/ 9070 h 2962327"/>
                <a:gd name="connsiteX570" fmla="*/ 1619746 w 3028217"/>
                <a:gd name="connsiteY570" fmla="*/ 17643 h 2962327"/>
                <a:gd name="connsiteX571" fmla="*/ 1646416 w 3028217"/>
                <a:gd name="connsiteY571" fmla="*/ 28120 h 2962327"/>
                <a:gd name="connsiteX572" fmla="*/ 1667371 w 3028217"/>
                <a:gd name="connsiteY572" fmla="*/ 31930 h 2962327"/>
                <a:gd name="connsiteX573" fmla="*/ 1742261 w 3028217"/>
                <a:gd name="connsiteY573" fmla="*/ 11690 h 2962327"/>
                <a:gd name="connsiteX574" fmla="*/ 1820723 w 3028217"/>
                <a:gd name="connsiteY574" fmla="*/ 30025 h 2962327"/>
                <a:gd name="connsiteX575" fmla="*/ 1901686 w 3028217"/>
                <a:gd name="connsiteY575" fmla="*/ 45265 h 2962327"/>
                <a:gd name="connsiteX576" fmla="*/ 1894066 w 3028217"/>
                <a:gd name="connsiteY576" fmla="*/ 69078 h 2962327"/>
                <a:gd name="connsiteX577" fmla="*/ 1955978 w 3028217"/>
                <a:gd name="connsiteY577" fmla="*/ 55743 h 2962327"/>
                <a:gd name="connsiteX578" fmla="*/ 1954073 w 3028217"/>
                <a:gd name="connsiteY578" fmla="*/ 71935 h 2962327"/>
                <a:gd name="connsiteX579" fmla="*/ 1935976 w 3028217"/>
                <a:gd name="connsiteY579" fmla="*/ 103368 h 2962327"/>
                <a:gd name="connsiteX580" fmla="*/ 1949311 w 3028217"/>
                <a:gd name="connsiteY580" fmla="*/ 161470 h 2962327"/>
                <a:gd name="connsiteX581" fmla="*/ 1894066 w 3028217"/>
                <a:gd name="connsiteY581" fmla="*/ 171948 h 2962327"/>
                <a:gd name="connsiteX582" fmla="*/ 1913116 w 3028217"/>
                <a:gd name="connsiteY582" fmla="*/ 183378 h 2962327"/>
                <a:gd name="connsiteX583" fmla="*/ 1907401 w 3028217"/>
                <a:gd name="connsiteY583" fmla="*/ 196713 h 2962327"/>
                <a:gd name="connsiteX584" fmla="*/ 1873111 w 3028217"/>
                <a:gd name="connsiteY584" fmla="*/ 245290 h 2962327"/>
                <a:gd name="connsiteX585" fmla="*/ 1866443 w 3028217"/>
                <a:gd name="connsiteY585" fmla="*/ 267198 h 2962327"/>
                <a:gd name="connsiteX586" fmla="*/ 1851203 w 3028217"/>
                <a:gd name="connsiteY586" fmla="*/ 270055 h 2962327"/>
                <a:gd name="connsiteX587" fmla="*/ 1866443 w 3028217"/>
                <a:gd name="connsiteY587" fmla="*/ 313870 h 2962327"/>
                <a:gd name="connsiteX588" fmla="*/ 1843583 w 3028217"/>
                <a:gd name="connsiteY588" fmla="*/ 319585 h 2962327"/>
                <a:gd name="connsiteX589" fmla="*/ 1819771 w 3028217"/>
                <a:gd name="connsiteY589" fmla="*/ 300535 h 2962327"/>
                <a:gd name="connsiteX590" fmla="*/ 1788338 w 3028217"/>
                <a:gd name="connsiteY590" fmla="*/ 313870 h 2962327"/>
                <a:gd name="connsiteX591" fmla="*/ 1800721 w 3028217"/>
                <a:gd name="connsiteY591" fmla="*/ 315775 h 2962327"/>
                <a:gd name="connsiteX592" fmla="*/ 1823581 w 3028217"/>
                <a:gd name="connsiteY592" fmla="*/ 314823 h 2962327"/>
                <a:gd name="connsiteX593" fmla="*/ 1833106 w 3028217"/>
                <a:gd name="connsiteY593" fmla="*/ 317680 h 2962327"/>
                <a:gd name="connsiteX594" fmla="*/ 1838821 w 3028217"/>
                <a:gd name="connsiteY594" fmla="*/ 334825 h 2962327"/>
                <a:gd name="connsiteX595" fmla="*/ 1715948 w 3028217"/>
                <a:gd name="connsiteY595" fmla="*/ 370068 h 2962327"/>
                <a:gd name="connsiteX596" fmla="*/ 1691183 w 3028217"/>
                <a:gd name="connsiteY596" fmla="*/ 379593 h 2962327"/>
                <a:gd name="connsiteX597" fmla="*/ 1586408 w 3028217"/>
                <a:gd name="connsiteY597" fmla="*/ 430075 h 2962327"/>
                <a:gd name="connsiteX598" fmla="*/ 1542593 w 3028217"/>
                <a:gd name="connsiteY598" fmla="*/ 468175 h 2962327"/>
                <a:gd name="connsiteX599" fmla="*/ 1480681 w 3028217"/>
                <a:gd name="connsiteY599" fmla="*/ 555805 h 2962327"/>
                <a:gd name="connsiteX600" fmla="*/ 1462583 w 3028217"/>
                <a:gd name="connsiteY600" fmla="*/ 562473 h 2962327"/>
                <a:gd name="connsiteX601" fmla="*/ 1385431 w 3028217"/>
                <a:gd name="connsiteY601" fmla="*/ 462460 h 2962327"/>
                <a:gd name="connsiteX602" fmla="*/ 1379716 w 3028217"/>
                <a:gd name="connsiteY602" fmla="*/ 398643 h 2962327"/>
                <a:gd name="connsiteX603" fmla="*/ 1441628 w 3028217"/>
                <a:gd name="connsiteY603" fmla="*/ 335778 h 2962327"/>
                <a:gd name="connsiteX604" fmla="*/ 1449248 w 3028217"/>
                <a:gd name="connsiteY604" fmla="*/ 321490 h 2962327"/>
                <a:gd name="connsiteX605" fmla="*/ 1461631 w 3028217"/>
                <a:gd name="connsiteY605" fmla="*/ 300535 h 2962327"/>
                <a:gd name="connsiteX606" fmla="*/ 1412101 w 3028217"/>
                <a:gd name="connsiteY606" fmla="*/ 280533 h 2962327"/>
                <a:gd name="connsiteX607" fmla="*/ 1434961 w 3028217"/>
                <a:gd name="connsiteY607" fmla="*/ 215763 h 2962327"/>
                <a:gd name="connsiteX608" fmla="*/ 1371143 w 3028217"/>
                <a:gd name="connsiteY608" fmla="*/ 160518 h 2962327"/>
                <a:gd name="connsiteX609" fmla="*/ 1331138 w 3028217"/>
                <a:gd name="connsiteY609" fmla="*/ 162423 h 2962327"/>
                <a:gd name="connsiteX610" fmla="*/ 1303516 w 3028217"/>
                <a:gd name="connsiteY610" fmla="*/ 150040 h 2962327"/>
                <a:gd name="connsiteX611" fmla="*/ 1313993 w 3028217"/>
                <a:gd name="connsiteY611" fmla="*/ 130038 h 2962327"/>
                <a:gd name="connsiteX612" fmla="*/ 1313041 w 3028217"/>
                <a:gd name="connsiteY612" fmla="*/ 121465 h 2962327"/>
                <a:gd name="connsiteX613" fmla="*/ 1323518 w 3028217"/>
                <a:gd name="connsiteY613" fmla="*/ 96700 h 2962327"/>
                <a:gd name="connsiteX614" fmla="*/ 1387336 w 3028217"/>
                <a:gd name="connsiteY614" fmla="*/ 88128 h 2962327"/>
                <a:gd name="connsiteX615" fmla="*/ 1394003 w 3028217"/>
                <a:gd name="connsiteY615" fmla="*/ 68125 h 2962327"/>
                <a:gd name="connsiteX616" fmla="*/ 1445438 w 3028217"/>
                <a:gd name="connsiteY616" fmla="*/ 41455 h 2962327"/>
                <a:gd name="connsiteX617" fmla="*/ 1471104 w 3028217"/>
                <a:gd name="connsiteY617" fmla="*/ 35589 h 2962327"/>
                <a:gd name="connsiteX618" fmla="*/ 1469608 w 3028217"/>
                <a:gd name="connsiteY618" fmla="*/ 35026 h 2962327"/>
                <a:gd name="connsiteX619" fmla="*/ 1456869 w 3028217"/>
                <a:gd name="connsiteY619" fmla="*/ 34788 h 2962327"/>
                <a:gd name="connsiteX620" fmla="*/ 1365429 w 3028217"/>
                <a:gd name="connsiteY620" fmla="*/ 60505 h 2962327"/>
                <a:gd name="connsiteX621" fmla="*/ 1208266 w 3028217"/>
                <a:gd name="connsiteY621" fmla="*/ 122418 h 2962327"/>
                <a:gd name="connsiteX622" fmla="*/ 1175881 w 3028217"/>
                <a:gd name="connsiteY622" fmla="*/ 122418 h 2962327"/>
                <a:gd name="connsiteX623" fmla="*/ 1187311 w 3028217"/>
                <a:gd name="connsiteY623" fmla="*/ 142420 h 2962327"/>
                <a:gd name="connsiteX624" fmla="*/ 1180644 w 3028217"/>
                <a:gd name="connsiteY624" fmla="*/ 149088 h 2962327"/>
                <a:gd name="connsiteX625" fmla="*/ 1158647 w 3028217"/>
                <a:gd name="connsiteY625" fmla="*/ 153642 h 2962327"/>
                <a:gd name="connsiteX626" fmla="*/ 1143520 w 3028217"/>
                <a:gd name="connsiteY626" fmla="*/ 152466 h 2962327"/>
                <a:gd name="connsiteX627" fmla="*/ 1148259 w 3028217"/>
                <a:gd name="connsiteY627" fmla="*/ 153731 h 2962327"/>
                <a:gd name="connsiteX628" fmla="*/ 1152069 w 3028217"/>
                <a:gd name="connsiteY628" fmla="*/ 175758 h 2962327"/>
                <a:gd name="connsiteX629" fmla="*/ 1029196 w 3028217"/>
                <a:gd name="connsiteY629" fmla="*/ 182425 h 2962327"/>
                <a:gd name="connsiteX630" fmla="*/ 1006336 w 3028217"/>
                <a:gd name="connsiteY630" fmla="*/ 148135 h 2962327"/>
                <a:gd name="connsiteX631" fmla="*/ 995859 w 3028217"/>
                <a:gd name="connsiteY631" fmla="*/ 134800 h 2962327"/>
                <a:gd name="connsiteX632" fmla="*/ 987286 w 3028217"/>
                <a:gd name="connsiteY632" fmla="*/ 114798 h 2962327"/>
                <a:gd name="connsiteX633" fmla="*/ 1049199 w 3028217"/>
                <a:gd name="connsiteY633" fmla="*/ 134800 h 2962327"/>
                <a:gd name="connsiteX634" fmla="*/ 1064439 w 3028217"/>
                <a:gd name="connsiteY634" fmla="*/ 149088 h 2962327"/>
                <a:gd name="connsiteX635" fmla="*/ 1095871 w 3028217"/>
                <a:gd name="connsiteY635" fmla="*/ 149326 h 2962327"/>
                <a:gd name="connsiteX636" fmla="*/ 1106484 w 3028217"/>
                <a:gd name="connsiteY636" fmla="*/ 148924 h 2962327"/>
                <a:gd name="connsiteX637" fmla="*/ 1093014 w 3028217"/>
                <a:gd name="connsiteY637" fmla="*/ 149088 h 2962327"/>
                <a:gd name="connsiteX638" fmla="*/ 1062534 w 3028217"/>
                <a:gd name="connsiteY638" fmla="*/ 131943 h 2962327"/>
                <a:gd name="connsiteX639" fmla="*/ 1133971 w 3028217"/>
                <a:gd name="connsiteY639" fmla="*/ 110988 h 2962327"/>
                <a:gd name="connsiteX640" fmla="*/ 1158736 w 3028217"/>
                <a:gd name="connsiteY640" fmla="*/ 88128 h 2962327"/>
                <a:gd name="connsiteX641" fmla="*/ 1173024 w 3028217"/>
                <a:gd name="connsiteY641" fmla="*/ 73840 h 2962327"/>
                <a:gd name="connsiteX642" fmla="*/ 1214934 w 3028217"/>
                <a:gd name="connsiteY642" fmla="*/ 54790 h 2962327"/>
                <a:gd name="connsiteX643" fmla="*/ 1275894 w 3028217"/>
                <a:gd name="connsiteY643" fmla="*/ 44313 h 2962327"/>
                <a:gd name="connsiteX644" fmla="*/ 1211124 w 3028217"/>
                <a:gd name="connsiteY644" fmla="*/ 51933 h 2962327"/>
                <a:gd name="connsiteX645" fmla="*/ 1174929 w 3028217"/>
                <a:gd name="connsiteY645" fmla="*/ 39550 h 2962327"/>
                <a:gd name="connsiteX646" fmla="*/ 1174929 w 3028217"/>
                <a:gd name="connsiteY646" fmla="*/ 26215 h 2962327"/>
                <a:gd name="connsiteX647" fmla="*/ 1400760 w 3028217"/>
                <a:gd name="connsiteY647" fmla="*/ 96 h 296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Lst>
              <a:rect l="l" t="t" r="r" b="b"/>
              <a:pathLst>
                <a:path w="3028217" h="2962327">
                  <a:moveTo>
                    <a:pt x="2863236" y="2049564"/>
                  </a:moveTo>
                  <a:cubicBezTo>
                    <a:pt x="2854902" y="2049564"/>
                    <a:pt x="2847996" y="2053612"/>
                    <a:pt x="2844662" y="2065518"/>
                  </a:cubicBezTo>
                  <a:cubicBezTo>
                    <a:pt x="2840852" y="2080758"/>
                    <a:pt x="2821802" y="2104571"/>
                    <a:pt x="2847519" y="2116953"/>
                  </a:cubicBezTo>
                  <a:cubicBezTo>
                    <a:pt x="2878000" y="2131241"/>
                    <a:pt x="2877047" y="2098856"/>
                    <a:pt x="2887525" y="2084568"/>
                  </a:cubicBezTo>
                  <a:cubicBezTo>
                    <a:pt x="2888477" y="2083616"/>
                    <a:pt x="2889430" y="2080758"/>
                    <a:pt x="2890382" y="2078853"/>
                  </a:cubicBezTo>
                  <a:cubicBezTo>
                    <a:pt x="2895144" y="2071233"/>
                    <a:pt x="2896097" y="2064566"/>
                    <a:pt x="2890382" y="2057898"/>
                  </a:cubicBezTo>
                  <a:cubicBezTo>
                    <a:pt x="2881334" y="2053612"/>
                    <a:pt x="2871571" y="2049564"/>
                    <a:pt x="2863236" y="2049564"/>
                  </a:cubicBezTo>
                  <a:close/>
                  <a:moveTo>
                    <a:pt x="2453184" y="1703568"/>
                  </a:moveTo>
                  <a:cubicBezTo>
                    <a:pt x="2446516" y="1700711"/>
                    <a:pt x="2442706" y="1708331"/>
                    <a:pt x="2444611" y="1714046"/>
                  </a:cubicBezTo>
                  <a:cubicBezTo>
                    <a:pt x="2448421" y="1725476"/>
                    <a:pt x="2452231" y="1738811"/>
                    <a:pt x="2467471" y="1740716"/>
                  </a:cubicBezTo>
                  <a:cubicBezTo>
                    <a:pt x="2475091" y="1741668"/>
                    <a:pt x="2480806" y="1736906"/>
                    <a:pt x="2482711" y="1728333"/>
                  </a:cubicBezTo>
                  <a:cubicBezTo>
                    <a:pt x="2473186" y="1720713"/>
                    <a:pt x="2463661" y="1710236"/>
                    <a:pt x="2453184" y="1703568"/>
                  </a:cubicBezTo>
                  <a:close/>
                  <a:moveTo>
                    <a:pt x="802501" y="1583553"/>
                  </a:moveTo>
                  <a:cubicBezTo>
                    <a:pt x="805359" y="1585458"/>
                    <a:pt x="811074" y="1586410"/>
                    <a:pt x="812026" y="1589268"/>
                  </a:cubicBezTo>
                  <a:cubicBezTo>
                    <a:pt x="814884" y="1596888"/>
                    <a:pt x="807264" y="1597840"/>
                    <a:pt x="802501" y="1599745"/>
                  </a:cubicBezTo>
                  <a:cubicBezTo>
                    <a:pt x="797739" y="1601650"/>
                    <a:pt x="792976" y="1598793"/>
                    <a:pt x="792024" y="1594030"/>
                  </a:cubicBezTo>
                  <a:cubicBezTo>
                    <a:pt x="788214" y="1586410"/>
                    <a:pt x="794881" y="1585458"/>
                    <a:pt x="802501" y="1583553"/>
                  </a:cubicBezTo>
                  <a:close/>
                  <a:moveTo>
                    <a:pt x="573901" y="1577838"/>
                  </a:moveTo>
                  <a:cubicBezTo>
                    <a:pt x="581521" y="1579743"/>
                    <a:pt x="588189" y="1582600"/>
                    <a:pt x="592951" y="1589268"/>
                  </a:cubicBezTo>
                  <a:cubicBezTo>
                    <a:pt x="592951" y="1594982"/>
                    <a:pt x="589141" y="1596888"/>
                    <a:pt x="584379" y="1596888"/>
                  </a:cubicBezTo>
                  <a:cubicBezTo>
                    <a:pt x="575806" y="1597840"/>
                    <a:pt x="568186" y="1595935"/>
                    <a:pt x="565329" y="1587363"/>
                  </a:cubicBezTo>
                  <a:cubicBezTo>
                    <a:pt x="562471" y="1580695"/>
                    <a:pt x="568186" y="1576885"/>
                    <a:pt x="573901" y="1577838"/>
                  </a:cubicBezTo>
                  <a:close/>
                  <a:moveTo>
                    <a:pt x="698678" y="1550216"/>
                  </a:moveTo>
                  <a:cubicBezTo>
                    <a:pt x="729158" y="1545453"/>
                    <a:pt x="746303" y="1560693"/>
                    <a:pt x="763448" y="1592126"/>
                  </a:cubicBezTo>
                  <a:cubicBezTo>
                    <a:pt x="731063" y="1576886"/>
                    <a:pt x="706298" y="1611176"/>
                    <a:pt x="678676" y="1592126"/>
                  </a:cubicBezTo>
                  <a:cubicBezTo>
                    <a:pt x="675818" y="1573076"/>
                    <a:pt x="667246" y="1551168"/>
                    <a:pt x="698678" y="1550216"/>
                  </a:cubicBezTo>
                  <a:close/>
                  <a:moveTo>
                    <a:pt x="492939" y="1460681"/>
                  </a:moveTo>
                  <a:cubicBezTo>
                    <a:pt x="518656" y="1456871"/>
                    <a:pt x="541516" y="1464491"/>
                    <a:pt x="562471" y="1479731"/>
                  </a:cubicBezTo>
                  <a:cubicBezTo>
                    <a:pt x="590094" y="1499733"/>
                    <a:pt x="618669" y="1515926"/>
                    <a:pt x="646291" y="1537833"/>
                  </a:cubicBezTo>
                  <a:cubicBezTo>
                    <a:pt x="620574" y="1545453"/>
                    <a:pt x="593904" y="1560693"/>
                    <a:pt x="577711" y="1525451"/>
                  </a:cubicBezTo>
                  <a:cubicBezTo>
                    <a:pt x="567234" y="1503543"/>
                    <a:pt x="541516" y="1503543"/>
                    <a:pt x="527229" y="1487351"/>
                  </a:cubicBezTo>
                  <a:lnTo>
                    <a:pt x="525032" y="1486533"/>
                  </a:lnTo>
                  <a:lnTo>
                    <a:pt x="527229" y="1488303"/>
                  </a:lnTo>
                  <a:cubicBezTo>
                    <a:pt x="502464" y="1486398"/>
                    <a:pt x="475794" y="1465443"/>
                    <a:pt x="451029" y="1494971"/>
                  </a:cubicBezTo>
                  <a:cubicBezTo>
                    <a:pt x="453886" y="1467348"/>
                    <a:pt x="471984" y="1461633"/>
                    <a:pt x="492939" y="1460681"/>
                  </a:cubicBezTo>
                  <a:close/>
                  <a:moveTo>
                    <a:pt x="592475" y="1413889"/>
                  </a:moveTo>
                  <a:cubicBezTo>
                    <a:pt x="594380" y="1414008"/>
                    <a:pt x="596285" y="1414485"/>
                    <a:pt x="596761" y="1414961"/>
                  </a:cubicBezTo>
                  <a:cubicBezTo>
                    <a:pt x="605334" y="1423533"/>
                    <a:pt x="603428" y="1433058"/>
                    <a:pt x="595809" y="1447346"/>
                  </a:cubicBezTo>
                  <a:cubicBezTo>
                    <a:pt x="589141" y="1434011"/>
                    <a:pt x="579616" y="1426391"/>
                    <a:pt x="588189" y="1414961"/>
                  </a:cubicBezTo>
                  <a:cubicBezTo>
                    <a:pt x="588665" y="1414009"/>
                    <a:pt x="590570" y="1413770"/>
                    <a:pt x="592475" y="1413889"/>
                  </a:cubicBezTo>
                  <a:close/>
                  <a:moveTo>
                    <a:pt x="2633206" y="1174931"/>
                  </a:moveTo>
                  <a:cubicBezTo>
                    <a:pt x="2646541" y="1176836"/>
                    <a:pt x="2659876" y="1178741"/>
                    <a:pt x="2673211" y="1180646"/>
                  </a:cubicBezTo>
                  <a:cubicBezTo>
                    <a:pt x="2657018" y="1197791"/>
                    <a:pt x="2645588" y="1186361"/>
                    <a:pt x="2633206" y="1174931"/>
                  </a:cubicBezTo>
                  <a:close/>
                  <a:moveTo>
                    <a:pt x="2477948" y="1095873"/>
                  </a:moveTo>
                  <a:cubicBezTo>
                    <a:pt x="2477948" y="1101588"/>
                    <a:pt x="2478901" y="1106350"/>
                    <a:pt x="2484616" y="1110160"/>
                  </a:cubicBezTo>
                  <a:cubicBezTo>
                    <a:pt x="2478901" y="1119685"/>
                    <a:pt x="2464613" y="1121590"/>
                    <a:pt x="2464613" y="1135878"/>
                  </a:cubicBezTo>
                  <a:cubicBezTo>
                    <a:pt x="2464613" y="1153023"/>
                    <a:pt x="2454136" y="1151118"/>
                    <a:pt x="2444611" y="1144450"/>
                  </a:cubicBezTo>
                  <a:cubicBezTo>
                    <a:pt x="2434133" y="1136830"/>
                    <a:pt x="2413178" y="1133020"/>
                    <a:pt x="2415083" y="1119685"/>
                  </a:cubicBezTo>
                  <a:cubicBezTo>
                    <a:pt x="2417941" y="1101588"/>
                    <a:pt x="2436038" y="1116828"/>
                    <a:pt x="2446516" y="1114923"/>
                  </a:cubicBezTo>
                  <a:cubicBezTo>
                    <a:pt x="2458898" y="1112065"/>
                    <a:pt x="2470329" y="1106350"/>
                    <a:pt x="2477948" y="1095873"/>
                  </a:cubicBezTo>
                  <a:close/>
                  <a:moveTo>
                    <a:pt x="2344599" y="1039676"/>
                  </a:moveTo>
                  <a:cubicBezTo>
                    <a:pt x="2358886" y="1039676"/>
                    <a:pt x="2352219" y="1056821"/>
                    <a:pt x="2355076" y="1066346"/>
                  </a:cubicBezTo>
                  <a:cubicBezTo>
                    <a:pt x="2354124" y="1077776"/>
                    <a:pt x="2356981" y="1093016"/>
                    <a:pt x="2341741" y="1092063"/>
                  </a:cubicBezTo>
                  <a:cubicBezTo>
                    <a:pt x="2328406" y="1091111"/>
                    <a:pt x="2329359" y="1075871"/>
                    <a:pt x="2328406" y="1065393"/>
                  </a:cubicBezTo>
                  <a:cubicBezTo>
                    <a:pt x="2327454" y="1053011"/>
                    <a:pt x="2331264" y="1039676"/>
                    <a:pt x="2344599" y="1039676"/>
                  </a:cubicBezTo>
                  <a:close/>
                  <a:moveTo>
                    <a:pt x="699631" y="966334"/>
                  </a:moveTo>
                  <a:cubicBezTo>
                    <a:pt x="671056" y="960619"/>
                    <a:pt x="648196" y="971096"/>
                    <a:pt x="616764" y="992051"/>
                  </a:cubicBezTo>
                  <a:cubicBezTo>
                    <a:pt x="652959" y="990146"/>
                    <a:pt x="677724" y="983478"/>
                    <a:pt x="699631" y="966334"/>
                  </a:cubicBezTo>
                  <a:close/>
                  <a:moveTo>
                    <a:pt x="2786559" y="938711"/>
                  </a:moveTo>
                  <a:cubicBezTo>
                    <a:pt x="2796084" y="944426"/>
                    <a:pt x="2804656" y="939663"/>
                    <a:pt x="2814181" y="938711"/>
                  </a:cubicBezTo>
                  <a:cubicBezTo>
                    <a:pt x="2814181" y="940616"/>
                    <a:pt x="2814181" y="943473"/>
                    <a:pt x="2814181" y="945378"/>
                  </a:cubicBezTo>
                  <a:cubicBezTo>
                    <a:pt x="2803704" y="949188"/>
                    <a:pt x="2791321" y="959666"/>
                    <a:pt x="2786559" y="938711"/>
                  </a:cubicBezTo>
                  <a:close/>
                  <a:moveTo>
                    <a:pt x="737731" y="935019"/>
                  </a:moveTo>
                  <a:cubicBezTo>
                    <a:pt x="726540" y="936091"/>
                    <a:pt x="714872" y="940139"/>
                    <a:pt x="702489" y="951093"/>
                  </a:cubicBezTo>
                  <a:cubicBezTo>
                    <a:pt x="731064" y="951093"/>
                    <a:pt x="753924" y="958713"/>
                    <a:pt x="770116" y="936805"/>
                  </a:cubicBezTo>
                  <a:cubicBezTo>
                    <a:pt x="759639" y="935853"/>
                    <a:pt x="748923" y="933948"/>
                    <a:pt x="737731" y="935019"/>
                  </a:cubicBezTo>
                  <a:close/>
                  <a:moveTo>
                    <a:pt x="619383" y="880251"/>
                  </a:moveTo>
                  <a:cubicBezTo>
                    <a:pt x="616526" y="879417"/>
                    <a:pt x="612477" y="880608"/>
                    <a:pt x="608191" y="882513"/>
                  </a:cubicBezTo>
                  <a:cubicBezTo>
                    <a:pt x="589141" y="887276"/>
                    <a:pt x="539611" y="951093"/>
                    <a:pt x="541516" y="968238"/>
                  </a:cubicBezTo>
                  <a:cubicBezTo>
                    <a:pt x="543421" y="979668"/>
                    <a:pt x="550089" y="980621"/>
                    <a:pt x="558661" y="975858"/>
                  </a:cubicBezTo>
                  <a:cubicBezTo>
                    <a:pt x="569139" y="970143"/>
                    <a:pt x="576759" y="960618"/>
                    <a:pt x="578664" y="949188"/>
                  </a:cubicBezTo>
                  <a:cubicBezTo>
                    <a:pt x="582474" y="920613"/>
                    <a:pt x="601524" y="904421"/>
                    <a:pt x="623431" y="890133"/>
                  </a:cubicBezTo>
                  <a:cubicBezTo>
                    <a:pt x="623907" y="883942"/>
                    <a:pt x="622241" y="881084"/>
                    <a:pt x="619383" y="880251"/>
                  </a:cubicBezTo>
                  <a:close/>
                  <a:moveTo>
                    <a:pt x="659626" y="872036"/>
                  </a:moveTo>
                  <a:cubicBezTo>
                    <a:pt x="653911" y="870131"/>
                    <a:pt x="645339" y="876798"/>
                    <a:pt x="647244" y="879656"/>
                  </a:cubicBezTo>
                  <a:cubicBezTo>
                    <a:pt x="657721" y="901563"/>
                    <a:pt x="632956" y="928233"/>
                    <a:pt x="657721" y="950141"/>
                  </a:cubicBezTo>
                  <a:cubicBezTo>
                    <a:pt x="667246" y="936806"/>
                    <a:pt x="676771" y="926328"/>
                    <a:pt x="683439" y="913946"/>
                  </a:cubicBezTo>
                  <a:cubicBezTo>
                    <a:pt x="691059" y="897753"/>
                    <a:pt x="704394" y="924423"/>
                    <a:pt x="711061" y="910136"/>
                  </a:cubicBezTo>
                  <a:cubicBezTo>
                    <a:pt x="713919" y="903468"/>
                    <a:pt x="713919" y="896801"/>
                    <a:pt x="709156" y="891086"/>
                  </a:cubicBezTo>
                  <a:cubicBezTo>
                    <a:pt x="696774" y="875846"/>
                    <a:pt x="676771" y="876798"/>
                    <a:pt x="659626" y="872036"/>
                  </a:cubicBezTo>
                  <a:close/>
                  <a:moveTo>
                    <a:pt x="620410" y="803828"/>
                  </a:moveTo>
                  <a:cubicBezTo>
                    <a:pt x="614918" y="803575"/>
                    <a:pt x="609144" y="804646"/>
                    <a:pt x="603429" y="807266"/>
                  </a:cubicBezTo>
                  <a:cubicBezTo>
                    <a:pt x="579616" y="817743"/>
                    <a:pt x="555804" y="830126"/>
                    <a:pt x="532944" y="841556"/>
                  </a:cubicBezTo>
                  <a:cubicBezTo>
                    <a:pt x="530086" y="850128"/>
                    <a:pt x="536754" y="852033"/>
                    <a:pt x="541516" y="855843"/>
                  </a:cubicBezTo>
                  <a:cubicBezTo>
                    <a:pt x="561519" y="852986"/>
                    <a:pt x="579616" y="838698"/>
                    <a:pt x="602476" y="859653"/>
                  </a:cubicBezTo>
                  <a:cubicBezTo>
                    <a:pt x="617716" y="874893"/>
                    <a:pt x="654864" y="853938"/>
                    <a:pt x="652959" y="835841"/>
                  </a:cubicBezTo>
                  <a:cubicBezTo>
                    <a:pt x="650815" y="817267"/>
                    <a:pt x="636885" y="804587"/>
                    <a:pt x="620410" y="803828"/>
                  </a:cubicBezTo>
                  <a:close/>
                  <a:moveTo>
                    <a:pt x="2051228" y="690108"/>
                  </a:moveTo>
                  <a:cubicBezTo>
                    <a:pt x="2066468" y="695823"/>
                    <a:pt x="2079803" y="697728"/>
                    <a:pt x="2074088" y="722493"/>
                  </a:cubicBezTo>
                  <a:cubicBezTo>
                    <a:pt x="2066468" y="753925"/>
                    <a:pt x="2053133" y="773928"/>
                    <a:pt x="2021701" y="782500"/>
                  </a:cubicBezTo>
                  <a:cubicBezTo>
                    <a:pt x="2009318" y="785358"/>
                    <a:pt x="1997888" y="785358"/>
                    <a:pt x="2000746" y="772023"/>
                  </a:cubicBezTo>
                  <a:cubicBezTo>
                    <a:pt x="2006461" y="745353"/>
                    <a:pt x="2008366" y="714873"/>
                    <a:pt x="2036941" y="698680"/>
                  </a:cubicBezTo>
                  <a:cubicBezTo>
                    <a:pt x="2040751" y="694870"/>
                    <a:pt x="2045513" y="692965"/>
                    <a:pt x="2051228" y="690108"/>
                  </a:cubicBezTo>
                  <a:close/>
                  <a:moveTo>
                    <a:pt x="2111236" y="608669"/>
                  </a:moveTo>
                  <a:cubicBezTo>
                    <a:pt x="2115046" y="609621"/>
                    <a:pt x="2116951" y="613431"/>
                    <a:pt x="2113141" y="623433"/>
                  </a:cubicBezTo>
                  <a:cubicBezTo>
                    <a:pt x="2113141" y="624385"/>
                    <a:pt x="2112189" y="625338"/>
                    <a:pt x="2111236" y="626290"/>
                  </a:cubicBezTo>
                  <a:cubicBezTo>
                    <a:pt x="2147431" y="643435"/>
                    <a:pt x="2126476" y="692013"/>
                    <a:pt x="2159814" y="711063"/>
                  </a:cubicBezTo>
                  <a:cubicBezTo>
                    <a:pt x="2178864" y="721540"/>
                    <a:pt x="2174101" y="752020"/>
                    <a:pt x="2199819" y="758688"/>
                  </a:cubicBezTo>
                  <a:cubicBezTo>
                    <a:pt x="2206486" y="760593"/>
                    <a:pt x="2189341" y="798693"/>
                    <a:pt x="2176959" y="800598"/>
                  </a:cubicBezTo>
                  <a:cubicBezTo>
                    <a:pt x="2149336" y="805360"/>
                    <a:pt x="2120761" y="810123"/>
                    <a:pt x="2092186" y="814885"/>
                  </a:cubicBezTo>
                  <a:cubicBezTo>
                    <a:pt x="2089329" y="799645"/>
                    <a:pt x="2128381" y="789168"/>
                    <a:pt x="2092186" y="777738"/>
                  </a:cubicBezTo>
                  <a:cubicBezTo>
                    <a:pt x="2098854" y="765355"/>
                    <a:pt x="2098854" y="749163"/>
                    <a:pt x="2111236" y="740590"/>
                  </a:cubicBezTo>
                  <a:cubicBezTo>
                    <a:pt x="2127429" y="729160"/>
                    <a:pt x="2118856" y="712015"/>
                    <a:pt x="2110284" y="710110"/>
                  </a:cubicBezTo>
                  <a:cubicBezTo>
                    <a:pt x="2086471" y="705348"/>
                    <a:pt x="2087424" y="682488"/>
                    <a:pt x="2076946" y="669153"/>
                  </a:cubicBezTo>
                  <a:cubicBezTo>
                    <a:pt x="2062659" y="651055"/>
                    <a:pt x="2076946" y="617718"/>
                    <a:pt x="2097901" y="611050"/>
                  </a:cubicBezTo>
                  <a:cubicBezTo>
                    <a:pt x="2101711" y="609621"/>
                    <a:pt x="2107426" y="607716"/>
                    <a:pt x="2111236" y="608669"/>
                  </a:cubicBezTo>
                  <a:close/>
                  <a:moveTo>
                    <a:pt x="927279" y="479605"/>
                  </a:moveTo>
                  <a:cubicBezTo>
                    <a:pt x="932041" y="477700"/>
                    <a:pt x="935851" y="480558"/>
                    <a:pt x="933946" y="486273"/>
                  </a:cubicBezTo>
                  <a:cubicBezTo>
                    <a:pt x="932041" y="490083"/>
                    <a:pt x="929184" y="492941"/>
                    <a:pt x="929184" y="493893"/>
                  </a:cubicBezTo>
                  <a:cubicBezTo>
                    <a:pt x="919659" y="493893"/>
                    <a:pt x="917754" y="491035"/>
                    <a:pt x="919659" y="488178"/>
                  </a:cubicBezTo>
                  <a:cubicBezTo>
                    <a:pt x="921564" y="484368"/>
                    <a:pt x="924421" y="480558"/>
                    <a:pt x="927279" y="479605"/>
                  </a:cubicBezTo>
                  <a:close/>
                  <a:moveTo>
                    <a:pt x="1938089" y="417931"/>
                  </a:moveTo>
                  <a:cubicBezTo>
                    <a:pt x="1948537" y="420431"/>
                    <a:pt x="1955503" y="431504"/>
                    <a:pt x="1959789" y="441505"/>
                  </a:cubicBezTo>
                  <a:cubicBezTo>
                    <a:pt x="1967409" y="457698"/>
                    <a:pt x="1952169" y="461508"/>
                    <a:pt x="1940739" y="466270"/>
                  </a:cubicBezTo>
                  <a:cubicBezTo>
                    <a:pt x="1909306" y="478653"/>
                    <a:pt x="1880731" y="501513"/>
                    <a:pt x="1842631" y="480558"/>
                  </a:cubicBezTo>
                  <a:cubicBezTo>
                    <a:pt x="1829296" y="472938"/>
                    <a:pt x="1832154" y="467223"/>
                    <a:pt x="1832154" y="458650"/>
                  </a:cubicBezTo>
                  <a:cubicBezTo>
                    <a:pt x="1828344" y="450078"/>
                    <a:pt x="1835964" y="442458"/>
                    <a:pt x="1833106" y="431980"/>
                  </a:cubicBezTo>
                  <a:cubicBezTo>
                    <a:pt x="1828344" y="420550"/>
                    <a:pt x="1835011" y="416740"/>
                    <a:pt x="1845489" y="423408"/>
                  </a:cubicBezTo>
                  <a:cubicBezTo>
                    <a:pt x="1847394" y="430075"/>
                    <a:pt x="1849299" y="439600"/>
                    <a:pt x="1857871" y="432933"/>
                  </a:cubicBezTo>
                  <a:cubicBezTo>
                    <a:pt x="1878826" y="418645"/>
                    <a:pt x="1903591" y="426265"/>
                    <a:pt x="1926451" y="418645"/>
                  </a:cubicBezTo>
                  <a:cubicBezTo>
                    <a:pt x="1930737" y="417216"/>
                    <a:pt x="1934607" y="417097"/>
                    <a:pt x="1938089" y="417931"/>
                  </a:cubicBezTo>
                  <a:close/>
                  <a:moveTo>
                    <a:pt x="904419" y="389118"/>
                  </a:moveTo>
                  <a:cubicBezTo>
                    <a:pt x="915849" y="404358"/>
                    <a:pt x="928231" y="418646"/>
                    <a:pt x="938709" y="433886"/>
                  </a:cubicBezTo>
                  <a:cubicBezTo>
                    <a:pt x="940614" y="436743"/>
                    <a:pt x="940614" y="441505"/>
                    <a:pt x="942519" y="446268"/>
                  </a:cubicBezTo>
                  <a:cubicBezTo>
                    <a:pt x="938709" y="447221"/>
                    <a:pt x="932041" y="450078"/>
                    <a:pt x="931089" y="449125"/>
                  </a:cubicBezTo>
                  <a:cubicBezTo>
                    <a:pt x="912991" y="426266"/>
                    <a:pt x="896799" y="440553"/>
                    <a:pt x="878701" y="449125"/>
                  </a:cubicBezTo>
                  <a:cubicBezTo>
                    <a:pt x="871081" y="452936"/>
                    <a:pt x="863461" y="446268"/>
                    <a:pt x="856794" y="443411"/>
                  </a:cubicBezTo>
                  <a:cubicBezTo>
                    <a:pt x="835839" y="424361"/>
                    <a:pt x="864414" y="422455"/>
                    <a:pt x="867271" y="412930"/>
                  </a:cubicBezTo>
                  <a:cubicBezTo>
                    <a:pt x="878701" y="402453"/>
                    <a:pt x="887274" y="388166"/>
                    <a:pt x="904419" y="389118"/>
                  </a:cubicBezTo>
                  <a:close/>
                  <a:moveTo>
                    <a:pt x="1062534" y="340541"/>
                  </a:moveTo>
                  <a:cubicBezTo>
                    <a:pt x="1073011" y="340541"/>
                    <a:pt x="1082536" y="340541"/>
                    <a:pt x="1083489" y="353876"/>
                  </a:cubicBezTo>
                  <a:cubicBezTo>
                    <a:pt x="1073964" y="356733"/>
                    <a:pt x="1066344" y="373878"/>
                    <a:pt x="1053961" y="360543"/>
                  </a:cubicBezTo>
                  <a:cubicBezTo>
                    <a:pt x="1045389" y="351018"/>
                    <a:pt x="1054914" y="345303"/>
                    <a:pt x="1062534" y="340541"/>
                  </a:cubicBezTo>
                  <a:close/>
                  <a:moveTo>
                    <a:pt x="2471113" y="336025"/>
                  </a:moveTo>
                  <a:cubicBezTo>
                    <a:pt x="2489315" y="339763"/>
                    <a:pt x="2505689" y="355066"/>
                    <a:pt x="2521763" y="370068"/>
                  </a:cubicBezTo>
                  <a:cubicBezTo>
                    <a:pt x="2652256" y="491988"/>
                    <a:pt x="2764651" y="627243"/>
                    <a:pt x="2848471" y="785358"/>
                  </a:cubicBezTo>
                  <a:cubicBezTo>
                    <a:pt x="2875141" y="835841"/>
                    <a:pt x="2898953" y="887276"/>
                    <a:pt x="2920861" y="940616"/>
                  </a:cubicBezTo>
                  <a:cubicBezTo>
                    <a:pt x="2925623" y="952046"/>
                    <a:pt x="2938006" y="963476"/>
                    <a:pt x="2926576" y="977763"/>
                  </a:cubicBezTo>
                  <a:cubicBezTo>
                    <a:pt x="2893238" y="978716"/>
                    <a:pt x="2872283" y="955856"/>
                    <a:pt x="2847518" y="938711"/>
                  </a:cubicBezTo>
                  <a:cubicBezTo>
                    <a:pt x="2844661" y="919661"/>
                    <a:pt x="2858948" y="906326"/>
                    <a:pt x="2864663" y="890133"/>
                  </a:cubicBezTo>
                  <a:cubicBezTo>
                    <a:pt x="2846566" y="892991"/>
                    <a:pt x="2829421" y="903468"/>
                    <a:pt x="2810371" y="908231"/>
                  </a:cubicBezTo>
                  <a:cubicBezTo>
                    <a:pt x="2792273" y="911088"/>
                    <a:pt x="2774176" y="912041"/>
                    <a:pt x="2757031" y="904421"/>
                  </a:cubicBezTo>
                  <a:cubicBezTo>
                    <a:pt x="2741791" y="897753"/>
                    <a:pt x="2733218" y="902516"/>
                    <a:pt x="2728456" y="916803"/>
                  </a:cubicBezTo>
                  <a:cubicBezTo>
                    <a:pt x="2724646" y="935853"/>
                    <a:pt x="2713216" y="952998"/>
                    <a:pt x="2707501" y="971096"/>
                  </a:cubicBezTo>
                  <a:cubicBezTo>
                    <a:pt x="2702738" y="984431"/>
                    <a:pt x="2699881" y="997766"/>
                    <a:pt x="2706548" y="1011101"/>
                  </a:cubicBezTo>
                  <a:cubicBezTo>
                    <a:pt x="2712263" y="1021578"/>
                    <a:pt x="2722741" y="1031103"/>
                    <a:pt x="2712263" y="1044438"/>
                  </a:cubicBezTo>
                  <a:cubicBezTo>
                    <a:pt x="2722979" y="1032294"/>
                    <a:pt x="2735302" y="1023900"/>
                    <a:pt x="2750438" y="1026892"/>
                  </a:cubicBezTo>
                  <a:lnTo>
                    <a:pt x="2757317" y="1029909"/>
                  </a:lnTo>
                  <a:lnTo>
                    <a:pt x="2760842" y="1028246"/>
                  </a:lnTo>
                  <a:cubicBezTo>
                    <a:pt x="2768462" y="1021578"/>
                    <a:pt x="2775130" y="1013006"/>
                    <a:pt x="2785607" y="1010148"/>
                  </a:cubicBezTo>
                  <a:cubicBezTo>
                    <a:pt x="2791798" y="1008243"/>
                    <a:pt x="2798228" y="1006814"/>
                    <a:pt x="2804538" y="1006457"/>
                  </a:cubicBezTo>
                  <a:cubicBezTo>
                    <a:pt x="2810848" y="1006100"/>
                    <a:pt x="2817040" y="1006814"/>
                    <a:pt x="2822755" y="1009196"/>
                  </a:cubicBezTo>
                  <a:cubicBezTo>
                    <a:pt x="2859902" y="1023483"/>
                    <a:pt x="2898955" y="1027293"/>
                    <a:pt x="2938959" y="1031103"/>
                  </a:cubicBezTo>
                  <a:cubicBezTo>
                    <a:pt x="2955152" y="1033008"/>
                    <a:pt x="2957057" y="1047296"/>
                    <a:pt x="2959915" y="1058726"/>
                  </a:cubicBezTo>
                  <a:cubicBezTo>
                    <a:pt x="2990394" y="1159691"/>
                    <a:pt x="3010397" y="1262561"/>
                    <a:pt x="3021827" y="1368288"/>
                  </a:cubicBezTo>
                  <a:cubicBezTo>
                    <a:pt x="3029447" y="1433058"/>
                    <a:pt x="3025637" y="1497828"/>
                    <a:pt x="3027542" y="1562598"/>
                  </a:cubicBezTo>
                  <a:cubicBezTo>
                    <a:pt x="3027542" y="1573076"/>
                    <a:pt x="3031352" y="1585458"/>
                    <a:pt x="3020874" y="1594983"/>
                  </a:cubicBezTo>
                  <a:cubicBezTo>
                    <a:pt x="2992299" y="1573076"/>
                    <a:pt x="2963724" y="1551168"/>
                    <a:pt x="2958009" y="1512116"/>
                  </a:cubicBezTo>
                  <a:cubicBezTo>
                    <a:pt x="2954199" y="1483541"/>
                    <a:pt x="2933244" y="1467348"/>
                    <a:pt x="2918005" y="1446393"/>
                  </a:cubicBezTo>
                  <a:cubicBezTo>
                    <a:pt x="2898955" y="1421628"/>
                    <a:pt x="2888477" y="1390196"/>
                    <a:pt x="2860855" y="1371146"/>
                  </a:cubicBezTo>
                  <a:cubicBezTo>
                    <a:pt x="2846567" y="1368288"/>
                    <a:pt x="2836089" y="1359716"/>
                    <a:pt x="2831327" y="1343523"/>
                  </a:cubicBezTo>
                  <a:cubicBezTo>
                    <a:pt x="2835137" y="1360668"/>
                    <a:pt x="2849424" y="1368288"/>
                    <a:pt x="2856092" y="1380671"/>
                  </a:cubicBezTo>
                  <a:cubicBezTo>
                    <a:pt x="2882762" y="1424486"/>
                    <a:pt x="2896097" y="1474968"/>
                    <a:pt x="2930387" y="1514021"/>
                  </a:cubicBezTo>
                  <a:cubicBezTo>
                    <a:pt x="2938007" y="1522593"/>
                    <a:pt x="2938959" y="1534976"/>
                    <a:pt x="2939912" y="1546406"/>
                  </a:cubicBezTo>
                  <a:cubicBezTo>
                    <a:pt x="2941817" y="1566408"/>
                    <a:pt x="2950390" y="1582601"/>
                    <a:pt x="2962772" y="1597841"/>
                  </a:cubicBezTo>
                  <a:cubicBezTo>
                    <a:pt x="2983727" y="1622606"/>
                    <a:pt x="2993252" y="1652133"/>
                    <a:pt x="2999919" y="1683566"/>
                  </a:cubicBezTo>
                  <a:cubicBezTo>
                    <a:pt x="3023732" y="1698806"/>
                    <a:pt x="3015159" y="1721666"/>
                    <a:pt x="3012302" y="1740716"/>
                  </a:cubicBezTo>
                  <a:cubicBezTo>
                    <a:pt x="2988490" y="1885496"/>
                    <a:pt x="2951342" y="2026466"/>
                    <a:pt x="2886572" y="2158864"/>
                  </a:cubicBezTo>
                  <a:cubicBezTo>
                    <a:pt x="2872284" y="2188391"/>
                    <a:pt x="2858949" y="2218871"/>
                    <a:pt x="2841805" y="2246493"/>
                  </a:cubicBezTo>
                  <a:cubicBezTo>
                    <a:pt x="2837042" y="2255066"/>
                    <a:pt x="2835137" y="2266496"/>
                    <a:pt x="2821802" y="2266496"/>
                  </a:cubicBezTo>
                  <a:cubicBezTo>
                    <a:pt x="2812277" y="2260781"/>
                    <a:pt x="2812277" y="2249351"/>
                    <a:pt x="2808467" y="2240778"/>
                  </a:cubicBezTo>
                  <a:cubicBezTo>
                    <a:pt x="2794180" y="2222681"/>
                    <a:pt x="2796084" y="2198868"/>
                    <a:pt x="2785607" y="2172198"/>
                  </a:cubicBezTo>
                  <a:cubicBezTo>
                    <a:pt x="2795132" y="2196011"/>
                    <a:pt x="2791322" y="2217918"/>
                    <a:pt x="2805609" y="2234111"/>
                  </a:cubicBezTo>
                  <a:cubicBezTo>
                    <a:pt x="2812277" y="2246493"/>
                    <a:pt x="2811324" y="2261733"/>
                    <a:pt x="2821802" y="2273164"/>
                  </a:cubicBezTo>
                  <a:cubicBezTo>
                    <a:pt x="2795132" y="2339839"/>
                    <a:pt x="2750364" y="2394131"/>
                    <a:pt x="2708455" y="2451281"/>
                  </a:cubicBezTo>
                  <a:cubicBezTo>
                    <a:pt x="2661782" y="2514146"/>
                    <a:pt x="2606537" y="2568439"/>
                    <a:pt x="2551292" y="2622731"/>
                  </a:cubicBezTo>
                  <a:cubicBezTo>
                    <a:pt x="2527480" y="2646543"/>
                    <a:pt x="2502714" y="2666546"/>
                    <a:pt x="2476997" y="2687501"/>
                  </a:cubicBezTo>
                  <a:cubicBezTo>
                    <a:pt x="2465567" y="2677976"/>
                    <a:pt x="2476997" y="2661783"/>
                    <a:pt x="2463662" y="2655116"/>
                  </a:cubicBezTo>
                  <a:cubicBezTo>
                    <a:pt x="2469377" y="2608443"/>
                    <a:pt x="2446517" y="2570343"/>
                    <a:pt x="2425562" y="2533196"/>
                  </a:cubicBezTo>
                  <a:cubicBezTo>
                    <a:pt x="2392224" y="2475093"/>
                    <a:pt x="2414132" y="2424611"/>
                    <a:pt x="2439849" y="2375081"/>
                  </a:cubicBezTo>
                  <a:cubicBezTo>
                    <a:pt x="2453184" y="2349364"/>
                    <a:pt x="2458899" y="2330314"/>
                    <a:pt x="2449374" y="2301739"/>
                  </a:cubicBezTo>
                  <a:cubicBezTo>
                    <a:pt x="2439849" y="2272211"/>
                    <a:pt x="2442707" y="2240778"/>
                    <a:pt x="2430324" y="2210298"/>
                  </a:cubicBezTo>
                  <a:cubicBezTo>
                    <a:pt x="2420799" y="2187439"/>
                    <a:pt x="2416989" y="2160768"/>
                    <a:pt x="2396987" y="2144576"/>
                  </a:cubicBezTo>
                  <a:cubicBezTo>
                    <a:pt x="2352219" y="2107428"/>
                    <a:pt x="2357934" y="2060756"/>
                    <a:pt x="2370317" y="2012178"/>
                  </a:cubicBezTo>
                  <a:cubicBezTo>
                    <a:pt x="2372222" y="2005511"/>
                    <a:pt x="2374127" y="1998843"/>
                    <a:pt x="2374127" y="1992176"/>
                  </a:cubicBezTo>
                  <a:cubicBezTo>
                    <a:pt x="2376984" y="1954076"/>
                    <a:pt x="2356982" y="1935978"/>
                    <a:pt x="2319834" y="1944551"/>
                  </a:cubicBezTo>
                  <a:cubicBezTo>
                    <a:pt x="2303642" y="1948361"/>
                    <a:pt x="2292212" y="1948361"/>
                    <a:pt x="2282687" y="1931216"/>
                  </a:cubicBezTo>
                  <a:cubicBezTo>
                    <a:pt x="2263637" y="1897878"/>
                    <a:pt x="2235062" y="1889306"/>
                    <a:pt x="2200772" y="1905498"/>
                  </a:cubicBezTo>
                  <a:cubicBezTo>
                    <a:pt x="2186484" y="1912166"/>
                    <a:pt x="2171244" y="1918833"/>
                    <a:pt x="2157909" y="1926453"/>
                  </a:cubicBezTo>
                  <a:cubicBezTo>
                    <a:pt x="2140764" y="1935978"/>
                    <a:pt x="2124572" y="1938836"/>
                    <a:pt x="2106474" y="1931216"/>
                  </a:cubicBezTo>
                  <a:cubicBezTo>
                    <a:pt x="2083614" y="1921691"/>
                    <a:pt x="2059802" y="1925501"/>
                    <a:pt x="2040752" y="1937883"/>
                  </a:cubicBezTo>
                  <a:cubicBezTo>
                    <a:pt x="2012177" y="1956933"/>
                    <a:pt x="1991222" y="1941693"/>
                    <a:pt x="1974077" y="1924548"/>
                  </a:cubicBezTo>
                  <a:cubicBezTo>
                    <a:pt x="1956932" y="1907403"/>
                    <a:pt x="1938834" y="1892163"/>
                    <a:pt x="1919784" y="1877876"/>
                  </a:cubicBezTo>
                  <a:cubicBezTo>
                    <a:pt x="1909307" y="1870256"/>
                    <a:pt x="1899782" y="1861683"/>
                    <a:pt x="1896924" y="1849301"/>
                  </a:cubicBezTo>
                  <a:cubicBezTo>
                    <a:pt x="1889304" y="1812153"/>
                    <a:pt x="1862634" y="1789293"/>
                    <a:pt x="1839774" y="1762623"/>
                  </a:cubicBezTo>
                  <a:cubicBezTo>
                    <a:pt x="1827392" y="1748336"/>
                    <a:pt x="1815962" y="1694043"/>
                    <a:pt x="1822629" y="1676898"/>
                  </a:cubicBezTo>
                  <a:cubicBezTo>
                    <a:pt x="1840727" y="1632131"/>
                    <a:pt x="1846442" y="1585458"/>
                    <a:pt x="1829297" y="1537833"/>
                  </a:cubicBezTo>
                  <a:cubicBezTo>
                    <a:pt x="1826439" y="1530213"/>
                    <a:pt x="1823582" y="1522593"/>
                    <a:pt x="1828344" y="1514973"/>
                  </a:cubicBezTo>
                  <a:cubicBezTo>
                    <a:pt x="1854062" y="1466396"/>
                    <a:pt x="1875017" y="1416866"/>
                    <a:pt x="1909307" y="1373051"/>
                  </a:cubicBezTo>
                  <a:cubicBezTo>
                    <a:pt x="1915022" y="1366383"/>
                    <a:pt x="1923594" y="1365431"/>
                    <a:pt x="1929309" y="1361621"/>
                  </a:cubicBezTo>
                  <a:cubicBezTo>
                    <a:pt x="1954074" y="1345428"/>
                    <a:pt x="1976934" y="1330188"/>
                    <a:pt x="1977887" y="1293041"/>
                  </a:cubicBezTo>
                  <a:cubicBezTo>
                    <a:pt x="1978839" y="1267323"/>
                    <a:pt x="1992174" y="1239701"/>
                    <a:pt x="2019797" y="1227318"/>
                  </a:cubicBezTo>
                  <a:cubicBezTo>
                    <a:pt x="2040752" y="1217793"/>
                    <a:pt x="2050277" y="1201601"/>
                    <a:pt x="2051229" y="1178741"/>
                  </a:cubicBezTo>
                  <a:cubicBezTo>
                    <a:pt x="2058849" y="1162548"/>
                    <a:pt x="2071232" y="1167311"/>
                    <a:pt x="2083614" y="1172073"/>
                  </a:cubicBezTo>
                  <a:cubicBezTo>
                    <a:pt x="2111237" y="1181598"/>
                    <a:pt x="2136002" y="1178741"/>
                    <a:pt x="2161719" y="1162548"/>
                  </a:cubicBezTo>
                  <a:cubicBezTo>
                    <a:pt x="2193152" y="1142546"/>
                    <a:pt x="2229347" y="1134926"/>
                    <a:pt x="2266494" y="1136831"/>
                  </a:cubicBezTo>
                  <a:cubicBezTo>
                    <a:pt x="2288402" y="1137783"/>
                    <a:pt x="2310309" y="1137783"/>
                    <a:pt x="2331264" y="1133021"/>
                  </a:cubicBezTo>
                  <a:cubicBezTo>
                    <a:pt x="2370317" y="1123496"/>
                    <a:pt x="2397939" y="1138736"/>
                    <a:pt x="2387462" y="1197791"/>
                  </a:cubicBezTo>
                  <a:cubicBezTo>
                    <a:pt x="2384604" y="1213983"/>
                    <a:pt x="2384604" y="1228271"/>
                    <a:pt x="2400797" y="1229223"/>
                  </a:cubicBezTo>
                  <a:cubicBezTo>
                    <a:pt x="2447469" y="1231128"/>
                    <a:pt x="2477949" y="1266371"/>
                    <a:pt x="2517002" y="1283516"/>
                  </a:cubicBezTo>
                  <a:cubicBezTo>
                    <a:pt x="2538909" y="1293041"/>
                    <a:pt x="2550339" y="1296851"/>
                    <a:pt x="2556055" y="1266371"/>
                  </a:cubicBezTo>
                  <a:cubicBezTo>
                    <a:pt x="2561769" y="1236843"/>
                    <a:pt x="2589392" y="1227318"/>
                    <a:pt x="2617967" y="1241606"/>
                  </a:cubicBezTo>
                  <a:cubicBezTo>
                    <a:pt x="2644637" y="1254941"/>
                    <a:pt x="2673212" y="1262561"/>
                    <a:pt x="2701787" y="1271133"/>
                  </a:cubicBezTo>
                  <a:cubicBezTo>
                    <a:pt x="2743697" y="1283516"/>
                    <a:pt x="2782749" y="1259703"/>
                    <a:pt x="2823707" y="1270181"/>
                  </a:cubicBezTo>
                  <a:cubicBezTo>
                    <a:pt x="2833232" y="1272086"/>
                    <a:pt x="2840852" y="1262561"/>
                    <a:pt x="2842757" y="1253988"/>
                  </a:cubicBezTo>
                  <a:cubicBezTo>
                    <a:pt x="2847519" y="1233033"/>
                    <a:pt x="2856092" y="1212078"/>
                    <a:pt x="2857997" y="1191123"/>
                  </a:cubicBezTo>
                  <a:cubicBezTo>
                    <a:pt x="2861807" y="1157786"/>
                    <a:pt x="2857044" y="1154928"/>
                    <a:pt x="2824659" y="1163501"/>
                  </a:cubicBezTo>
                  <a:cubicBezTo>
                    <a:pt x="2807514" y="1168263"/>
                    <a:pt x="2793227" y="1167311"/>
                    <a:pt x="2781797" y="1153023"/>
                  </a:cubicBezTo>
                  <a:lnTo>
                    <a:pt x="2778142" y="1149005"/>
                  </a:lnTo>
                  <a:lnTo>
                    <a:pt x="2758579" y="1157637"/>
                  </a:lnTo>
                  <a:cubicBezTo>
                    <a:pt x="2730182" y="1164691"/>
                    <a:pt x="2706072" y="1153261"/>
                    <a:pt x="2684641" y="1122543"/>
                  </a:cubicBezTo>
                  <a:cubicBezTo>
                    <a:pt x="2676068" y="1110161"/>
                    <a:pt x="2672258" y="1095873"/>
                    <a:pt x="2664638" y="1083491"/>
                  </a:cubicBezTo>
                  <a:cubicBezTo>
                    <a:pt x="2658923" y="1073966"/>
                    <a:pt x="2664638" y="1054916"/>
                    <a:pt x="2646541" y="1054916"/>
                  </a:cubicBezTo>
                  <a:cubicBezTo>
                    <a:pt x="2631301" y="1055868"/>
                    <a:pt x="2616061" y="1061583"/>
                    <a:pt x="2610346" y="1080633"/>
                  </a:cubicBezTo>
                  <a:lnTo>
                    <a:pt x="2609202" y="1082346"/>
                  </a:lnTo>
                  <a:lnTo>
                    <a:pt x="2613204" y="1086348"/>
                  </a:lnTo>
                  <a:cubicBezTo>
                    <a:pt x="2619871" y="1093968"/>
                    <a:pt x="2626539" y="1101588"/>
                    <a:pt x="2632254" y="1108255"/>
                  </a:cubicBezTo>
                  <a:cubicBezTo>
                    <a:pt x="2619871" y="1117780"/>
                    <a:pt x="2617014" y="1133020"/>
                    <a:pt x="2609394" y="1145403"/>
                  </a:cubicBezTo>
                  <a:cubicBezTo>
                    <a:pt x="2602726" y="1154928"/>
                    <a:pt x="2586534" y="1142545"/>
                    <a:pt x="2584629" y="1132068"/>
                  </a:cubicBezTo>
                  <a:cubicBezTo>
                    <a:pt x="2581771" y="1117780"/>
                    <a:pt x="2574151" y="1106350"/>
                    <a:pt x="2566055" y="1095397"/>
                  </a:cubicBezTo>
                  <a:lnTo>
                    <a:pt x="2558490" y="1083461"/>
                  </a:lnTo>
                  <a:lnTo>
                    <a:pt x="2545576" y="1071108"/>
                  </a:lnTo>
                  <a:cubicBezTo>
                    <a:pt x="2541766" y="1068251"/>
                    <a:pt x="2537003" y="1065393"/>
                    <a:pt x="2536051" y="1061583"/>
                  </a:cubicBezTo>
                  <a:cubicBezTo>
                    <a:pt x="2522716" y="1003481"/>
                    <a:pt x="2462708" y="991098"/>
                    <a:pt x="2429371" y="952046"/>
                  </a:cubicBezTo>
                  <a:cubicBezTo>
                    <a:pt x="2426513" y="949188"/>
                    <a:pt x="2421751" y="947283"/>
                    <a:pt x="2417941" y="944426"/>
                  </a:cubicBezTo>
                  <a:cubicBezTo>
                    <a:pt x="2416036" y="943473"/>
                    <a:pt x="2413178" y="943473"/>
                    <a:pt x="2407463" y="947283"/>
                  </a:cubicBezTo>
                  <a:cubicBezTo>
                    <a:pt x="2425561" y="973001"/>
                    <a:pt x="2440801" y="998718"/>
                    <a:pt x="2469376" y="1014911"/>
                  </a:cubicBezTo>
                  <a:cubicBezTo>
                    <a:pt x="2483663" y="1023483"/>
                    <a:pt x="2500808" y="1028246"/>
                    <a:pt x="2509381" y="1044438"/>
                  </a:cubicBezTo>
                  <a:cubicBezTo>
                    <a:pt x="2510333" y="1049201"/>
                    <a:pt x="2508428" y="1053963"/>
                    <a:pt x="2504618" y="1057773"/>
                  </a:cubicBezTo>
                  <a:cubicBezTo>
                    <a:pt x="2500808" y="1066346"/>
                    <a:pt x="2479853" y="1059678"/>
                    <a:pt x="2488426" y="1077776"/>
                  </a:cubicBezTo>
                  <a:cubicBezTo>
                    <a:pt x="2485568" y="1082538"/>
                    <a:pt x="2481758" y="1084443"/>
                    <a:pt x="2476996" y="1084443"/>
                  </a:cubicBezTo>
                  <a:cubicBezTo>
                    <a:pt x="2437943" y="1050153"/>
                    <a:pt x="2385556" y="1032056"/>
                    <a:pt x="2356028" y="985383"/>
                  </a:cubicBezTo>
                  <a:cubicBezTo>
                    <a:pt x="2346503" y="970143"/>
                    <a:pt x="2333168" y="968238"/>
                    <a:pt x="2317928" y="978716"/>
                  </a:cubicBezTo>
                  <a:cubicBezTo>
                    <a:pt x="2310308" y="984431"/>
                    <a:pt x="2301736" y="994908"/>
                    <a:pt x="2295068" y="993003"/>
                  </a:cubicBezTo>
                  <a:cubicBezTo>
                    <a:pt x="2237918" y="978716"/>
                    <a:pt x="2232203" y="1040628"/>
                    <a:pt x="2196008" y="1057773"/>
                  </a:cubicBezTo>
                  <a:cubicBezTo>
                    <a:pt x="2185531" y="1062536"/>
                    <a:pt x="2183626" y="1075871"/>
                    <a:pt x="2181721" y="1087301"/>
                  </a:cubicBezTo>
                  <a:cubicBezTo>
                    <a:pt x="2172196" y="1130163"/>
                    <a:pt x="2149336" y="1152071"/>
                    <a:pt x="2105521" y="1157786"/>
                  </a:cubicBezTo>
                  <a:cubicBezTo>
                    <a:pt x="2088376" y="1159691"/>
                    <a:pt x="2069326" y="1179693"/>
                    <a:pt x="2053133" y="1155881"/>
                  </a:cubicBezTo>
                  <a:cubicBezTo>
                    <a:pt x="2052181" y="1145403"/>
                    <a:pt x="2048371" y="1137783"/>
                    <a:pt x="2036941" y="1136831"/>
                  </a:cubicBezTo>
                  <a:cubicBezTo>
                    <a:pt x="2026463" y="1135878"/>
                    <a:pt x="2010271" y="1148261"/>
                    <a:pt x="2008366" y="1131116"/>
                  </a:cubicBezTo>
                  <a:cubicBezTo>
                    <a:pt x="2005508" y="1113018"/>
                    <a:pt x="1993126" y="1094921"/>
                    <a:pt x="2001698" y="1074918"/>
                  </a:cubicBezTo>
                  <a:cubicBezTo>
                    <a:pt x="2011223" y="1051106"/>
                    <a:pt x="2015986" y="1027293"/>
                    <a:pt x="2008366" y="1001576"/>
                  </a:cubicBezTo>
                  <a:cubicBezTo>
                    <a:pt x="2002651" y="979668"/>
                    <a:pt x="2021701" y="978716"/>
                    <a:pt x="2035988" y="977763"/>
                  </a:cubicBezTo>
                  <a:cubicBezTo>
                    <a:pt x="2059801" y="974906"/>
                    <a:pt x="2083613" y="981573"/>
                    <a:pt x="2107426" y="983478"/>
                  </a:cubicBezTo>
                  <a:cubicBezTo>
                    <a:pt x="2120761" y="984431"/>
                    <a:pt x="2139811" y="992051"/>
                    <a:pt x="2148383" y="975858"/>
                  </a:cubicBezTo>
                  <a:cubicBezTo>
                    <a:pt x="2157908" y="956808"/>
                    <a:pt x="2162671" y="934901"/>
                    <a:pt x="2150288" y="913946"/>
                  </a:cubicBezTo>
                  <a:cubicBezTo>
                    <a:pt x="2140763" y="897753"/>
                    <a:pt x="2131238" y="882513"/>
                    <a:pt x="2112188" y="876798"/>
                  </a:cubicBezTo>
                  <a:cubicBezTo>
                    <a:pt x="2105521" y="874893"/>
                    <a:pt x="2094091" y="873941"/>
                    <a:pt x="2096948" y="862511"/>
                  </a:cubicBezTo>
                  <a:cubicBezTo>
                    <a:pt x="2098853" y="852033"/>
                    <a:pt x="2109331" y="852033"/>
                    <a:pt x="2118856" y="849176"/>
                  </a:cubicBezTo>
                  <a:cubicBezTo>
                    <a:pt x="2149336" y="838698"/>
                    <a:pt x="2177911" y="830126"/>
                    <a:pt x="2206486" y="810123"/>
                  </a:cubicBezTo>
                  <a:cubicBezTo>
                    <a:pt x="2241728" y="785358"/>
                    <a:pt x="2258873" y="735828"/>
                    <a:pt x="2308403" y="731066"/>
                  </a:cubicBezTo>
                  <a:cubicBezTo>
                    <a:pt x="2322691" y="729161"/>
                    <a:pt x="2323643" y="718683"/>
                    <a:pt x="2321738" y="708206"/>
                  </a:cubicBezTo>
                  <a:cubicBezTo>
                    <a:pt x="2319833" y="698681"/>
                    <a:pt x="2314118" y="689156"/>
                    <a:pt x="2311261" y="679631"/>
                  </a:cubicBezTo>
                  <a:cubicBezTo>
                    <a:pt x="2307451" y="666296"/>
                    <a:pt x="2305546" y="652008"/>
                    <a:pt x="2320786" y="643436"/>
                  </a:cubicBezTo>
                  <a:cubicBezTo>
                    <a:pt x="2326501" y="640578"/>
                    <a:pt x="2334121" y="632958"/>
                    <a:pt x="2338883" y="638673"/>
                  </a:cubicBezTo>
                  <a:cubicBezTo>
                    <a:pt x="2346503" y="649151"/>
                    <a:pt x="2353171" y="662486"/>
                    <a:pt x="2343646" y="675821"/>
                  </a:cubicBezTo>
                  <a:cubicBezTo>
                    <a:pt x="2337931" y="685346"/>
                    <a:pt x="2342693" y="692966"/>
                    <a:pt x="2348408" y="699633"/>
                  </a:cubicBezTo>
                  <a:cubicBezTo>
                    <a:pt x="2356028" y="708206"/>
                    <a:pt x="2364601" y="711063"/>
                    <a:pt x="2376031" y="706301"/>
                  </a:cubicBezTo>
                  <a:cubicBezTo>
                    <a:pt x="2378888" y="705348"/>
                    <a:pt x="2381746" y="704396"/>
                    <a:pt x="2385556" y="704396"/>
                  </a:cubicBezTo>
                  <a:cubicBezTo>
                    <a:pt x="2409368" y="712968"/>
                    <a:pt x="2432228" y="712016"/>
                    <a:pt x="2454136" y="698681"/>
                  </a:cubicBezTo>
                  <a:cubicBezTo>
                    <a:pt x="2460803" y="694871"/>
                    <a:pt x="2469376" y="692966"/>
                    <a:pt x="2476996" y="692013"/>
                  </a:cubicBezTo>
                  <a:cubicBezTo>
                    <a:pt x="2517001" y="689156"/>
                    <a:pt x="2517001" y="689156"/>
                    <a:pt x="2517953" y="648198"/>
                  </a:cubicBezTo>
                  <a:cubicBezTo>
                    <a:pt x="2525573" y="626291"/>
                    <a:pt x="2540813" y="618671"/>
                    <a:pt x="2563673" y="626291"/>
                  </a:cubicBezTo>
                  <a:cubicBezTo>
                    <a:pt x="2558911" y="610098"/>
                    <a:pt x="2545576" y="599621"/>
                    <a:pt x="2554148" y="585333"/>
                  </a:cubicBezTo>
                  <a:lnTo>
                    <a:pt x="2572928" y="573708"/>
                  </a:lnTo>
                  <a:lnTo>
                    <a:pt x="2586098" y="571735"/>
                  </a:lnTo>
                  <a:lnTo>
                    <a:pt x="2586726" y="571671"/>
                  </a:lnTo>
                  <a:cubicBezTo>
                    <a:pt x="2599630" y="572653"/>
                    <a:pt x="2613203" y="578189"/>
                    <a:pt x="2624633" y="568188"/>
                  </a:cubicBezTo>
                  <a:cubicBezTo>
                    <a:pt x="2626538" y="566283"/>
                    <a:pt x="2628443" y="565331"/>
                    <a:pt x="2630348" y="563426"/>
                  </a:cubicBezTo>
                  <a:cubicBezTo>
                    <a:pt x="2634158" y="561521"/>
                    <a:pt x="2634158" y="568188"/>
                    <a:pt x="2633206" y="563426"/>
                  </a:cubicBezTo>
                  <a:cubicBezTo>
                    <a:pt x="2632253" y="557711"/>
                    <a:pt x="2629396" y="564378"/>
                    <a:pt x="2626538" y="563426"/>
                  </a:cubicBezTo>
                  <a:cubicBezTo>
                    <a:pt x="2615584" y="567236"/>
                    <a:pt x="2604392" y="569141"/>
                    <a:pt x="2593082" y="570689"/>
                  </a:cubicBezTo>
                  <a:lnTo>
                    <a:pt x="2586098" y="571735"/>
                  </a:lnTo>
                  <a:lnTo>
                    <a:pt x="2574151" y="572951"/>
                  </a:lnTo>
                  <a:lnTo>
                    <a:pt x="2572928" y="573708"/>
                  </a:lnTo>
                  <a:lnTo>
                    <a:pt x="2558911" y="575808"/>
                  </a:lnTo>
                  <a:cubicBezTo>
                    <a:pt x="2533193" y="580571"/>
                    <a:pt x="2516048" y="563426"/>
                    <a:pt x="2506523" y="541518"/>
                  </a:cubicBezTo>
                  <a:cubicBezTo>
                    <a:pt x="2496998" y="519611"/>
                    <a:pt x="2487473" y="498656"/>
                    <a:pt x="2512238" y="480558"/>
                  </a:cubicBezTo>
                  <a:cubicBezTo>
                    <a:pt x="2520811" y="474843"/>
                    <a:pt x="2527478" y="467223"/>
                    <a:pt x="2533193" y="458651"/>
                  </a:cubicBezTo>
                  <a:cubicBezTo>
                    <a:pt x="2537003" y="452936"/>
                    <a:pt x="2541766" y="446268"/>
                    <a:pt x="2534146" y="440553"/>
                  </a:cubicBezTo>
                  <a:cubicBezTo>
                    <a:pt x="2526526" y="434838"/>
                    <a:pt x="2515096" y="437696"/>
                    <a:pt x="2513191" y="445316"/>
                  </a:cubicBezTo>
                  <a:cubicBezTo>
                    <a:pt x="2506523" y="474843"/>
                    <a:pt x="2482711" y="489131"/>
                    <a:pt x="2464613" y="509133"/>
                  </a:cubicBezTo>
                  <a:cubicBezTo>
                    <a:pt x="2452231" y="523421"/>
                    <a:pt x="2455088" y="538661"/>
                    <a:pt x="2467471" y="551996"/>
                  </a:cubicBezTo>
                  <a:cubicBezTo>
                    <a:pt x="2481758" y="567236"/>
                    <a:pt x="2481758" y="582476"/>
                    <a:pt x="2468423" y="597716"/>
                  </a:cubicBezTo>
                  <a:cubicBezTo>
                    <a:pt x="2457946" y="610098"/>
                    <a:pt x="2455088" y="623433"/>
                    <a:pt x="2453183" y="638673"/>
                  </a:cubicBezTo>
                  <a:cubicBezTo>
                    <a:pt x="2451278" y="657723"/>
                    <a:pt x="2442706" y="671058"/>
                    <a:pt x="2423656" y="676773"/>
                  </a:cubicBezTo>
                  <a:cubicBezTo>
                    <a:pt x="2413178" y="682488"/>
                    <a:pt x="2402701" y="690108"/>
                    <a:pt x="2389366" y="683441"/>
                  </a:cubicBezTo>
                  <a:cubicBezTo>
                    <a:pt x="2381746" y="676773"/>
                    <a:pt x="2376983" y="670106"/>
                    <a:pt x="2383651" y="659628"/>
                  </a:cubicBezTo>
                  <a:cubicBezTo>
                    <a:pt x="2377936" y="649151"/>
                    <a:pt x="2372221" y="638673"/>
                    <a:pt x="2367458" y="627243"/>
                  </a:cubicBezTo>
                  <a:cubicBezTo>
                    <a:pt x="2348408" y="585333"/>
                    <a:pt x="2348408" y="584381"/>
                    <a:pt x="2308403" y="612003"/>
                  </a:cubicBezTo>
                  <a:cubicBezTo>
                    <a:pt x="2273161" y="616766"/>
                    <a:pt x="2265541" y="608193"/>
                    <a:pt x="2270303" y="571046"/>
                  </a:cubicBezTo>
                  <a:cubicBezTo>
                    <a:pt x="2271256" y="560568"/>
                    <a:pt x="2287448" y="545328"/>
                    <a:pt x="2260778" y="543423"/>
                  </a:cubicBezTo>
                  <a:cubicBezTo>
                    <a:pt x="2255063" y="542471"/>
                    <a:pt x="2255063" y="530088"/>
                    <a:pt x="2259826" y="522468"/>
                  </a:cubicBezTo>
                  <a:cubicBezTo>
                    <a:pt x="2313166" y="486273"/>
                    <a:pt x="2361743" y="445316"/>
                    <a:pt x="2390318" y="385308"/>
                  </a:cubicBezTo>
                  <a:cubicBezTo>
                    <a:pt x="2396986" y="372926"/>
                    <a:pt x="2403653" y="362448"/>
                    <a:pt x="2416988" y="357686"/>
                  </a:cubicBezTo>
                  <a:cubicBezTo>
                    <a:pt x="2416988" y="355781"/>
                    <a:pt x="2416988" y="353876"/>
                    <a:pt x="2417941" y="351971"/>
                  </a:cubicBezTo>
                  <a:cubicBezTo>
                    <a:pt x="2419846" y="352923"/>
                    <a:pt x="2423656" y="354828"/>
                    <a:pt x="2424608" y="353876"/>
                  </a:cubicBezTo>
                  <a:cubicBezTo>
                    <a:pt x="2434371" y="344351"/>
                    <a:pt x="2443539" y="338934"/>
                    <a:pt x="2452245" y="336582"/>
                  </a:cubicBezTo>
                  <a:cubicBezTo>
                    <a:pt x="2458775" y="334818"/>
                    <a:pt x="2465045" y="334779"/>
                    <a:pt x="2471113" y="336025"/>
                  </a:cubicBezTo>
                  <a:close/>
                  <a:moveTo>
                    <a:pt x="761544" y="194808"/>
                  </a:moveTo>
                  <a:cubicBezTo>
                    <a:pt x="773926" y="196713"/>
                    <a:pt x="774879" y="206238"/>
                    <a:pt x="773926" y="216716"/>
                  </a:cubicBezTo>
                  <a:cubicBezTo>
                    <a:pt x="755829" y="237671"/>
                    <a:pt x="760591" y="257673"/>
                    <a:pt x="773926" y="278628"/>
                  </a:cubicBezTo>
                  <a:cubicBezTo>
                    <a:pt x="748209" y="302441"/>
                    <a:pt x="720586" y="315776"/>
                    <a:pt x="687249" y="293868"/>
                  </a:cubicBezTo>
                  <a:cubicBezTo>
                    <a:pt x="682486" y="291011"/>
                    <a:pt x="675819" y="292916"/>
                    <a:pt x="671056" y="292916"/>
                  </a:cubicBezTo>
                  <a:cubicBezTo>
                    <a:pt x="660579" y="294821"/>
                    <a:pt x="650101" y="296726"/>
                    <a:pt x="640576" y="298631"/>
                  </a:cubicBezTo>
                  <a:cubicBezTo>
                    <a:pt x="627241" y="300536"/>
                    <a:pt x="613906" y="302441"/>
                    <a:pt x="603429" y="291011"/>
                  </a:cubicBezTo>
                  <a:cubicBezTo>
                    <a:pt x="636766" y="258626"/>
                    <a:pt x="678676" y="239576"/>
                    <a:pt x="715824" y="211953"/>
                  </a:cubicBezTo>
                  <a:cubicBezTo>
                    <a:pt x="719634" y="209096"/>
                    <a:pt x="724396" y="211953"/>
                    <a:pt x="727254" y="215763"/>
                  </a:cubicBezTo>
                  <a:cubicBezTo>
                    <a:pt x="746304" y="220526"/>
                    <a:pt x="741541" y="187188"/>
                    <a:pt x="761544" y="194808"/>
                  </a:cubicBezTo>
                  <a:close/>
                  <a:moveTo>
                    <a:pt x="873343" y="184331"/>
                  </a:moveTo>
                  <a:cubicBezTo>
                    <a:pt x="879653" y="185283"/>
                    <a:pt x="886320" y="188617"/>
                    <a:pt x="891083" y="191951"/>
                  </a:cubicBezTo>
                  <a:cubicBezTo>
                    <a:pt x="904418" y="200523"/>
                    <a:pt x="892988" y="209096"/>
                    <a:pt x="888226" y="217668"/>
                  </a:cubicBezTo>
                  <a:lnTo>
                    <a:pt x="879241" y="234820"/>
                  </a:lnTo>
                  <a:lnTo>
                    <a:pt x="895370" y="235036"/>
                  </a:lnTo>
                  <a:cubicBezTo>
                    <a:pt x="907514" y="238206"/>
                    <a:pt x="906800" y="249815"/>
                    <a:pt x="899656" y="266246"/>
                  </a:cubicBezTo>
                  <a:cubicBezTo>
                    <a:pt x="894893" y="277676"/>
                    <a:pt x="884416" y="289106"/>
                    <a:pt x="892988" y="303393"/>
                  </a:cubicBezTo>
                  <a:cubicBezTo>
                    <a:pt x="897751" y="310061"/>
                    <a:pt x="901561" y="309108"/>
                    <a:pt x="905371" y="303393"/>
                  </a:cubicBezTo>
                  <a:cubicBezTo>
                    <a:pt x="923468" y="307203"/>
                    <a:pt x="923468" y="307203"/>
                    <a:pt x="915848" y="337683"/>
                  </a:cubicBezTo>
                  <a:cubicBezTo>
                    <a:pt x="926326" y="330063"/>
                    <a:pt x="936803" y="329111"/>
                    <a:pt x="946328" y="324348"/>
                  </a:cubicBezTo>
                  <a:lnTo>
                    <a:pt x="973409" y="303804"/>
                  </a:lnTo>
                  <a:lnTo>
                    <a:pt x="975260" y="292796"/>
                  </a:lnTo>
                  <a:cubicBezTo>
                    <a:pt x="974903" y="288629"/>
                    <a:pt x="972522" y="284819"/>
                    <a:pt x="965378" y="281485"/>
                  </a:cubicBezTo>
                  <a:cubicBezTo>
                    <a:pt x="944423" y="270055"/>
                    <a:pt x="942518" y="249100"/>
                    <a:pt x="962521" y="233860"/>
                  </a:cubicBezTo>
                  <a:cubicBezTo>
                    <a:pt x="977761" y="221478"/>
                    <a:pt x="993953" y="208143"/>
                    <a:pt x="1013956" y="203380"/>
                  </a:cubicBezTo>
                  <a:cubicBezTo>
                    <a:pt x="1018718" y="201475"/>
                    <a:pt x="1023481" y="200046"/>
                    <a:pt x="1028243" y="200165"/>
                  </a:cubicBezTo>
                  <a:cubicBezTo>
                    <a:pt x="1033006" y="200284"/>
                    <a:pt x="1037768" y="201951"/>
                    <a:pt x="1042531" y="206238"/>
                  </a:cubicBezTo>
                  <a:cubicBezTo>
                    <a:pt x="1037768" y="220525"/>
                    <a:pt x="1018718" y="221478"/>
                    <a:pt x="1016813" y="234813"/>
                  </a:cubicBezTo>
                  <a:cubicBezTo>
                    <a:pt x="1029196" y="212905"/>
                    <a:pt x="1052056" y="208143"/>
                    <a:pt x="1075868" y="204333"/>
                  </a:cubicBezTo>
                  <a:cubicBezTo>
                    <a:pt x="1082536" y="204333"/>
                    <a:pt x="1089203" y="204333"/>
                    <a:pt x="1095871" y="204333"/>
                  </a:cubicBezTo>
                  <a:cubicBezTo>
                    <a:pt x="1106348" y="211953"/>
                    <a:pt x="1099681" y="223383"/>
                    <a:pt x="1099681" y="232908"/>
                  </a:cubicBezTo>
                  <a:cubicBezTo>
                    <a:pt x="1112063" y="235765"/>
                    <a:pt x="1123493" y="229098"/>
                    <a:pt x="1133971" y="231003"/>
                  </a:cubicBezTo>
                  <a:cubicBezTo>
                    <a:pt x="1140638" y="231003"/>
                    <a:pt x="1146353" y="233860"/>
                    <a:pt x="1151116" y="238623"/>
                  </a:cubicBezTo>
                  <a:cubicBezTo>
                    <a:pt x="1162546" y="262435"/>
                    <a:pt x="1192073" y="265293"/>
                    <a:pt x="1205408" y="287200"/>
                  </a:cubicBezTo>
                  <a:cubicBezTo>
                    <a:pt x="1219696" y="305298"/>
                    <a:pt x="1210171" y="320538"/>
                    <a:pt x="1198741" y="334825"/>
                  </a:cubicBezTo>
                  <a:cubicBezTo>
                    <a:pt x="1205408" y="359590"/>
                    <a:pt x="1234936" y="358638"/>
                    <a:pt x="1248271" y="377688"/>
                  </a:cubicBezTo>
                  <a:cubicBezTo>
                    <a:pt x="1257796" y="391023"/>
                    <a:pt x="1257796" y="393880"/>
                    <a:pt x="1246366" y="402453"/>
                  </a:cubicBezTo>
                  <a:cubicBezTo>
                    <a:pt x="1226363" y="415788"/>
                    <a:pt x="1207313" y="445315"/>
                    <a:pt x="1187311" y="402453"/>
                  </a:cubicBezTo>
                  <a:cubicBezTo>
                    <a:pt x="1184453" y="396738"/>
                    <a:pt x="1176833" y="390070"/>
                    <a:pt x="1171118" y="396738"/>
                  </a:cubicBezTo>
                  <a:cubicBezTo>
                    <a:pt x="1161593" y="407215"/>
                    <a:pt x="1163498" y="418645"/>
                    <a:pt x="1171118" y="431028"/>
                  </a:cubicBezTo>
                  <a:cubicBezTo>
                    <a:pt x="1186358" y="457698"/>
                    <a:pt x="1180643" y="471033"/>
                    <a:pt x="1151116" y="479605"/>
                  </a:cubicBezTo>
                  <a:cubicBezTo>
                    <a:pt x="1147306" y="475795"/>
                    <a:pt x="1141591" y="474843"/>
                    <a:pt x="1136828" y="476748"/>
                  </a:cubicBezTo>
                  <a:cubicBezTo>
                    <a:pt x="1132066" y="478653"/>
                    <a:pt x="1134923" y="483415"/>
                    <a:pt x="1136828" y="487225"/>
                  </a:cubicBezTo>
                  <a:cubicBezTo>
                    <a:pt x="1135876" y="500560"/>
                    <a:pt x="1128256" y="503418"/>
                    <a:pt x="1118731" y="497703"/>
                  </a:cubicBezTo>
                  <a:cubicBezTo>
                    <a:pt x="1098728" y="487225"/>
                    <a:pt x="1074916" y="482463"/>
                    <a:pt x="1066343" y="455793"/>
                  </a:cubicBezTo>
                  <a:cubicBezTo>
                    <a:pt x="1058723" y="432933"/>
                    <a:pt x="1039673" y="427218"/>
                    <a:pt x="1016813" y="433885"/>
                  </a:cubicBezTo>
                  <a:cubicBezTo>
                    <a:pt x="1008241" y="436743"/>
                    <a:pt x="999668" y="438648"/>
                    <a:pt x="996811" y="428170"/>
                  </a:cubicBezTo>
                  <a:cubicBezTo>
                    <a:pt x="993001" y="415788"/>
                    <a:pt x="1007288" y="411025"/>
                    <a:pt x="1013003" y="411978"/>
                  </a:cubicBezTo>
                  <a:cubicBezTo>
                    <a:pt x="1055866" y="420550"/>
                    <a:pt x="1078726" y="386260"/>
                    <a:pt x="1109206" y="369115"/>
                  </a:cubicBezTo>
                  <a:cubicBezTo>
                    <a:pt x="1117778" y="343398"/>
                    <a:pt x="1089203" y="330063"/>
                    <a:pt x="1089203" y="307203"/>
                  </a:cubicBezTo>
                  <a:cubicBezTo>
                    <a:pt x="1085393" y="301488"/>
                    <a:pt x="1081583" y="296725"/>
                    <a:pt x="1077773" y="291010"/>
                  </a:cubicBezTo>
                  <a:cubicBezTo>
                    <a:pt x="1057771" y="307203"/>
                    <a:pt x="1036816" y="290058"/>
                    <a:pt x="1016813" y="292915"/>
                  </a:cubicBezTo>
                  <a:cubicBezTo>
                    <a:pt x="1012050" y="293391"/>
                    <a:pt x="1008717" y="294106"/>
                    <a:pt x="1007169" y="296011"/>
                  </a:cubicBezTo>
                  <a:lnTo>
                    <a:pt x="1007866" y="302667"/>
                  </a:lnTo>
                  <a:lnTo>
                    <a:pt x="1009193" y="303393"/>
                  </a:lnTo>
                  <a:cubicBezTo>
                    <a:pt x="1013003" y="324348"/>
                    <a:pt x="986333" y="363401"/>
                    <a:pt x="962521" y="370068"/>
                  </a:cubicBezTo>
                  <a:cubicBezTo>
                    <a:pt x="943471" y="375783"/>
                    <a:pt x="924421" y="377688"/>
                    <a:pt x="905371" y="371973"/>
                  </a:cubicBezTo>
                  <a:cubicBezTo>
                    <a:pt x="896798" y="389118"/>
                    <a:pt x="879653" y="396738"/>
                    <a:pt x="868223" y="410073"/>
                  </a:cubicBezTo>
                  <a:cubicBezTo>
                    <a:pt x="859651" y="419598"/>
                    <a:pt x="849173" y="424361"/>
                    <a:pt x="836791" y="426266"/>
                  </a:cubicBezTo>
                  <a:cubicBezTo>
                    <a:pt x="830123" y="425313"/>
                    <a:pt x="820598" y="421503"/>
                    <a:pt x="816788" y="424361"/>
                  </a:cubicBezTo>
                  <a:cubicBezTo>
                    <a:pt x="772973" y="455793"/>
                    <a:pt x="714871" y="464366"/>
                    <a:pt x="677723" y="507228"/>
                  </a:cubicBezTo>
                  <a:cubicBezTo>
                    <a:pt x="667246" y="519611"/>
                    <a:pt x="646291" y="531993"/>
                    <a:pt x="668198" y="553901"/>
                  </a:cubicBezTo>
                  <a:cubicBezTo>
                    <a:pt x="672961" y="558663"/>
                    <a:pt x="665341" y="574856"/>
                    <a:pt x="662483" y="586286"/>
                  </a:cubicBezTo>
                  <a:cubicBezTo>
                    <a:pt x="685343" y="585333"/>
                    <a:pt x="702488" y="596763"/>
                    <a:pt x="716776" y="612956"/>
                  </a:cubicBezTo>
                  <a:cubicBezTo>
                    <a:pt x="731063" y="630101"/>
                    <a:pt x="747256" y="644388"/>
                    <a:pt x="771068" y="645341"/>
                  </a:cubicBezTo>
                  <a:cubicBezTo>
                    <a:pt x="789166" y="646293"/>
                    <a:pt x="788213" y="653913"/>
                    <a:pt x="782498" y="667248"/>
                  </a:cubicBezTo>
                  <a:cubicBezTo>
                    <a:pt x="774878" y="685346"/>
                    <a:pt x="766306" y="702491"/>
                    <a:pt x="772973" y="726303"/>
                  </a:cubicBezTo>
                  <a:cubicBezTo>
                    <a:pt x="779641" y="752973"/>
                    <a:pt x="789166" y="747258"/>
                    <a:pt x="805358" y="736781"/>
                  </a:cubicBezTo>
                  <a:cubicBezTo>
                    <a:pt x="823456" y="725351"/>
                    <a:pt x="826313" y="706301"/>
                    <a:pt x="828218" y="689156"/>
                  </a:cubicBezTo>
                  <a:cubicBezTo>
                    <a:pt x="831076" y="669153"/>
                    <a:pt x="841553" y="660581"/>
                    <a:pt x="858698" y="652961"/>
                  </a:cubicBezTo>
                  <a:cubicBezTo>
                    <a:pt x="901561" y="638673"/>
                    <a:pt x="911086" y="619623"/>
                    <a:pt x="901561" y="573903"/>
                  </a:cubicBezTo>
                  <a:cubicBezTo>
                    <a:pt x="900608" y="569141"/>
                    <a:pt x="899656" y="563426"/>
                    <a:pt x="904418" y="561521"/>
                  </a:cubicBezTo>
                  <a:cubicBezTo>
                    <a:pt x="937756" y="550091"/>
                    <a:pt x="937756" y="514848"/>
                    <a:pt x="953948" y="491988"/>
                  </a:cubicBezTo>
                  <a:cubicBezTo>
                    <a:pt x="957758" y="486273"/>
                    <a:pt x="961568" y="480558"/>
                    <a:pt x="968236" y="478653"/>
                  </a:cubicBezTo>
                  <a:cubicBezTo>
                    <a:pt x="991096" y="471986"/>
                    <a:pt x="1037768" y="491036"/>
                    <a:pt x="1049198" y="512943"/>
                  </a:cubicBezTo>
                  <a:cubicBezTo>
                    <a:pt x="1061581" y="517706"/>
                    <a:pt x="1074916" y="522468"/>
                    <a:pt x="1063486" y="539613"/>
                  </a:cubicBezTo>
                  <a:cubicBezTo>
                    <a:pt x="1048246" y="555806"/>
                    <a:pt x="1052056" y="572951"/>
                    <a:pt x="1067296" y="583428"/>
                  </a:cubicBezTo>
                  <a:cubicBezTo>
                    <a:pt x="1084441" y="593906"/>
                    <a:pt x="1099681" y="578666"/>
                    <a:pt x="1112063" y="568188"/>
                  </a:cubicBezTo>
                  <a:cubicBezTo>
                    <a:pt x="1139686" y="545328"/>
                    <a:pt x="1138733" y="544376"/>
                    <a:pt x="1146353" y="580571"/>
                  </a:cubicBezTo>
                  <a:cubicBezTo>
                    <a:pt x="1149211" y="592953"/>
                    <a:pt x="1154926" y="606288"/>
                    <a:pt x="1151116" y="616766"/>
                  </a:cubicBezTo>
                  <a:cubicBezTo>
                    <a:pt x="1138733" y="656771"/>
                    <a:pt x="1163498" y="672011"/>
                    <a:pt x="1193026" y="684393"/>
                  </a:cubicBezTo>
                  <a:cubicBezTo>
                    <a:pt x="1193026" y="693918"/>
                    <a:pt x="1188501" y="696537"/>
                    <a:pt x="1182905" y="697847"/>
                  </a:cubicBezTo>
                  <a:lnTo>
                    <a:pt x="1179024" y="699159"/>
                  </a:lnTo>
                  <a:lnTo>
                    <a:pt x="1177845" y="699023"/>
                  </a:lnTo>
                  <a:cubicBezTo>
                    <a:pt x="1174214" y="699455"/>
                    <a:pt x="1170404" y="700824"/>
                    <a:pt x="1166356" y="703443"/>
                  </a:cubicBezTo>
                  <a:lnTo>
                    <a:pt x="1179024" y="699159"/>
                  </a:lnTo>
                  <a:lnTo>
                    <a:pt x="1188263" y="700229"/>
                  </a:lnTo>
                  <a:cubicBezTo>
                    <a:pt x="1194931" y="702491"/>
                    <a:pt x="1201122" y="707253"/>
                    <a:pt x="1207313" y="712016"/>
                  </a:cubicBezTo>
                  <a:cubicBezTo>
                    <a:pt x="1210647" y="727732"/>
                    <a:pt x="1209694" y="741781"/>
                    <a:pt x="1205051" y="754402"/>
                  </a:cubicBezTo>
                  <a:lnTo>
                    <a:pt x="1180854" y="787924"/>
                  </a:lnTo>
                  <a:lnTo>
                    <a:pt x="1187073" y="807504"/>
                  </a:lnTo>
                  <a:cubicBezTo>
                    <a:pt x="1190883" y="812504"/>
                    <a:pt x="1196836" y="815362"/>
                    <a:pt x="1206361" y="814886"/>
                  </a:cubicBezTo>
                  <a:cubicBezTo>
                    <a:pt x="1214934" y="814886"/>
                    <a:pt x="1223506" y="816791"/>
                    <a:pt x="1213981" y="828221"/>
                  </a:cubicBezTo>
                  <a:cubicBezTo>
                    <a:pt x="1208266" y="850128"/>
                    <a:pt x="1205409" y="874893"/>
                    <a:pt x="1172071" y="862511"/>
                  </a:cubicBezTo>
                  <a:cubicBezTo>
                    <a:pt x="1153021" y="859653"/>
                    <a:pt x="1123494" y="872036"/>
                    <a:pt x="1115874" y="854891"/>
                  </a:cubicBezTo>
                  <a:cubicBezTo>
                    <a:pt x="1109206" y="839651"/>
                    <a:pt x="1133971" y="821553"/>
                    <a:pt x="1148259" y="807266"/>
                  </a:cubicBezTo>
                  <a:cubicBezTo>
                    <a:pt x="1157784" y="799646"/>
                    <a:pt x="1159689" y="785358"/>
                    <a:pt x="1173024" y="780596"/>
                  </a:cubicBezTo>
                  <a:lnTo>
                    <a:pt x="1173125" y="780684"/>
                  </a:lnTo>
                  <a:lnTo>
                    <a:pt x="1174333" y="770475"/>
                  </a:lnTo>
                  <a:cubicBezTo>
                    <a:pt x="1173023" y="767975"/>
                    <a:pt x="1169689" y="766784"/>
                    <a:pt x="1163498" y="767261"/>
                  </a:cubicBezTo>
                  <a:cubicBezTo>
                    <a:pt x="1147306" y="769166"/>
                    <a:pt x="1137781" y="780596"/>
                    <a:pt x="1124446" y="787263"/>
                  </a:cubicBezTo>
                  <a:cubicBezTo>
                    <a:pt x="1097776" y="793931"/>
                    <a:pt x="1070153" y="791073"/>
                    <a:pt x="1043483" y="789168"/>
                  </a:cubicBezTo>
                  <a:cubicBezTo>
                    <a:pt x="1026338" y="788216"/>
                    <a:pt x="1010146" y="786311"/>
                    <a:pt x="993953" y="794883"/>
                  </a:cubicBezTo>
                  <a:cubicBezTo>
                    <a:pt x="987286" y="810123"/>
                    <a:pt x="971093" y="808218"/>
                    <a:pt x="959663" y="814886"/>
                  </a:cubicBezTo>
                  <a:cubicBezTo>
                    <a:pt x="951091" y="825363"/>
                    <a:pt x="939661" y="831078"/>
                    <a:pt x="929183" y="839651"/>
                  </a:cubicBezTo>
                  <a:lnTo>
                    <a:pt x="925100" y="843462"/>
                  </a:lnTo>
                  <a:lnTo>
                    <a:pt x="915848" y="851081"/>
                  </a:lnTo>
                  <a:cubicBezTo>
                    <a:pt x="915848" y="851081"/>
                    <a:pt x="912991" y="851081"/>
                    <a:pt x="912991" y="851081"/>
                  </a:cubicBezTo>
                  <a:cubicBezTo>
                    <a:pt x="912991" y="851081"/>
                    <a:pt x="914896" y="852986"/>
                    <a:pt x="914896" y="852986"/>
                  </a:cubicBezTo>
                  <a:lnTo>
                    <a:pt x="925100" y="843462"/>
                  </a:lnTo>
                  <a:lnTo>
                    <a:pt x="932041" y="837746"/>
                  </a:lnTo>
                  <a:cubicBezTo>
                    <a:pt x="942518" y="824411"/>
                    <a:pt x="959663" y="826316"/>
                    <a:pt x="972998" y="820601"/>
                  </a:cubicBezTo>
                  <a:cubicBezTo>
                    <a:pt x="979666" y="818696"/>
                    <a:pt x="986333" y="814886"/>
                    <a:pt x="992048" y="814886"/>
                  </a:cubicBezTo>
                  <a:cubicBezTo>
                    <a:pt x="1003478" y="813933"/>
                    <a:pt x="1017766" y="809171"/>
                    <a:pt x="1023481" y="819648"/>
                  </a:cubicBezTo>
                  <a:cubicBezTo>
                    <a:pt x="1032053" y="834888"/>
                    <a:pt x="1013003" y="835841"/>
                    <a:pt x="1005383" y="842508"/>
                  </a:cubicBezTo>
                  <a:cubicBezTo>
                    <a:pt x="1003478" y="844413"/>
                    <a:pt x="1005383" y="851081"/>
                    <a:pt x="1006336" y="854891"/>
                  </a:cubicBezTo>
                  <a:cubicBezTo>
                    <a:pt x="997763" y="866321"/>
                    <a:pt x="1011098" y="877751"/>
                    <a:pt x="1005383" y="889181"/>
                  </a:cubicBezTo>
                  <a:cubicBezTo>
                    <a:pt x="1001573" y="899658"/>
                    <a:pt x="992048" y="903468"/>
                    <a:pt x="984428" y="910136"/>
                  </a:cubicBezTo>
                  <a:cubicBezTo>
                    <a:pt x="974903" y="918708"/>
                    <a:pt x="961568" y="909183"/>
                    <a:pt x="952043" y="916803"/>
                  </a:cubicBezTo>
                  <a:cubicBezTo>
                    <a:pt x="937756" y="931091"/>
                    <a:pt x="916801" y="932043"/>
                    <a:pt x="899656" y="938711"/>
                  </a:cubicBezTo>
                  <a:cubicBezTo>
                    <a:pt x="876796" y="947283"/>
                    <a:pt x="858698" y="959666"/>
                    <a:pt x="855841" y="985383"/>
                  </a:cubicBezTo>
                  <a:cubicBezTo>
                    <a:pt x="853936" y="1001576"/>
                    <a:pt x="839648" y="1003481"/>
                    <a:pt x="831076" y="1003481"/>
                  </a:cubicBezTo>
                  <a:cubicBezTo>
                    <a:pt x="779641" y="1006338"/>
                    <a:pt x="763448" y="1048248"/>
                    <a:pt x="738683" y="1081586"/>
                  </a:cubicBezTo>
                  <a:cubicBezTo>
                    <a:pt x="708203" y="1076823"/>
                    <a:pt x="712013" y="1097778"/>
                    <a:pt x="711061" y="1115876"/>
                  </a:cubicBezTo>
                  <a:cubicBezTo>
                    <a:pt x="707251" y="1144451"/>
                    <a:pt x="692011" y="1163501"/>
                    <a:pt x="666293" y="1175883"/>
                  </a:cubicBezTo>
                  <a:cubicBezTo>
                    <a:pt x="636766" y="1191123"/>
                    <a:pt x="610096" y="1209221"/>
                    <a:pt x="585331" y="1230176"/>
                  </a:cubicBezTo>
                  <a:cubicBezTo>
                    <a:pt x="565328" y="1247320"/>
                    <a:pt x="557708" y="1270181"/>
                    <a:pt x="559613" y="1297803"/>
                  </a:cubicBezTo>
                  <a:cubicBezTo>
                    <a:pt x="561518" y="1327331"/>
                    <a:pt x="564376" y="1356858"/>
                    <a:pt x="557708" y="1386386"/>
                  </a:cubicBezTo>
                  <a:cubicBezTo>
                    <a:pt x="555803" y="1394958"/>
                    <a:pt x="551993" y="1406388"/>
                    <a:pt x="542468" y="1407341"/>
                  </a:cubicBezTo>
                  <a:cubicBezTo>
                    <a:pt x="530086" y="1409246"/>
                    <a:pt x="531038" y="1394958"/>
                    <a:pt x="528181" y="1387338"/>
                  </a:cubicBezTo>
                  <a:cubicBezTo>
                    <a:pt x="522466" y="1365431"/>
                    <a:pt x="516751" y="1344476"/>
                    <a:pt x="519608" y="1320663"/>
                  </a:cubicBezTo>
                  <a:cubicBezTo>
                    <a:pt x="521513" y="1300661"/>
                    <a:pt x="522466" y="1280658"/>
                    <a:pt x="488176" y="1283516"/>
                  </a:cubicBezTo>
                  <a:cubicBezTo>
                    <a:pt x="470078" y="1285421"/>
                    <a:pt x="452933" y="1262561"/>
                    <a:pt x="429121" y="1267323"/>
                  </a:cubicBezTo>
                  <a:cubicBezTo>
                    <a:pt x="422453" y="1268276"/>
                    <a:pt x="411023" y="1265418"/>
                    <a:pt x="409118" y="1268276"/>
                  </a:cubicBezTo>
                  <a:cubicBezTo>
                    <a:pt x="391973" y="1307328"/>
                    <a:pt x="364351" y="1288278"/>
                    <a:pt x="336728" y="1284468"/>
                  </a:cubicBezTo>
                  <a:cubicBezTo>
                    <a:pt x="279578" y="1275896"/>
                    <a:pt x="228143" y="1315901"/>
                    <a:pt x="215761" y="1373051"/>
                  </a:cubicBezTo>
                  <a:cubicBezTo>
                    <a:pt x="210998" y="1396863"/>
                    <a:pt x="193853" y="1415913"/>
                    <a:pt x="189091" y="1441631"/>
                  </a:cubicBezTo>
                  <a:cubicBezTo>
                    <a:pt x="182423" y="1476873"/>
                    <a:pt x="183376" y="1511163"/>
                    <a:pt x="196711" y="1544501"/>
                  </a:cubicBezTo>
                  <a:cubicBezTo>
                    <a:pt x="204331" y="1564503"/>
                    <a:pt x="219571" y="1574028"/>
                    <a:pt x="244336" y="1573076"/>
                  </a:cubicBezTo>
                  <a:cubicBezTo>
                    <a:pt x="284341" y="1571171"/>
                    <a:pt x="310058" y="1555931"/>
                    <a:pt x="320536" y="1514973"/>
                  </a:cubicBezTo>
                  <a:cubicBezTo>
                    <a:pt x="324346" y="1500686"/>
                    <a:pt x="374828" y="1487351"/>
                    <a:pt x="387211" y="1494971"/>
                  </a:cubicBezTo>
                  <a:cubicBezTo>
                    <a:pt x="396736" y="1500686"/>
                    <a:pt x="392926" y="1507353"/>
                    <a:pt x="389116" y="1515926"/>
                  </a:cubicBezTo>
                  <a:cubicBezTo>
                    <a:pt x="372923" y="1552121"/>
                    <a:pt x="358636" y="1589268"/>
                    <a:pt x="340538" y="1624511"/>
                  </a:cubicBezTo>
                  <a:cubicBezTo>
                    <a:pt x="329108" y="1646418"/>
                    <a:pt x="340538" y="1644513"/>
                    <a:pt x="354826" y="1644513"/>
                  </a:cubicBezTo>
                  <a:cubicBezTo>
                    <a:pt x="372923" y="1644513"/>
                    <a:pt x="391973" y="1642608"/>
                    <a:pt x="410071" y="1645466"/>
                  </a:cubicBezTo>
                  <a:cubicBezTo>
                    <a:pt x="432931" y="1649276"/>
                    <a:pt x="449123" y="1658801"/>
                    <a:pt x="439598" y="1687376"/>
                  </a:cubicBezTo>
                  <a:cubicBezTo>
                    <a:pt x="433883" y="1705473"/>
                    <a:pt x="432931" y="1725476"/>
                    <a:pt x="426263" y="1743573"/>
                  </a:cubicBezTo>
                  <a:cubicBezTo>
                    <a:pt x="414833" y="1774053"/>
                    <a:pt x="432931" y="1793103"/>
                    <a:pt x="450076" y="1813106"/>
                  </a:cubicBezTo>
                  <a:cubicBezTo>
                    <a:pt x="466268" y="1832156"/>
                    <a:pt x="483413" y="1819773"/>
                    <a:pt x="499606" y="1812153"/>
                  </a:cubicBezTo>
                  <a:cubicBezTo>
                    <a:pt x="512941" y="1806438"/>
                    <a:pt x="528181" y="1806438"/>
                    <a:pt x="536753" y="1818821"/>
                  </a:cubicBezTo>
                  <a:cubicBezTo>
                    <a:pt x="554851" y="1843586"/>
                    <a:pt x="571996" y="1829298"/>
                    <a:pt x="577711" y="1813106"/>
                  </a:cubicBezTo>
                  <a:cubicBezTo>
                    <a:pt x="591998" y="1771196"/>
                    <a:pt x="630098" y="1768338"/>
                    <a:pt x="661531" y="1754051"/>
                  </a:cubicBezTo>
                  <a:cubicBezTo>
                    <a:pt x="671056" y="1754051"/>
                    <a:pt x="673913" y="1755956"/>
                    <a:pt x="672008" y="1763576"/>
                  </a:cubicBezTo>
                  <a:cubicBezTo>
                    <a:pt x="676771" y="1783578"/>
                    <a:pt x="689153" y="1777863"/>
                    <a:pt x="695821" y="1768338"/>
                  </a:cubicBezTo>
                  <a:cubicBezTo>
                    <a:pt x="713918" y="1745478"/>
                    <a:pt x="729158" y="1761671"/>
                    <a:pt x="741541" y="1772148"/>
                  </a:cubicBezTo>
                  <a:cubicBezTo>
                    <a:pt x="769163" y="1795008"/>
                    <a:pt x="799643" y="1798818"/>
                    <a:pt x="832028" y="1788341"/>
                  </a:cubicBezTo>
                  <a:cubicBezTo>
                    <a:pt x="845363" y="1783578"/>
                    <a:pt x="854888" y="1779768"/>
                    <a:pt x="865366" y="1796913"/>
                  </a:cubicBezTo>
                  <a:cubicBezTo>
                    <a:pt x="875843" y="1814058"/>
                    <a:pt x="896798" y="1823583"/>
                    <a:pt x="910133" y="1838823"/>
                  </a:cubicBezTo>
                  <a:cubicBezTo>
                    <a:pt x="947281" y="1881686"/>
                    <a:pt x="990143" y="1906451"/>
                    <a:pt x="1047293" y="1918833"/>
                  </a:cubicBezTo>
                  <a:cubicBezTo>
                    <a:pt x="1093966" y="1928358"/>
                    <a:pt x="1124446" y="1995986"/>
                    <a:pt x="1116826" y="2036943"/>
                  </a:cubicBezTo>
                  <a:cubicBezTo>
                    <a:pt x="1113968" y="2044563"/>
                    <a:pt x="1111111" y="2051231"/>
                    <a:pt x="1106348" y="2056946"/>
                  </a:cubicBezTo>
                  <a:cubicBezTo>
                    <a:pt x="1092061" y="2071233"/>
                    <a:pt x="1112063" y="2086473"/>
                    <a:pt x="1104443" y="2099808"/>
                  </a:cubicBezTo>
                  <a:cubicBezTo>
                    <a:pt x="1110158" y="2107428"/>
                    <a:pt x="1117778" y="2102666"/>
                    <a:pt x="1124446" y="2102666"/>
                  </a:cubicBezTo>
                  <a:cubicBezTo>
                    <a:pt x="1147306" y="2095046"/>
                    <a:pt x="1161593" y="2062661"/>
                    <a:pt x="1193026" y="2077901"/>
                  </a:cubicBezTo>
                  <a:cubicBezTo>
                    <a:pt x="1225411" y="2087426"/>
                    <a:pt x="1244461" y="2125526"/>
                    <a:pt x="1280656" y="2123621"/>
                  </a:cubicBezTo>
                  <a:cubicBezTo>
                    <a:pt x="1325423" y="2121716"/>
                    <a:pt x="1360666" y="2136956"/>
                    <a:pt x="1387336" y="2172198"/>
                  </a:cubicBezTo>
                  <a:cubicBezTo>
                    <a:pt x="1398766" y="2187438"/>
                    <a:pt x="1427341" y="2172198"/>
                    <a:pt x="1434008" y="2199821"/>
                  </a:cubicBezTo>
                  <a:cubicBezTo>
                    <a:pt x="1440676" y="2228396"/>
                    <a:pt x="1444486" y="2256018"/>
                    <a:pt x="1430198" y="2282688"/>
                  </a:cubicBezTo>
                  <a:cubicBezTo>
                    <a:pt x="1413053" y="2315073"/>
                    <a:pt x="1388288" y="2341743"/>
                    <a:pt x="1370191" y="2373176"/>
                  </a:cubicBezTo>
                  <a:cubicBezTo>
                    <a:pt x="1359713" y="2391273"/>
                    <a:pt x="1356856" y="2406513"/>
                    <a:pt x="1358761" y="2423658"/>
                  </a:cubicBezTo>
                  <a:cubicBezTo>
                    <a:pt x="1366381" y="2486523"/>
                    <a:pt x="1352093" y="2544626"/>
                    <a:pt x="1327328" y="2600823"/>
                  </a:cubicBezTo>
                  <a:cubicBezTo>
                    <a:pt x="1321613" y="2612253"/>
                    <a:pt x="1313041" y="2629398"/>
                    <a:pt x="1293991" y="2626541"/>
                  </a:cubicBezTo>
                  <a:cubicBezTo>
                    <a:pt x="1261606" y="2622731"/>
                    <a:pt x="1241603" y="2647496"/>
                    <a:pt x="1218743" y="2661783"/>
                  </a:cubicBezTo>
                  <a:cubicBezTo>
                    <a:pt x="1203503" y="2671308"/>
                    <a:pt x="1187311" y="2690358"/>
                    <a:pt x="1193026" y="2710361"/>
                  </a:cubicBezTo>
                  <a:cubicBezTo>
                    <a:pt x="1205408" y="2757033"/>
                    <a:pt x="1178738" y="2793228"/>
                    <a:pt x="1164451" y="2832281"/>
                  </a:cubicBezTo>
                  <a:cubicBezTo>
                    <a:pt x="1154926" y="2859903"/>
                    <a:pt x="1136828" y="2884668"/>
                    <a:pt x="1122541" y="2910386"/>
                  </a:cubicBezTo>
                  <a:cubicBezTo>
                    <a:pt x="1116826" y="2920863"/>
                    <a:pt x="1109206" y="2929436"/>
                    <a:pt x="1095871" y="2929436"/>
                  </a:cubicBezTo>
                  <a:cubicBezTo>
                    <a:pt x="1085393" y="2920863"/>
                    <a:pt x="1072058" y="2930388"/>
                    <a:pt x="1061581" y="2922768"/>
                  </a:cubicBezTo>
                  <a:cubicBezTo>
                    <a:pt x="1053961" y="2919911"/>
                    <a:pt x="1044436" y="2911338"/>
                    <a:pt x="1047293" y="2929436"/>
                  </a:cubicBezTo>
                  <a:cubicBezTo>
                    <a:pt x="1052056" y="2938961"/>
                    <a:pt x="1062533" y="2944676"/>
                    <a:pt x="1061581" y="2956106"/>
                  </a:cubicBezTo>
                  <a:cubicBezTo>
                    <a:pt x="1055866" y="2964678"/>
                    <a:pt x="1048246" y="2962773"/>
                    <a:pt x="1040626" y="2959916"/>
                  </a:cubicBezTo>
                  <a:cubicBezTo>
                    <a:pt x="952043" y="2929436"/>
                    <a:pt x="865366" y="2895146"/>
                    <a:pt x="783451" y="2850378"/>
                  </a:cubicBezTo>
                  <a:cubicBezTo>
                    <a:pt x="762496" y="2838948"/>
                    <a:pt x="762496" y="2820851"/>
                    <a:pt x="752971" y="2805611"/>
                  </a:cubicBezTo>
                  <a:cubicBezTo>
                    <a:pt x="730111" y="2799896"/>
                    <a:pt x="738683" y="2779893"/>
                    <a:pt x="737731" y="2765606"/>
                  </a:cubicBezTo>
                  <a:cubicBezTo>
                    <a:pt x="736778" y="2697978"/>
                    <a:pt x="732968" y="2631303"/>
                    <a:pt x="721538" y="2564628"/>
                  </a:cubicBezTo>
                  <a:cubicBezTo>
                    <a:pt x="715823" y="2532243"/>
                    <a:pt x="700583" y="2503668"/>
                    <a:pt x="670103" y="2492238"/>
                  </a:cubicBezTo>
                  <a:cubicBezTo>
                    <a:pt x="596761" y="2464616"/>
                    <a:pt x="568186" y="2400798"/>
                    <a:pt x="539611" y="2337933"/>
                  </a:cubicBezTo>
                  <a:cubicBezTo>
                    <a:pt x="520561" y="2296976"/>
                    <a:pt x="502463" y="2256971"/>
                    <a:pt x="473888" y="2221728"/>
                  </a:cubicBezTo>
                  <a:cubicBezTo>
                    <a:pt x="456743" y="2200773"/>
                    <a:pt x="450076" y="2174103"/>
                    <a:pt x="468173" y="2148386"/>
                  </a:cubicBezTo>
                  <a:cubicBezTo>
                    <a:pt x="473888" y="2140766"/>
                    <a:pt x="477698" y="2133146"/>
                    <a:pt x="471983" y="2122668"/>
                  </a:cubicBezTo>
                  <a:cubicBezTo>
                    <a:pt x="452933" y="2083616"/>
                    <a:pt x="471983" y="2052183"/>
                    <a:pt x="493891" y="2021703"/>
                  </a:cubicBezTo>
                  <a:cubicBezTo>
                    <a:pt x="518656" y="1987413"/>
                    <a:pt x="546278" y="1955028"/>
                    <a:pt x="538658" y="1907403"/>
                  </a:cubicBezTo>
                  <a:cubicBezTo>
                    <a:pt x="535801" y="1889306"/>
                    <a:pt x="531991" y="1871208"/>
                    <a:pt x="524371" y="1854063"/>
                  </a:cubicBezTo>
                  <a:cubicBezTo>
                    <a:pt x="517703" y="1837871"/>
                    <a:pt x="507226" y="1834061"/>
                    <a:pt x="499606" y="1853111"/>
                  </a:cubicBezTo>
                  <a:cubicBezTo>
                    <a:pt x="489128" y="1876923"/>
                    <a:pt x="475793" y="1875018"/>
                    <a:pt x="459601" y="1860731"/>
                  </a:cubicBezTo>
                  <a:cubicBezTo>
                    <a:pt x="443408" y="1847396"/>
                    <a:pt x="425311" y="1838823"/>
                    <a:pt x="408166" y="1827393"/>
                  </a:cubicBezTo>
                  <a:cubicBezTo>
                    <a:pt x="375781" y="1806438"/>
                    <a:pt x="371971" y="1771196"/>
                    <a:pt x="354826" y="1742621"/>
                  </a:cubicBezTo>
                  <a:cubicBezTo>
                    <a:pt x="346253" y="1729286"/>
                    <a:pt x="337681" y="1720713"/>
                    <a:pt x="322441" y="1715951"/>
                  </a:cubicBezTo>
                  <a:cubicBezTo>
                    <a:pt x="289103" y="1705473"/>
                    <a:pt x="255766" y="1691186"/>
                    <a:pt x="234811" y="1658801"/>
                  </a:cubicBezTo>
                  <a:cubicBezTo>
                    <a:pt x="228143" y="1649276"/>
                    <a:pt x="218618" y="1639751"/>
                    <a:pt x="206236" y="1644513"/>
                  </a:cubicBezTo>
                  <a:cubicBezTo>
                    <a:pt x="170993" y="1656896"/>
                    <a:pt x="143371" y="1639751"/>
                    <a:pt x="116701" y="1622606"/>
                  </a:cubicBezTo>
                  <a:cubicBezTo>
                    <a:pt x="85268" y="1603556"/>
                    <a:pt x="54788" y="1583553"/>
                    <a:pt x="28118" y="1557836"/>
                  </a:cubicBezTo>
                  <a:cubicBezTo>
                    <a:pt x="11926" y="1541643"/>
                    <a:pt x="1448" y="1523546"/>
                    <a:pt x="12878" y="1499733"/>
                  </a:cubicBezTo>
                  <a:cubicBezTo>
                    <a:pt x="20498" y="1482588"/>
                    <a:pt x="16688" y="1463538"/>
                    <a:pt x="10021" y="1446393"/>
                  </a:cubicBezTo>
                  <a:cubicBezTo>
                    <a:pt x="6211" y="1434963"/>
                    <a:pt x="-1409" y="1423533"/>
                    <a:pt x="5258" y="1410198"/>
                  </a:cubicBezTo>
                  <a:cubicBezTo>
                    <a:pt x="-12839" y="1304471"/>
                    <a:pt x="19546" y="1205411"/>
                    <a:pt x="45263" y="1105398"/>
                  </a:cubicBezTo>
                  <a:cubicBezTo>
                    <a:pt x="94793" y="912993"/>
                    <a:pt x="185281" y="739638"/>
                    <a:pt x="304343" y="581523"/>
                  </a:cubicBezTo>
                  <a:cubicBezTo>
                    <a:pt x="374828" y="487226"/>
                    <a:pt x="458648" y="405311"/>
                    <a:pt x="548183" y="329111"/>
                  </a:cubicBezTo>
                  <a:cubicBezTo>
                    <a:pt x="568186" y="311966"/>
                    <a:pt x="591046" y="303393"/>
                    <a:pt x="617716" y="317681"/>
                  </a:cubicBezTo>
                  <a:cubicBezTo>
                    <a:pt x="628193" y="324348"/>
                    <a:pt x="628193" y="314823"/>
                    <a:pt x="631051" y="309108"/>
                  </a:cubicBezTo>
                  <a:cubicBezTo>
                    <a:pt x="652006" y="308156"/>
                    <a:pt x="669151" y="289106"/>
                    <a:pt x="692011" y="299583"/>
                  </a:cubicBezTo>
                  <a:cubicBezTo>
                    <a:pt x="712013" y="311966"/>
                    <a:pt x="732968" y="317681"/>
                    <a:pt x="756781" y="316728"/>
                  </a:cubicBezTo>
                  <a:cubicBezTo>
                    <a:pt x="764401" y="317681"/>
                    <a:pt x="772973" y="320538"/>
                    <a:pt x="780593" y="315776"/>
                  </a:cubicBezTo>
                  <a:cubicBezTo>
                    <a:pt x="786308" y="312918"/>
                    <a:pt x="792023" y="311966"/>
                    <a:pt x="797738" y="314823"/>
                  </a:cubicBezTo>
                  <a:cubicBezTo>
                    <a:pt x="808216" y="327206"/>
                    <a:pt x="819646" y="321491"/>
                    <a:pt x="831076" y="316728"/>
                  </a:cubicBezTo>
                  <a:cubicBezTo>
                    <a:pt x="837743" y="304346"/>
                    <a:pt x="858698" y="297678"/>
                    <a:pt x="841553" y="277676"/>
                  </a:cubicBezTo>
                  <a:cubicBezTo>
                    <a:pt x="834886" y="270056"/>
                    <a:pt x="846316" y="263388"/>
                    <a:pt x="852031" y="259578"/>
                  </a:cubicBezTo>
                  <a:cubicBezTo>
                    <a:pt x="857269" y="255768"/>
                    <a:pt x="862508" y="252434"/>
                    <a:pt x="867152" y="248624"/>
                  </a:cubicBezTo>
                  <a:lnTo>
                    <a:pt x="876026" y="238011"/>
                  </a:lnTo>
                  <a:lnTo>
                    <a:pt x="858921" y="241392"/>
                  </a:lnTo>
                  <a:cubicBezTo>
                    <a:pt x="840303" y="244874"/>
                    <a:pt x="823694" y="244338"/>
                    <a:pt x="821551" y="210048"/>
                  </a:cubicBezTo>
                  <a:cubicBezTo>
                    <a:pt x="833933" y="208143"/>
                    <a:pt x="848221" y="208143"/>
                    <a:pt x="857746" y="190998"/>
                  </a:cubicBezTo>
                  <a:cubicBezTo>
                    <a:pt x="861079" y="184807"/>
                    <a:pt x="867032" y="183378"/>
                    <a:pt x="873343" y="184331"/>
                  </a:cubicBezTo>
                  <a:close/>
                  <a:moveTo>
                    <a:pt x="798215" y="181949"/>
                  </a:moveTo>
                  <a:cubicBezTo>
                    <a:pt x="801310" y="182187"/>
                    <a:pt x="803930" y="183378"/>
                    <a:pt x="805359" y="187188"/>
                  </a:cubicBezTo>
                  <a:cubicBezTo>
                    <a:pt x="808216" y="194808"/>
                    <a:pt x="800596" y="194808"/>
                    <a:pt x="795834" y="196713"/>
                  </a:cubicBezTo>
                  <a:cubicBezTo>
                    <a:pt x="790119" y="193856"/>
                    <a:pt x="788214" y="189093"/>
                    <a:pt x="788214" y="182426"/>
                  </a:cubicBezTo>
                  <a:cubicBezTo>
                    <a:pt x="791547" y="182426"/>
                    <a:pt x="795119" y="181711"/>
                    <a:pt x="798215" y="181949"/>
                  </a:cubicBezTo>
                  <a:close/>
                  <a:moveTo>
                    <a:pt x="938708" y="121466"/>
                  </a:moveTo>
                  <a:cubicBezTo>
                    <a:pt x="943471" y="128133"/>
                    <a:pt x="953948" y="130038"/>
                    <a:pt x="952043" y="141468"/>
                  </a:cubicBezTo>
                  <a:lnTo>
                    <a:pt x="951037" y="142501"/>
                  </a:lnTo>
                  <a:lnTo>
                    <a:pt x="953949" y="140516"/>
                  </a:lnTo>
                  <a:cubicBezTo>
                    <a:pt x="952996" y="143373"/>
                    <a:pt x="952996" y="146231"/>
                    <a:pt x="952996" y="148136"/>
                  </a:cubicBezTo>
                  <a:cubicBezTo>
                    <a:pt x="952996" y="154803"/>
                    <a:pt x="952996" y="161471"/>
                    <a:pt x="952996" y="169091"/>
                  </a:cubicBezTo>
                  <a:cubicBezTo>
                    <a:pt x="949662" y="166709"/>
                    <a:pt x="947281" y="162899"/>
                    <a:pt x="944424" y="159804"/>
                  </a:cubicBezTo>
                  <a:lnTo>
                    <a:pt x="933131" y="154863"/>
                  </a:lnTo>
                  <a:lnTo>
                    <a:pt x="931088" y="155756"/>
                  </a:lnTo>
                  <a:cubicBezTo>
                    <a:pt x="931088" y="155756"/>
                    <a:pt x="930136" y="155756"/>
                    <a:pt x="930136" y="155756"/>
                  </a:cubicBezTo>
                  <a:cubicBezTo>
                    <a:pt x="925373" y="152898"/>
                    <a:pt x="906323" y="162423"/>
                    <a:pt x="918706" y="144326"/>
                  </a:cubicBezTo>
                  <a:cubicBezTo>
                    <a:pt x="923468" y="137658"/>
                    <a:pt x="931088" y="131943"/>
                    <a:pt x="931088" y="122418"/>
                  </a:cubicBezTo>
                  <a:cubicBezTo>
                    <a:pt x="934898" y="118608"/>
                    <a:pt x="936803" y="118608"/>
                    <a:pt x="938708" y="121466"/>
                  </a:cubicBezTo>
                  <a:close/>
                  <a:moveTo>
                    <a:pt x="925373" y="107178"/>
                  </a:moveTo>
                  <a:cubicBezTo>
                    <a:pt x="930136" y="111940"/>
                    <a:pt x="934898" y="116703"/>
                    <a:pt x="938708" y="121465"/>
                  </a:cubicBezTo>
                  <a:lnTo>
                    <a:pt x="935851" y="121465"/>
                  </a:lnTo>
                  <a:cubicBezTo>
                    <a:pt x="935851" y="121465"/>
                    <a:pt x="932993" y="121465"/>
                    <a:pt x="932993" y="121465"/>
                  </a:cubicBezTo>
                  <a:cubicBezTo>
                    <a:pt x="923468" y="125275"/>
                    <a:pt x="912991" y="131943"/>
                    <a:pt x="901561" y="123370"/>
                  </a:cubicBezTo>
                  <a:cubicBezTo>
                    <a:pt x="904418" y="109083"/>
                    <a:pt x="915848" y="109083"/>
                    <a:pt x="925373" y="107178"/>
                  </a:cubicBezTo>
                  <a:close/>
                  <a:moveTo>
                    <a:pt x="1021576" y="71936"/>
                  </a:moveTo>
                  <a:cubicBezTo>
                    <a:pt x="1037768" y="75746"/>
                    <a:pt x="1038721" y="87176"/>
                    <a:pt x="1031101" y="97653"/>
                  </a:cubicBezTo>
                  <a:cubicBezTo>
                    <a:pt x="1019671" y="115751"/>
                    <a:pt x="1011098" y="95748"/>
                    <a:pt x="1000621" y="92891"/>
                  </a:cubicBezTo>
                  <a:cubicBezTo>
                    <a:pt x="1002526" y="88128"/>
                    <a:pt x="1005383" y="83366"/>
                    <a:pt x="1007288" y="79556"/>
                  </a:cubicBezTo>
                  <a:cubicBezTo>
                    <a:pt x="1012051" y="76698"/>
                    <a:pt x="1016813" y="74793"/>
                    <a:pt x="1021576" y="71936"/>
                  </a:cubicBezTo>
                  <a:close/>
                  <a:moveTo>
                    <a:pt x="1113849" y="40265"/>
                  </a:moveTo>
                  <a:cubicBezTo>
                    <a:pt x="1128732" y="39074"/>
                    <a:pt x="1143972" y="42885"/>
                    <a:pt x="1159689" y="51933"/>
                  </a:cubicBezTo>
                  <a:cubicBezTo>
                    <a:pt x="1175881" y="68126"/>
                    <a:pt x="1166356" y="76698"/>
                    <a:pt x="1151116" y="84318"/>
                  </a:cubicBezTo>
                  <a:cubicBezTo>
                    <a:pt x="1137781" y="90986"/>
                    <a:pt x="1123494" y="86223"/>
                    <a:pt x="1111111" y="92891"/>
                  </a:cubicBezTo>
                  <a:cubicBezTo>
                    <a:pt x="1083489" y="98606"/>
                    <a:pt x="1067296" y="90033"/>
                    <a:pt x="1070153" y="58601"/>
                  </a:cubicBezTo>
                  <a:cubicBezTo>
                    <a:pt x="1084441" y="47647"/>
                    <a:pt x="1098967" y="41456"/>
                    <a:pt x="1113849" y="40265"/>
                  </a:cubicBezTo>
                  <a:close/>
                  <a:moveTo>
                    <a:pt x="1400760" y="96"/>
                  </a:moveTo>
                  <a:cubicBezTo>
                    <a:pt x="1426031" y="498"/>
                    <a:pt x="1451392" y="2164"/>
                    <a:pt x="1476871" y="5260"/>
                  </a:cubicBezTo>
                  <a:cubicBezTo>
                    <a:pt x="1521639" y="13833"/>
                    <a:pt x="1566406" y="14785"/>
                    <a:pt x="1611174" y="9070"/>
                  </a:cubicBezTo>
                  <a:cubicBezTo>
                    <a:pt x="1614984" y="7165"/>
                    <a:pt x="1619746" y="9070"/>
                    <a:pt x="1619746" y="17643"/>
                  </a:cubicBezTo>
                  <a:cubicBezTo>
                    <a:pt x="1631176" y="13833"/>
                    <a:pt x="1639748" y="20500"/>
                    <a:pt x="1646416" y="28120"/>
                  </a:cubicBezTo>
                  <a:cubicBezTo>
                    <a:pt x="1652131" y="36693"/>
                    <a:pt x="1659751" y="35740"/>
                    <a:pt x="1667371" y="31930"/>
                  </a:cubicBezTo>
                  <a:cubicBezTo>
                    <a:pt x="1693088" y="18119"/>
                    <a:pt x="1717377" y="11690"/>
                    <a:pt x="1742261" y="11690"/>
                  </a:cubicBezTo>
                  <a:cubicBezTo>
                    <a:pt x="1767145" y="11690"/>
                    <a:pt x="1792624" y="18119"/>
                    <a:pt x="1820723" y="30025"/>
                  </a:cubicBezTo>
                  <a:cubicBezTo>
                    <a:pt x="1845488" y="40503"/>
                    <a:pt x="1874063" y="40503"/>
                    <a:pt x="1901686" y="45265"/>
                  </a:cubicBezTo>
                  <a:cubicBezTo>
                    <a:pt x="1905496" y="54790"/>
                    <a:pt x="1888351" y="56695"/>
                    <a:pt x="1894066" y="69078"/>
                  </a:cubicBezTo>
                  <a:cubicBezTo>
                    <a:pt x="1913116" y="57648"/>
                    <a:pt x="1934071" y="52885"/>
                    <a:pt x="1955978" y="55743"/>
                  </a:cubicBezTo>
                  <a:cubicBezTo>
                    <a:pt x="1961693" y="62410"/>
                    <a:pt x="1959788" y="69078"/>
                    <a:pt x="1954073" y="71935"/>
                  </a:cubicBezTo>
                  <a:cubicBezTo>
                    <a:pt x="1939786" y="78603"/>
                    <a:pt x="1939786" y="91938"/>
                    <a:pt x="1935976" y="103368"/>
                  </a:cubicBezTo>
                  <a:cubicBezTo>
                    <a:pt x="1904543" y="124323"/>
                    <a:pt x="1914068" y="142420"/>
                    <a:pt x="1949311" y="161470"/>
                  </a:cubicBezTo>
                  <a:cubicBezTo>
                    <a:pt x="1923593" y="162423"/>
                    <a:pt x="1905496" y="153850"/>
                    <a:pt x="1894066" y="171948"/>
                  </a:cubicBezTo>
                  <a:cubicBezTo>
                    <a:pt x="1899781" y="177663"/>
                    <a:pt x="1909306" y="175758"/>
                    <a:pt x="1913116" y="183378"/>
                  </a:cubicBezTo>
                  <a:cubicBezTo>
                    <a:pt x="1917878" y="187188"/>
                    <a:pt x="1922641" y="195760"/>
                    <a:pt x="1907401" y="196713"/>
                  </a:cubicBezTo>
                  <a:cubicBezTo>
                    <a:pt x="1907401" y="221478"/>
                    <a:pt x="1903591" y="242433"/>
                    <a:pt x="1873111" y="245290"/>
                  </a:cubicBezTo>
                  <a:cubicBezTo>
                    <a:pt x="1842631" y="244338"/>
                    <a:pt x="1879778" y="263388"/>
                    <a:pt x="1866443" y="267198"/>
                  </a:cubicBezTo>
                  <a:cubicBezTo>
                    <a:pt x="1860728" y="271008"/>
                    <a:pt x="1855013" y="271960"/>
                    <a:pt x="1851203" y="270055"/>
                  </a:cubicBezTo>
                  <a:cubicBezTo>
                    <a:pt x="1860728" y="280533"/>
                    <a:pt x="1876921" y="291963"/>
                    <a:pt x="1866443" y="313870"/>
                  </a:cubicBezTo>
                  <a:cubicBezTo>
                    <a:pt x="1859776" y="319585"/>
                    <a:pt x="1852156" y="321490"/>
                    <a:pt x="1843583" y="319585"/>
                  </a:cubicBezTo>
                  <a:cubicBezTo>
                    <a:pt x="1833106" y="315775"/>
                    <a:pt x="1827391" y="307203"/>
                    <a:pt x="1819771" y="300535"/>
                  </a:cubicBezTo>
                  <a:cubicBezTo>
                    <a:pt x="1811198" y="310060"/>
                    <a:pt x="1800721" y="314823"/>
                    <a:pt x="1788338" y="313870"/>
                  </a:cubicBezTo>
                  <a:cubicBezTo>
                    <a:pt x="1791196" y="322443"/>
                    <a:pt x="1796911" y="313870"/>
                    <a:pt x="1800721" y="315775"/>
                  </a:cubicBezTo>
                  <a:cubicBezTo>
                    <a:pt x="1808341" y="314823"/>
                    <a:pt x="1815961" y="312918"/>
                    <a:pt x="1823581" y="314823"/>
                  </a:cubicBezTo>
                  <a:cubicBezTo>
                    <a:pt x="1826438" y="315775"/>
                    <a:pt x="1830248" y="316728"/>
                    <a:pt x="1833106" y="317680"/>
                  </a:cubicBezTo>
                  <a:cubicBezTo>
                    <a:pt x="1838821" y="322443"/>
                    <a:pt x="1842631" y="327205"/>
                    <a:pt x="1838821" y="334825"/>
                  </a:cubicBezTo>
                  <a:cubicBezTo>
                    <a:pt x="1800721" y="354828"/>
                    <a:pt x="1760716" y="371020"/>
                    <a:pt x="1715948" y="370068"/>
                  </a:cubicBezTo>
                  <a:cubicBezTo>
                    <a:pt x="1707376" y="370068"/>
                    <a:pt x="1695946" y="372925"/>
                    <a:pt x="1691183" y="379593"/>
                  </a:cubicBezTo>
                  <a:cubicBezTo>
                    <a:pt x="1662608" y="411025"/>
                    <a:pt x="1627366" y="425313"/>
                    <a:pt x="1586408" y="430075"/>
                  </a:cubicBezTo>
                  <a:cubicBezTo>
                    <a:pt x="1564501" y="432933"/>
                    <a:pt x="1554976" y="450078"/>
                    <a:pt x="1542593" y="468175"/>
                  </a:cubicBezTo>
                  <a:cubicBezTo>
                    <a:pt x="1522591" y="497703"/>
                    <a:pt x="1501636" y="527230"/>
                    <a:pt x="1480681" y="555805"/>
                  </a:cubicBezTo>
                  <a:cubicBezTo>
                    <a:pt x="1475918" y="562473"/>
                    <a:pt x="1469251" y="562473"/>
                    <a:pt x="1462583" y="562473"/>
                  </a:cubicBezTo>
                  <a:cubicBezTo>
                    <a:pt x="1419721" y="558663"/>
                    <a:pt x="1380668" y="507228"/>
                    <a:pt x="1385431" y="462460"/>
                  </a:cubicBezTo>
                  <a:cubicBezTo>
                    <a:pt x="1388288" y="441505"/>
                    <a:pt x="1374001" y="421503"/>
                    <a:pt x="1379716" y="398643"/>
                  </a:cubicBezTo>
                  <a:cubicBezTo>
                    <a:pt x="1387336" y="363400"/>
                    <a:pt x="1418768" y="354828"/>
                    <a:pt x="1441628" y="335778"/>
                  </a:cubicBezTo>
                  <a:cubicBezTo>
                    <a:pt x="1443533" y="331015"/>
                    <a:pt x="1445438" y="325300"/>
                    <a:pt x="1449248" y="321490"/>
                  </a:cubicBezTo>
                  <a:cubicBezTo>
                    <a:pt x="1454011" y="314823"/>
                    <a:pt x="1454963" y="306250"/>
                    <a:pt x="1461631" y="300535"/>
                  </a:cubicBezTo>
                  <a:cubicBezTo>
                    <a:pt x="1451153" y="280533"/>
                    <a:pt x="1439723" y="265293"/>
                    <a:pt x="1412101" y="280533"/>
                  </a:cubicBezTo>
                  <a:cubicBezTo>
                    <a:pt x="1425436" y="259578"/>
                    <a:pt x="1438771" y="241480"/>
                    <a:pt x="1434961" y="215763"/>
                  </a:cubicBezTo>
                  <a:cubicBezTo>
                    <a:pt x="1430198" y="178615"/>
                    <a:pt x="1409243" y="158613"/>
                    <a:pt x="1371143" y="160518"/>
                  </a:cubicBezTo>
                  <a:cubicBezTo>
                    <a:pt x="1357808" y="161470"/>
                    <a:pt x="1343521" y="159565"/>
                    <a:pt x="1331138" y="162423"/>
                  </a:cubicBezTo>
                  <a:cubicBezTo>
                    <a:pt x="1317803" y="165280"/>
                    <a:pt x="1310183" y="161470"/>
                    <a:pt x="1303516" y="150040"/>
                  </a:cubicBezTo>
                  <a:cubicBezTo>
                    <a:pt x="1296848" y="136705"/>
                    <a:pt x="1300658" y="131943"/>
                    <a:pt x="1313993" y="130038"/>
                  </a:cubicBezTo>
                  <a:cubicBezTo>
                    <a:pt x="1321613" y="129085"/>
                    <a:pt x="1316851" y="124323"/>
                    <a:pt x="1313041" y="121465"/>
                  </a:cubicBezTo>
                  <a:cubicBezTo>
                    <a:pt x="1283513" y="99558"/>
                    <a:pt x="1311136" y="99558"/>
                    <a:pt x="1323518" y="96700"/>
                  </a:cubicBezTo>
                  <a:cubicBezTo>
                    <a:pt x="1344473" y="92890"/>
                    <a:pt x="1365428" y="88128"/>
                    <a:pt x="1387336" y="88128"/>
                  </a:cubicBezTo>
                  <a:cubicBezTo>
                    <a:pt x="1399718" y="88128"/>
                    <a:pt x="1414006" y="81460"/>
                    <a:pt x="1394003" y="68125"/>
                  </a:cubicBezTo>
                  <a:cubicBezTo>
                    <a:pt x="1402576" y="42408"/>
                    <a:pt x="1427341" y="49075"/>
                    <a:pt x="1445438" y="41455"/>
                  </a:cubicBezTo>
                  <a:lnTo>
                    <a:pt x="1471104" y="35589"/>
                  </a:lnTo>
                  <a:lnTo>
                    <a:pt x="1469608" y="35026"/>
                  </a:lnTo>
                  <a:cubicBezTo>
                    <a:pt x="1465441" y="34550"/>
                    <a:pt x="1461155" y="34788"/>
                    <a:pt x="1456869" y="34788"/>
                  </a:cubicBezTo>
                  <a:cubicBezTo>
                    <a:pt x="1424484" y="38598"/>
                    <a:pt x="1396861" y="56695"/>
                    <a:pt x="1365429" y="60505"/>
                  </a:cubicBezTo>
                  <a:cubicBezTo>
                    <a:pt x="1307326" y="66220"/>
                    <a:pt x="1264464" y="112893"/>
                    <a:pt x="1208266" y="122418"/>
                  </a:cubicBezTo>
                  <a:cubicBezTo>
                    <a:pt x="1196836" y="130038"/>
                    <a:pt x="1186359" y="129085"/>
                    <a:pt x="1175881" y="122418"/>
                  </a:cubicBezTo>
                  <a:cubicBezTo>
                    <a:pt x="1178739" y="129085"/>
                    <a:pt x="1197789" y="127180"/>
                    <a:pt x="1187311" y="142420"/>
                  </a:cubicBezTo>
                  <a:cubicBezTo>
                    <a:pt x="1185406" y="144325"/>
                    <a:pt x="1182549" y="146230"/>
                    <a:pt x="1180644" y="149088"/>
                  </a:cubicBezTo>
                  <a:cubicBezTo>
                    <a:pt x="1173262" y="152183"/>
                    <a:pt x="1165939" y="153434"/>
                    <a:pt x="1158647" y="153642"/>
                  </a:cubicBezTo>
                  <a:lnTo>
                    <a:pt x="1143520" y="152466"/>
                  </a:lnTo>
                  <a:lnTo>
                    <a:pt x="1148259" y="153731"/>
                  </a:lnTo>
                  <a:cubicBezTo>
                    <a:pt x="1153498" y="157422"/>
                    <a:pt x="1155879" y="163851"/>
                    <a:pt x="1152069" y="175758"/>
                  </a:cubicBezTo>
                  <a:cubicBezTo>
                    <a:pt x="1112064" y="198618"/>
                    <a:pt x="1069201" y="175758"/>
                    <a:pt x="1029196" y="182425"/>
                  </a:cubicBezTo>
                  <a:cubicBezTo>
                    <a:pt x="1020624" y="171948"/>
                    <a:pt x="980619" y="182425"/>
                    <a:pt x="1006336" y="148135"/>
                  </a:cubicBezTo>
                  <a:cubicBezTo>
                    <a:pt x="1011099" y="141468"/>
                    <a:pt x="1003479" y="136705"/>
                    <a:pt x="995859" y="134800"/>
                  </a:cubicBezTo>
                  <a:cubicBezTo>
                    <a:pt x="984429" y="131943"/>
                    <a:pt x="981571" y="125275"/>
                    <a:pt x="987286" y="114798"/>
                  </a:cubicBezTo>
                  <a:cubicBezTo>
                    <a:pt x="1010146" y="115750"/>
                    <a:pt x="1027291" y="130990"/>
                    <a:pt x="1049199" y="134800"/>
                  </a:cubicBezTo>
                  <a:cubicBezTo>
                    <a:pt x="1053009" y="140515"/>
                    <a:pt x="1055866" y="147183"/>
                    <a:pt x="1064439" y="149088"/>
                  </a:cubicBezTo>
                  <a:cubicBezTo>
                    <a:pt x="1074916" y="150993"/>
                    <a:pt x="1085394" y="150278"/>
                    <a:pt x="1095871" y="149326"/>
                  </a:cubicBezTo>
                  <a:lnTo>
                    <a:pt x="1106484" y="148924"/>
                  </a:lnTo>
                  <a:lnTo>
                    <a:pt x="1093014" y="149088"/>
                  </a:lnTo>
                  <a:cubicBezTo>
                    <a:pt x="1081584" y="144325"/>
                    <a:pt x="1067296" y="146230"/>
                    <a:pt x="1062534" y="131943"/>
                  </a:cubicBezTo>
                  <a:cubicBezTo>
                    <a:pt x="1083489" y="115750"/>
                    <a:pt x="1102539" y="93843"/>
                    <a:pt x="1133971" y="110988"/>
                  </a:cubicBezTo>
                  <a:cubicBezTo>
                    <a:pt x="1150164" y="112893"/>
                    <a:pt x="1147306" y="91938"/>
                    <a:pt x="1158736" y="88128"/>
                  </a:cubicBezTo>
                  <a:cubicBezTo>
                    <a:pt x="1164451" y="84318"/>
                    <a:pt x="1172071" y="81460"/>
                    <a:pt x="1173024" y="73840"/>
                  </a:cubicBezTo>
                  <a:cubicBezTo>
                    <a:pt x="1176834" y="44313"/>
                    <a:pt x="1193979" y="46218"/>
                    <a:pt x="1214934" y="54790"/>
                  </a:cubicBezTo>
                  <a:cubicBezTo>
                    <a:pt x="1234936" y="51933"/>
                    <a:pt x="1254939" y="44313"/>
                    <a:pt x="1275894" y="44313"/>
                  </a:cubicBezTo>
                  <a:cubicBezTo>
                    <a:pt x="1253986" y="44313"/>
                    <a:pt x="1233031" y="51933"/>
                    <a:pt x="1211124" y="51933"/>
                  </a:cubicBezTo>
                  <a:cubicBezTo>
                    <a:pt x="1199694" y="46218"/>
                    <a:pt x="1184454" y="50028"/>
                    <a:pt x="1174929" y="39550"/>
                  </a:cubicBezTo>
                  <a:cubicBezTo>
                    <a:pt x="1174929" y="34788"/>
                    <a:pt x="1174929" y="30978"/>
                    <a:pt x="1174929" y="26215"/>
                  </a:cubicBezTo>
                  <a:cubicBezTo>
                    <a:pt x="1249938" y="9070"/>
                    <a:pt x="1324947" y="-1110"/>
                    <a:pt x="1400760" y="96"/>
                  </a:cubicBezTo>
                  <a:close/>
                </a:path>
              </a:pathLst>
            </a:custGeom>
            <a:solidFill>
              <a:schemeClr val="accent2">
                <a:lumMod val="40000"/>
                <a:lumOff val="60000"/>
              </a:schemeClr>
            </a:solidFill>
            <a:ln w="9525" cap="flat">
              <a:noFill/>
              <a:prstDash val="solid"/>
              <a:miter/>
            </a:ln>
          </p:spPr>
          <p:txBody>
            <a:bodyPr rtlCol="0" anchor="ctr"/>
            <a:lstStyle/>
            <a:p>
              <a:endParaRPr lang="en-US" dirty="0"/>
            </a:p>
          </p:txBody>
        </p:sp>
      </p:gr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shot 2025-05-10 095746.png"/>
          <p:cNvPicPr>
            <a:picLocks noChangeAspect="1"/>
          </p:cNvPicPr>
          <p:nvPr/>
        </p:nvPicPr>
        <p:blipFill>
          <a:blip r:embed="rId2"/>
          <a:stretch>
            <a:fillRect/>
          </a:stretch>
        </p:blipFill>
        <p:spPr>
          <a:xfrm>
            <a:off x="205660" y="139223"/>
            <a:ext cx="10336990" cy="3743666"/>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78296" y="198785"/>
            <a:ext cx="10177669" cy="463823"/>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11232239.png"/>
          <p:cNvPicPr>
            <a:picLocks noChangeAspect="1"/>
          </p:cNvPicPr>
          <p:nvPr/>
        </p:nvPicPr>
        <p:blipFill>
          <a:blip r:embed="rId3"/>
          <a:stretch>
            <a:fillRect/>
          </a:stretch>
        </p:blipFill>
        <p:spPr>
          <a:xfrm flipH="1">
            <a:off x="6026143" y="1696561"/>
            <a:ext cx="4535840" cy="4918845"/>
          </a:xfrm>
          <a:prstGeom prst="rect">
            <a:avLst/>
          </a:prstGeom>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809.png"/>
          <p:cNvPicPr>
            <a:picLocks noChangeAspect="1"/>
          </p:cNvPicPr>
          <p:nvPr/>
        </p:nvPicPr>
        <p:blipFill>
          <a:blip r:embed="rId2"/>
          <a:stretch>
            <a:fillRect/>
          </a:stretch>
        </p:blipFill>
        <p:spPr>
          <a:xfrm>
            <a:off x="217599" y="202327"/>
            <a:ext cx="10861219" cy="4502229"/>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304801" y="212035"/>
            <a:ext cx="10747512" cy="477078"/>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3">
            <a:extLst>
              <a:ext uri="{FF2B5EF4-FFF2-40B4-BE49-F238E27FC236}">
                <a16:creationId xmlns="" xmlns:a16="http://schemas.microsoft.com/office/drawing/2014/main" id="{93B7DBFF-17B9-494F-8801-D96826C166BD}"/>
              </a:ext>
            </a:extLst>
          </p:cNvPr>
          <p:cNvSpPr/>
          <p:nvPr/>
        </p:nvSpPr>
        <p:spPr>
          <a:xfrm rot="5400000">
            <a:off x="6848748" y="1630016"/>
            <a:ext cx="1215499" cy="1980361"/>
          </a:xfrm>
          <a:prstGeom prst="upArrow">
            <a:avLst/>
          </a:prstGeom>
          <a:noFill/>
          <a:ln w="38100">
            <a:solidFill>
              <a:schemeClr val="accent1"/>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sp>
        <p:nvSpPr>
          <p:cNvPr id="6" name="Up Arrow 5">
            <a:extLst>
              <a:ext uri="{FF2B5EF4-FFF2-40B4-BE49-F238E27FC236}">
                <a16:creationId xmlns="" xmlns:a16="http://schemas.microsoft.com/office/drawing/2014/main" id="{0CCFAB31-6FA5-4EC4-BDE3-3EAC666A76B4}"/>
              </a:ext>
            </a:extLst>
          </p:cNvPr>
          <p:cNvSpPr/>
          <p:nvPr/>
        </p:nvSpPr>
        <p:spPr>
          <a:xfrm rot="16200000">
            <a:off x="6717314" y="3052935"/>
            <a:ext cx="1215499" cy="1769006"/>
          </a:xfrm>
          <a:prstGeom prst="upArrow">
            <a:avLst/>
          </a:prstGeom>
          <a:noFill/>
          <a:ln w="38100">
            <a:solidFill>
              <a:schemeClr val="accent2"/>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accent2"/>
              </a:solidFill>
            </a:endParaRPr>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aphic 14">
            <a:extLst>
              <a:ext uri="{FF2B5EF4-FFF2-40B4-BE49-F238E27FC236}">
                <a16:creationId xmlns="" xmlns:a16="http://schemas.microsoft.com/office/drawing/2014/main" id="{1098A79A-82F1-4862-AD51-67F8EA4BE846}"/>
              </a:ext>
            </a:extLst>
          </p:cNvPr>
          <p:cNvGrpSpPr/>
          <p:nvPr/>
        </p:nvGrpSpPr>
        <p:grpSpPr>
          <a:xfrm>
            <a:off x="357809" y="159027"/>
            <a:ext cx="11529391" cy="6698974"/>
            <a:chOff x="2444748" y="555045"/>
            <a:chExt cx="7282048" cy="5727454"/>
          </a:xfrm>
        </p:grpSpPr>
        <p:sp>
          <p:nvSpPr>
            <p:cNvPr id="7" name="Freeform: Shape 3">
              <a:extLst>
                <a:ext uri="{FF2B5EF4-FFF2-40B4-BE49-F238E27FC236}">
                  <a16:creationId xmlns="" xmlns:a16="http://schemas.microsoft.com/office/drawing/2014/main" id="{0EE75B61-D7F1-4F35-B656-ADD5122A00A8}"/>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8" name="Freeform: Shape 4">
              <a:extLst>
                <a:ext uri="{FF2B5EF4-FFF2-40B4-BE49-F238E27FC236}">
                  <a16:creationId xmlns="" xmlns:a16="http://schemas.microsoft.com/office/drawing/2014/main" id="{6B919699-B82D-462E-AA35-E28C02B64AB1}"/>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9" name="Freeform: Shape 5">
              <a:extLst>
                <a:ext uri="{FF2B5EF4-FFF2-40B4-BE49-F238E27FC236}">
                  <a16:creationId xmlns="" xmlns:a16="http://schemas.microsoft.com/office/drawing/2014/main" id="{82998FEB-7C61-46F3-AADF-B1F38BFE6666}"/>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10" name="Freeform: Shape 6">
              <a:extLst>
                <a:ext uri="{FF2B5EF4-FFF2-40B4-BE49-F238E27FC236}">
                  <a16:creationId xmlns="" xmlns:a16="http://schemas.microsoft.com/office/drawing/2014/main" id="{0A82F38A-E982-4D17-A151-5F4C3AD277EE}"/>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11" name="Freeform: Shape 7">
              <a:extLst>
                <a:ext uri="{FF2B5EF4-FFF2-40B4-BE49-F238E27FC236}">
                  <a16:creationId xmlns="" xmlns:a16="http://schemas.microsoft.com/office/drawing/2014/main" id="{F7266E95-845E-4E83-AACE-604764ECC76D}"/>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12" name="Freeform: Shape 8">
              <a:extLst>
                <a:ext uri="{FF2B5EF4-FFF2-40B4-BE49-F238E27FC236}">
                  <a16:creationId xmlns="" xmlns:a16="http://schemas.microsoft.com/office/drawing/2014/main" id="{0ECCE7A9-A983-4C32-B785-F57E7B0B1857}"/>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13" name="Freeform: Shape 9">
              <a:extLst>
                <a:ext uri="{FF2B5EF4-FFF2-40B4-BE49-F238E27FC236}">
                  <a16:creationId xmlns="" xmlns:a16="http://schemas.microsoft.com/office/drawing/2014/main" id="{D0089229-0CD3-4F23-820F-CFCAED4C0036}"/>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4" name="Freeform: Shape 10">
              <a:extLst>
                <a:ext uri="{FF2B5EF4-FFF2-40B4-BE49-F238E27FC236}">
                  <a16:creationId xmlns="" xmlns:a16="http://schemas.microsoft.com/office/drawing/2014/main" id="{86874CFF-11AC-41E1-9E58-52E4E023F63A}"/>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4" name="Picture 3" descr="Screenshot 2025-05-10 095830.png"/>
          <p:cNvPicPr>
            <a:picLocks noChangeAspect="1"/>
          </p:cNvPicPr>
          <p:nvPr/>
        </p:nvPicPr>
        <p:blipFill>
          <a:blip r:embed="rId2"/>
          <a:stretch>
            <a:fillRect/>
          </a:stretch>
        </p:blipFill>
        <p:spPr>
          <a:xfrm>
            <a:off x="901148" y="568624"/>
            <a:ext cx="10469217" cy="4427446"/>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1073426" y="609598"/>
            <a:ext cx="10257183" cy="477080"/>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906.png"/>
          <p:cNvPicPr>
            <a:picLocks noChangeAspect="1"/>
          </p:cNvPicPr>
          <p:nvPr/>
        </p:nvPicPr>
        <p:blipFill>
          <a:blip r:embed="rId2"/>
          <a:stretch>
            <a:fillRect/>
          </a:stretch>
        </p:blipFill>
        <p:spPr>
          <a:xfrm>
            <a:off x="226512" y="227623"/>
            <a:ext cx="10017419" cy="6411715"/>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78296" y="238542"/>
            <a:ext cx="6188765" cy="34455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377687" y="1729410"/>
            <a:ext cx="9336156" cy="34455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97566" y="3220262"/>
            <a:ext cx="9806607" cy="34455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90941" y="4711130"/>
            <a:ext cx="8143460" cy="34455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939.png"/>
          <p:cNvPicPr>
            <a:picLocks noChangeAspect="1"/>
          </p:cNvPicPr>
          <p:nvPr/>
        </p:nvPicPr>
        <p:blipFill>
          <a:blip r:embed="rId2"/>
          <a:stretch>
            <a:fillRect/>
          </a:stretch>
        </p:blipFill>
        <p:spPr>
          <a:xfrm>
            <a:off x="243215" y="263972"/>
            <a:ext cx="10679560" cy="5805524"/>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12035" y="251794"/>
            <a:ext cx="8216348" cy="41081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284921" y="4578629"/>
            <a:ext cx="10581861" cy="410814"/>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AutoShape 2" descr="C:\Users\Asus\AppData\Local\Temp\{721AB344-B056-464D-A433-A17FC75212F6}.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Users\Asus\AppData\Local\Temp\{721AB344-B056-464D-A433-A17FC75212F6}.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2" name="AutoShape 6" descr="C:\Users\Asus\AppData\Local\Temp\{721AB344-B056-464D-A433-A17FC75212F6}.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103" name="Picture 7"/>
          <p:cNvPicPr>
            <a:picLocks noChangeAspect="1" noChangeArrowheads="1"/>
          </p:cNvPicPr>
          <p:nvPr/>
        </p:nvPicPr>
        <p:blipFill>
          <a:blip r:embed="rId3"/>
          <a:srcRect/>
          <a:stretch>
            <a:fillRect/>
          </a:stretch>
        </p:blipFill>
        <p:spPr bwMode="auto">
          <a:xfrm>
            <a:off x="7567134" y="1364974"/>
            <a:ext cx="3074362" cy="3074362"/>
          </a:xfrm>
          <a:prstGeom prst="rect">
            <a:avLst/>
          </a:prstGeom>
          <a:noFill/>
          <a:ln w="9525">
            <a:noFill/>
            <a:miter lim="800000"/>
            <a:headEnd/>
            <a:tailEnd/>
          </a:ln>
          <a:effectLst/>
        </p:spPr>
      </p:pic>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5-05-10 095956.png"/>
          <p:cNvPicPr>
            <a:picLocks noChangeAspect="1"/>
          </p:cNvPicPr>
          <p:nvPr/>
        </p:nvPicPr>
        <p:blipFill>
          <a:blip r:embed="rId2"/>
          <a:stretch>
            <a:fillRect/>
          </a:stretch>
        </p:blipFill>
        <p:spPr>
          <a:xfrm>
            <a:off x="251958" y="197840"/>
            <a:ext cx="8155197" cy="3791065"/>
          </a:xfrm>
          <a:prstGeom prst="rect">
            <a:avLst/>
          </a:prstGeom>
          <a:ln>
            <a:noFill/>
          </a:ln>
          <a:effectLst>
            <a:outerShdw blurRad="190500" algn="tl" rotWithShape="0">
              <a:srgbClr val="000000">
                <a:alpha val="70000"/>
              </a:srgbClr>
            </a:outerShdw>
          </a:effectLst>
        </p:spPr>
      </p:pic>
      <p:sp>
        <p:nvSpPr>
          <p:cNvPr id="30" name="Rounded Rectangle 29"/>
          <p:cNvSpPr/>
          <p:nvPr/>
        </p:nvSpPr>
        <p:spPr>
          <a:xfrm>
            <a:off x="278296" y="172282"/>
            <a:ext cx="8083826" cy="556588"/>
          </a:xfrm>
          <a:prstGeom prst="roundRect">
            <a:avLst/>
          </a:prstGeom>
          <a:noFill/>
          <a:ln>
            <a:solidFill>
              <a:schemeClr val="accent1">
                <a:lumMod val="75000"/>
              </a:schemeClr>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5">
            <a:extLst>
              <a:ext uri="{FF2B5EF4-FFF2-40B4-BE49-F238E27FC236}">
                <a16:creationId xmlns="" xmlns:a16="http://schemas.microsoft.com/office/drawing/2014/main" id="{1AAB0A06-1284-4711-8DDD-73066820900C}"/>
              </a:ext>
            </a:extLst>
          </p:cNvPr>
          <p:cNvGrpSpPr/>
          <p:nvPr/>
        </p:nvGrpSpPr>
        <p:grpSpPr>
          <a:xfrm rot="19999134">
            <a:off x="6346709" y="3668318"/>
            <a:ext cx="4397720" cy="2662119"/>
            <a:chOff x="1548974" y="3079480"/>
            <a:chExt cx="2704457" cy="1559403"/>
          </a:xfrm>
        </p:grpSpPr>
        <p:sp>
          <p:nvSpPr>
            <p:cNvPr id="14" name="Donut 1">
              <a:extLst>
                <a:ext uri="{FF2B5EF4-FFF2-40B4-BE49-F238E27FC236}">
                  <a16:creationId xmlns="" xmlns:a16="http://schemas.microsoft.com/office/drawing/2014/main" id="{E621AA74-06A6-4E6F-B56E-AEAF04117E47}"/>
                </a:ext>
              </a:extLst>
            </p:cNvPr>
            <p:cNvSpPr/>
            <p:nvPr/>
          </p:nvSpPr>
          <p:spPr>
            <a:xfrm>
              <a:off x="1548974" y="3091751"/>
              <a:ext cx="1440226" cy="1512168"/>
            </a:xfrm>
            <a:custGeom>
              <a:avLst/>
              <a:gdLst/>
              <a:ahLst/>
              <a:cxnLst/>
              <a:rect l="l" t="t" r="r" b="b"/>
              <a:pathLst>
                <a:path w="1440226" h="1512168">
                  <a:moveTo>
                    <a:pt x="756084" y="0"/>
                  </a:moveTo>
                  <a:cubicBezTo>
                    <a:pt x="809434" y="0"/>
                    <a:pt x="861493" y="5526"/>
                    <a:pt x="911655" y="16352"/>
                  </a:cubicBezTo>
                  <a:lnTo>
                    <a:pt x="861023" y="77719"/>
                  </a:lnTo>
                  <a:cubicBezTo>
                    <a:pt x="827076" y="69873"/>
                    <a:pt x="791899" y="67140"/>
                    <a:pt x="756084" y="67140"/>
                  </a:cubicBezTo>
                  <a:cubicBezTo>
                    <a:pt x="375591" y="67140"/>
                    <a:pt x="67140" y="375591"/>
                    <a:pt x="67140" y="756084"/>
                  </a:cubicBezTo>
                  <a:cubicBezTo>
                    <a:pt x="67140" y="1136577"/>
                    <a:pt x="375591" y="1445028"/>
                    <a:pt x="756084" y="1445028"/>
                  </a:cubicBezTo>
                  <a:cubicBezTo>
                    <a:pt x="1018779" y="1445028"/>
                    <a:pt x="1247134" y="1298001"/>
                    <a:pt x="1360509" y="1080221"/>
                  </a:cubicBezTo>
                  <a:lnTo>
                    <a:pt x="1366851" y="1080860"/>
                  </a:lnTo>
                  <a:cubicBezTo>
                    <a:pt x="1391796" y="1080860"/>
                    <a:pt x="1416402" y="1079411"/>
                    <a:pt x="1440226" y="1073463"/>
                  </a:cubicBezTo>
                  <a:cubicBezTo>
                    <a:pt x="1321974" y="1332897"/>
                    <a:pt x="1059965" y="1512168"/>
                    <a:pt x="756084" y="1512168"/>
                  </a:cubicBezTo>
                  <a:cubicBezTo>
                    <a:pt x="338510" y="1512168"/>
                    <a:pt x="0" y="1173658"/>
                    <a:pt x="0" y="756084"/>
                  </a:cubicBezTo>
                  <a:cubicBezTo>
                    <a:pt x="0" y="338510"/>
                    <a:pt x="338510" y="0"/>
                    <a:pt x="756084"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5" name="Donut 18">
              <a:extLst>
                <a:ext uri="{FF2B5EF4-FFF2-40B4-BE49-F238E27FC236}">
                  <a16:creationId xmlns="" xmlns:a16="http://schemas.microsoft.com/office/drawing/2014/main" id="{AA9E845D-12B2-4B6A-B386-1B2E863E8004}"/>
                </a:ext>
              </a:extLst>
            </p:cNvPr>
            <p:cNvSpPr/>
            <p:nvPr/>
          </p:nvSpPr>
          <p:spPr>
            <a:xfrm rot="1800000">
              <a:off x="3495099" y="3800267"/>
              <a:ext cx="758332" cy="828258"/>
            </a:xfrm>
            <a:custGeom>
              <a:avLst/>
              <a:gdLst/>
              <a:ahLst/>
              <a:cxnLst/>
              <a:rect l="l" t="t" r="r" b="b"/>
              <a:pathLst>
                <a:path w="758332" h="828258">
                  <a:moveTo>
                    <a:pt x="344203" y="0"/>
                  </a:moveTo>
                  <a:cubicBezTo>
                    <a:pt x="572920" y="0"/>
                    <a:pt x="758332" y="185412"/>
                    <a:pt x="758332" y="414129"/>
                  </a:cubicBezTo>
                  <a:cubicBezTo>
                    <a:pt x="758332" y="642846"/>
                    <a:pt x="572920" y="828258"/>
                    <a:pt x="344203" y="828258"/>
                  </a:cubicBezTo>
                  <a:cubicBezTo>
                    <a:pt x="200656" y="828258"/>
                    <a:pt x="74167" y="755223"/>
                    <a:pt x="0" y="644197"/>
                  </a:cubicBezTo>
                  <a:cubicBezTo>
                    <a:pt x="21879" y="639824"/>
                    <a:pt x="42700" y="632423"/>
                    <a:pt x="61898" y="622029"/>
                  </a:cubicBezTo>
                  <a:cubicBezTo>
                    <a:pt x="125053" y="709489"/>
                    <a:pt x="228052" y="765799"/>
                    <a:pt x="344203" y="765799"/>
                  </a:cubicBezTo>
                  <a:cubicBezTo>
                    <a:pt x="538425" y="765799"/>
                    <a:pt x="695873" y="608351"/>
                    <a:pt x="695873" y="414129"/>
                  </a:cubicBezTo>
                  <a:cubicBezTo>
                    <a:pt x="695873" y="219907"/>
                    <a:pt x="538425" y="62459"/>
                    <a:pt x="344203" y="62459"/>
                  </a:cubicBezTo>
                  <a:cubicBezTo>
                    <a:pt x="268837" y="62459"/>
                    <a:pt x="199008" y="86167"/>
                    <a:pt x="142116" y="127028"/>
                  </a:cubicBezTo>
                  <a:cubicBezTo>
                    <a:pt x="127119" y="111892"/>
                    <a:pt x="110245" y="98692"/>
                    <a:pt x="91641" y="88069"/>
                  </a:cubicBezTo>
                  <a:cubicBezTo>
                    <a:pt x="160663" y="32359"/>
                    <a:pt x="248654" y="0"/>
                    <a:pt x="34420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6" name="Oval 8">
              <a:extLst>
                <a:ext uri="{FF2B5EF4-FFF2-40B4-BE49-F238E27FC236}">
                  <a16:creationId xmlns="" xmlns:a16="http://schemas.microsoft.com/office/drawing/2014/main" id="{B9DFC6D1-BC63-4E0B-B698-67C3A1F6340F}"/>
                </a:ext>
              </a:extLst>
            </p:cNvPr>
            <p:cNvSpPr/>
            <p:nvPr/>
          </p:nvSpPr>
          <p:spPr>
            <a:xfrm>
              <a:off x="1671133" y="3222443"/>
              <a:ext cx="1260632" cy="126063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7" name="Oval 9">
              <a:extLst>
                <a:ext uri="{FF2B5EF4-FFF2-40B4-BE49-F238E27FC236}">
                  <a16:creationId xmlns="" xmlns:a16="http://schemas.microsoft.com/office/drawing/2014/main" id="{D9E8A689-1D7F-44D7-BA3F-E518BD9E07C7}"/>
                </a:ext>
              </a:extLst>
            </p:cNvPr>
            <p:cNvSpPr/>
            <p:nvPr/>
          </p:nvSpPr>
          <p:spPr>
            <a:xfrm>
              <a:off x="3541835" y="3895934"/>
              <a:ext cx="612000" cy="61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8" name="Block Arc 10">
              <a:extLst>
                <a:ext uri="{FF2B5EF4-FFF2-40B4-BE49-F238E27FC236}">
                  <a16:creationId xmlns="" xmlns:a16="http://schemas.microsoft.com/office/drawing/2014/main" id="{07EAB329-10C7-41DB-9983-773C7F0EC88D}"/>
                </a:ext>
              </a:extLst>
            </p:cNvPr>
            <p:cNvSpPr/>
            <p:nvPr/>
          </p:nvSpPr>
          <p:spPr>
            <a:xfrm rot="1193618" flipH="1">
              <a:off x="2873355" y="4005064"/>
              <a:ext cx="633819" cy="633819"/>
            </a:xfrm>
            <a:prstGeom prst="blockArc">
              <a:avLst>
                <a:gd name="adj1" fmla="val 12143981"/>
                <a:gd name="adj2" fmla="val 21380767"/>
                <a:gd name="adj3" fmla="val 1074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19" name="Isosceles Triangle 11">
              <a:extLst>
                <a:ext uri="{FF2B5EF4-FFF2-40B4-BE49-F238E27FC236}">
                  <a16:creationId xmlns="" xmlns:a16="http://schemas.microsoft.com/office/drawing/2014/main" id="{58D723B2-8C86-4B4A-9597-C3C35F170B0D}"/>
                </a:ext>
              </a:extLst>
            </p:cNvPr>
            <p:cNvSpPr/>
            <p:nvPr/>
          </p:nvSpPr>
          <p:spPr>
            <a:xfrm rot="6066222">
              <a:off x="2406037" y="3089412"/>
              <a:ext cx="144016" cy="12415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20" name="Isosceles Triangle 12">
              <a:extLst>
                <a:ext uri="{FF2B5EF4-FFF2-40B4-BE49-F238E27FC236}">
                  <a16:creationId xmlns="" xmlns:a16="http://schemas.microsoft.com/office/drawing/2014/main" id="{14A1786A-698E-4C20-8961-C152343C7399}"/>
                </a:ext>
              </a:extLst>
            </p:cNvPr>
            <p:cNvSpPr/>
            <p:nvPr/>
          </p:nvSpPr>
          <p:spPr>
            <a:xfrm rot="16200000">
              <a:off x="3690619" y="3759652"/>
              <a:ext cx="144016" cy="124152"/>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sp>
        <p:nvSpPr>
          <p:cNvPr id="21" name="Rounded Rectangle 32">
            <a:extLst>
              <a:ext uri="{FF2B5EF4-FFF2-40B4-BE49-F238E27FC236}">
                <a16:creationId xmlns="" xmlns:a16="http://schemas.microsoft.com/office/drawing/2014/main" id="{41B6AC0A-0038-4371-BEAD-D5E612139F9E}"/>
              </a:ext>
            </a:extLst>
          </p:cNvPr>
          <p:cNvSpPr/>
          <p:nvPr/>
        </p:nvSpPr>
        <p:spPr>
          <a:xfrm>
            <a:off x="7063409" y="4903304"/>
            <a:ext cx="1245703" cy="1174028"/>
          </a:xfrm>
          <a:custGeom>
            <a:avLst/>
            <a:gdLst/>
            <a:ahLst/>
            <a:cxnLst/>
            <a:rect l="l" t="t" r="r" b="b"/>
            <a:pathLst>
              <a:path w="3240000" h="324000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2" name="Rectangle 7">
            <a:extLst>
              <a:ext uri="{FF2B5EF4-FFF2-40B4-BE49-F238E27FC236}">
                <a16:creationId xmlns="" xmlns:a16="http://schemas.microsoft.com/office/drawing/2014/main" id="{84693C49-05C6-4CD0-A900-4B843CF3016D}"/>
              </a:ext>
            </a:extLst>
          </p:cNvPr>
          <p:cNvSpPr/>
          <p:nvPr/>
        </p:nvSpPr>
        <p:spPr>
          <a:xfrm rot="18900000">
            <a:off x="10045995" y="4487609"/>
            <a:ext cx="308592" cy="676943"/>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3074" name="AutoShape 2" descr="C:\Users\Asus\AppData\Local\Temp\{721AB344-B056-464D-A433-A17FC75212F6}.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 xmlns:p14="http://schemas.microsoft.com/office/powerpoint/2010/main" val="27379425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3" name="Picture 5"/>
          <p:cNvPicPr>
            <a:picLocks noChangeAspect="1" noChangeArrowheads="1"/>
          </p:cNvPicPr>
          <p:nvPr/>
        </p:nvPicPr>
        <p:blipFill>
          <a:blip r:embed="rId2"/>
          <a:srcRect/>
          <a:stretch>
            <a:fillRect/>
          </a:stretch>
        </p:blipFill>
        <p:spPr bwMode="auto">
          <a:xfrm>
            <a:off x="6586468" y="1252467"/>
            <a:ext cx="5605532" cy="5605533"/>
          </a:xfrm>
          <a:prstGeom prst="rect">
            <a:avLst/>
          </a:prstGeom>
          <a:noFill/>
          <a:ln w="9525">
            <a:noFill/>
            <a:miter lim="800000"/>
            <a:headEnd/>
            <a:tailEnd/>
          </a:ln>
          <a:effectLst/>
        </p:spPr>
      </p:pic>
      <p:sp>
        <p:nvSpPr>
          <p:cNvPr id="4" name="Rectangle 3"/>
          <p:cNvSpPr/>
          <p:nvPr/>
        </p:nvSpPr>
        <p:spPr>
          <a:xfrm>
            <a:off x="159026" y="159026"/>
            <a:ext cx="8627165" cy="6955750"/>
          </a:xfrm>
          <a:prstGeom prst="rect">
            <a:avLst/>
          </a:prstGeom>
        </p:spPr>
        <p:txBody>
          <a:bodyPr wrap="square">
            <a:spAutoFit/>
          </a:bodyPr>
          <a:lstStyle/>
          <a:p>
            <a:endParaRPr lang="en-US" sz="2400" b="1" dirty="0" smtClean="0">
              <a:solidFill>
                <a:schemeClr val="accent2">
                  <a:lumMod val="75000"/>
                </a:schemeClr>
              </a:solidFill>
              <a:latin typeface="Segoe UI Black" pitchFamily="34" charset="0"/>
              <a:ea typeface="Segoe UI Black" pitchFamily="34" charset="0"/>
            </a:endParaRPr>
          </a:p>
          <a:p>
            <a:r>
              <a:rPr lang="en-US" sz="2800" b="1" dirty="0" smtClean="0">
                <a:solidFill>
                  <a:schemeClr val="accent2">
                    <a:lumMod val="75000"/>
                  </a:schemeClr>
                </a:solidFill>
                <a:latin typeface="Segoe UI Black" pitchFamily="34" charset="0"/>
                <a:ea typeface="Segoe UI Black" pitchFamily="34" charset="0"/>
              </a:rPr>
              <a:t>San Francisco Salaries: Beyond </a:t>
            </a:r>
            <a:r>
              <a:rPr lang="en-US" sz="2800" b="1" dirty="0" smtClean="0">
                <a:solidFill>
                  <a:schemeClr val="accent2">
                    <a:lumMod val="75000"/>
                  </a:schemeClr>
                </a:solidFill>
                <a:latin typeface="Segoe UI Black" pitchFamily="34" charset="0"/>
                <a:ea typeface="Segoe UI Black" pitchFamily="34" charset="0"/>
              </a:rPr>
              <a:t>the Numbers</a:t>
            </a:r>
            <a:endParaRPr lang="en-US" sz="2400" b="1" dirty="0" smtClean="0">
              <a:solidFill>
                <a:schemeClr val="accent2">
                  <a:lumMod val="75000"/>
                </a:schemeClr>
              </a:solidFill>
              <a:latin typeface="Segoe UI Black" pitchFamily="34" charset="0"/>
              <a:ea typeface="Segoe UI Black" pitchFamily="34" charset="0"/>
            </a:endParaRPr>
          </a:p>
          <a:p>
            <a:r>
              <a:rPr lang="en-US" sz="2000" b="1" dirty="0" smtClean="0">
                <a:solidFill>
                  <a:schemeClr val="accent4">
                    <a:lumMod val="75000"/>
                  </a:schemeClr>
                </a:solidFill>
              </a:rPr>
              <a:t>                    </a:t>
            </a:r>
            <a:r>
              <a:rPr lang="en-US" sz="2400" b="1" dirty="0" smtClean="0">
                <a:solidFill>
                  <a:schemeClr val="accent4">
                    <a:lumMod val="75000"/>
                  </a:schemeClr>
                </a:solidFill>
                <a:latin typeface="Segoe UI Black" pitchFamily="34" charset="0"/>
                <a:ea typeface="Segoe UI Black" pitchFamily="34" charset="0"/>
              </a:rPr>
              <a:t>Insights. Transparency. Action</a:t>
            </a:r>
          </a:p>
          <a:p>
            <a:endParaRPr lang="en-US" sz="2000" b="1" dirty="0" smtClean="0">
              <a:solidFill>
                <a:schemeClr val="accent4">
                  <a:lumMod val="75000"/>
                </a:schemeClr>
              </a:solidFill>
              <a:latin typeface="Segoe UI Black" pitchFamily="34" charset="0"/>
              <a:ea typeface="Segoe UI Black" pitchFamily="34" charset="0"/>
            </a:endParaRPr>
          </a:p>
          <a:p>
            <a:r>
              <a:rPr lang="en-US" sz="2000" dirty="0" smtClean="0">
                <a:latin typeface="Arial Rounded MT Bold" pitchFamily="34" charset="0"/>
              </a:rPr>
              <a:t>      </a:t>
            </a:r>
          </a:p>
          <a:p>
            <a:endParaRPr lang="en-US" sz="2000" dirty="0" smtClean="0">
              <a:latin typeface="Arial Rounded MT Bold" pitchFamily="34" charset="0"/>
            </a:endParaRPr>
          </a:p>
          <a:p>
            <a:r>
              <a:rPr lang="en-US" sz="2000" dirty="0" smtClean="0">
                <a:latin typeface="Arial Rounded MT Bold" pitchFamily="34" charset="0"/>
              </a:rPr>
              <a:t>            Through this analysis, we've uncovered:</a:t>
            </a:r>
          </a:p>
          <a:p>
            <a:endParaRPr lang="en-US" sz="2000" b="1" dirty="0" smtClean="0">
              <a:solidFill>
                <a:schemeClr val="bg1">
                  <a:lumMod val="50000"/>
                </a:schemeClr>
              </a:solidFill>
              <a:latin typeface="Arial Rounded MT Bold" pitchFamily="34" charset="0"/>
            </a:endParaRPr>
          </a:p>
          <a:p>
            <a:r>
              <a:rPr lang="en-US" dirty="0" smtClean="0">
                <a:solidFill>
                  <a:schemeClr val="bg1">
                    <a:lumMod val="50000"/>
                  </a:schemeClr>
                </a:solidFill>
                <a:latin typeface="Arial Rounded MT Bold" pitchFamily="34" charset="0"/>
              </a:rPr>
              <a:t>    </a:t>
            </a:r>
          </a:p>
          <a:p>
            <a:endParaRPr lang="en-US" dirty="0" smtClean="0">
              <a:solidFill>
                <a:schemeClr val="bg1">
                  <a:lumMod val="50000"/>
                </a:schemeClr>
              </a:solidFill>
              <a:latin typeface="Arial Rounded MT Bold" pitchFamily="34" charset="0"/>
            </a:endParaRPr>
          </a:p>
          <a:p>
            <a:r>
              <a:rPr lang="en-US" dirty="0" smtClean="0">
                <a:solidFill>
                  <a:schemeClr val="bg1">
                    <a:lumMod val="50000"/>
                  </a:schemeClr>
                </a:solidFill>
                <a:latin typeface="Arial Rounded MT Bold" pitchFamily="34" charset="0"/>
              </a:rPr>
              <a:t>     Hidden trends in public compensation  </a:t>
            </a:r>
          </a:p>
          <a:p>
            <a:r>
              <a:rPr lang="en-US" dirty="0" smtClean="0">
                <a:solidFill>
                  <a:schemeClr val="bg1">
                    <a:lumMod val="50000"/>
                  </a:schemeClr>
                </a:solidFill>
                <a:latin typeface="Arial Rounded MT Bold" pitchFamily="34" charset="0"/>
              </a:rPr>
              <a:t>     Departments with the highest and lowest payouts</a:t>
            </a:r>
          </a:p>
          <a:p>
            <a:r>
              <a:rPr lang="en-US" dirty="0" smtClean="0">
                <a:solidFill>
                  <a:schemeClr val="bg1">
                    <a:lumMod val="50000"/>
                  </a:schemeClr>
                </a:solidFill>
                <a:latin typeface="Arial Rounded MT Bold" pitchFamily="34" charset="0"/>
              </a:rPr>
              <a:t>     The growing cost of overtime and benefits</a:t>
            </a:r>
          </a:p>
          <a:p>
            <a:r>
              <a:rPr lang="en-US" dirty="0" smtClean="0">
                <a:solidFill>
                  <a:schemeClr val="bg1">
                    <a:lumMod val="50000"/>
                  </a:schemeClr>
                </a:solidFill>
                <a:latin typeface="Arial Rounded MT Bold" pitchFamily="34" charset="0"/>
              </a:rPr>
              <a:t>     Opportunities for smarter, data-driven governance</a:t>
            </a:r>
          </a:p>
          <a:p>
            <a:endParaRPr lang="en-US" dirty="0" smtClean="0">
              <a:solidFill>
                <a:schemeClr val="bg1">
                  <a:lumMod val="50000"/>
                </a:schemeClr>
              </a:solidFill>
              <a:latin typeface="Arial Rounded MT Bold" pitchFamily="34" charset="0"/>
            </a:endParaRPr>
          </a:p>
          <a:p>
            <a:endParaRPr lang="en-US" dirty="0" smtClean="0">
              <a:solidFill>
                <a:schemeClr val="bg1">
                  <a:lumMod val="50000"/>
                </a:schemeClr>
              </a:solidFill>
              <a:latin typeface="Arial Rounded MT Bold" pitchFamily="34" charset="0"/>
            </a:endParaRPr>
          </a:p>
          <a:p>
            <a:r>
              <a:rPr lang="en-US" dirty="0" smtClean="0">
                <a:solidFill>
                  <a:schemeClr val="bg1">
                    <a:lumMod val="50000"/>
                  </a:schemeClr>
                </a:solidFill>
                <a:latin typeface="Arial Rounded MT Bold" pitchFamily="34" charset="0"/>
                <a:ea typeface="Segoe UI Black" pitchFamily="34" charset="0"/>
              </a:rPr>
              <a:t>                                  </a:t>
            </a:r>
          </a:p>
          <a:p>
            <a:endParaRPr lang="en-US" dirty="0" smtClean="0">
              <a:solidFill>
                <a:schemeClr val="bg1">
                  <a:lumMod val="50000"/>
                </a:schemeClr>
              </a:solidFill>
              <a:latin typeface="Arial Rounded MT Bold" pitchFamily="34" charset="0"/>
              <a:ea typeface="Segoe UI Black" pitchFamily="34" charset="0"/>
            </a:endParaRPr>
          </a:p>
          <a:p>
            <a:endParaRPr lang="en-US" dirty="0" smtClean="0">
              <a:solidFill>
                <a:schemeClr val="bg1">
                  <a:lumMod val="50000"/>
                </a:schemeClr>
              </a:solidFill>
              <a:latin typeface="Arial Rounded MT Bold" pitchFamily="34" charset="0"/>
              <a:ea typeface="Segoe UI Black" pitchFamily="34" charset="0"/>
            </a:endParaRPr>
          </a:p>
          <a:p>
            <a:endParaRPr lang="en-US" i="1" dirty="0" smtClean="0"/>
          </a:p>
          <a:p>
            <a:endParaRPr lang="en-US" i="1" dirty="0" smtClean="0"/>
          </a:p>
          <a:p>
            <a:endParaRPr lang="en-US" i="1" dirty="0" smtClean="0"/>
          </a:p>
          <a:p>
            <a:endParaRPr lang="en-US" dirty="0"/>
          </a:p>
        </p:txBody>
      </p:sp>
    </p:spTree>
    <p:extLst>
      <p:ext uri="{BB962C8B-B14F-4D97-AF65-F5344CB8AC3E}">
        <p14:creationId xmlns="" xmlns:p14="http://schemas.microsoft.com/office/powerpoint/2010/main" val="15573097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437321" y="291691"/>
            <a:ext cx="7845288" cy="923330"/>
          </a:xfrm>
          <a:prstGeom prst="rect">
            <a:avLst/>
          </a:prstGeom>
        </p:spPr>
        <p:txBody>
          <a:bodyPr wrap="square">
            <a:spAutoFit/>
          </a:bodyPr>
          <a:lstStyle/>
          <a:p>
            <a:endParaRPr lang="en-US" i="1" dirty="0" smtClean="0">
              <a:solidFill>
                <a:schemeClr val="accent6">
                  <a:lumMod val="60000"/>
                  <a:lumOff val="40000"/>
                </a:schemeClr>
              </a:solidFill>
              <a:latin typeface="Arial Rounded MT Bold" pitchFamily="34" charset="0"/>
            </a:endParaRPr>
          </a:p>
          <a:p>
            <a:r>
              <a:rPr lang="en-US" i="1" dirty="0" smtClean="0">
                <a:solidFill>
                  <a:schemeClr val="accent6">
                    <a:lumMod val="60000"/>
                    <a:lumOff val="40000"/>
                  </a:schemeClr>
                </a:solidFill>
                <a:latin typeface="Arial Rounded MT Bold" pitchFamily="34" charset="0"/>
              </a:rPr>
              <a:t>“Data tells the story — it’s up to us to listen, learn, and lead.”</a:t>
            </a:r>
            <a:r>
              <a:rPr lang="en-US" dirty="0" smtClean="0">
                <a:solidFill>
                  <a:schemeClr val="accent6">
                    <a:lumMod val="60000"/>
                    <a:lumOff val="40000"/>
                  </a:schemeClr>
                </a:solidFill>
                <a:latin typeface="Arial Rounded MT Bold" pitchFamily="34" charset="0"/>
              </a:rPr>
              <a:t/>
            </a:r>
            <a:br>
              <a:rPr lang="en-US" dirty="0" smtClean="0">
                <a:solidFill>
                  <a:schemeClr val="accent6">
                    <a:lumMod val="60000"/>
                    <a:lumOff val="40000"/>
                  </a:schemeClr>
                </a:solidFill>
                <a:latin typeface="Arial Rounded MT Bold" pitchFamily="34" charset="0"/>
              </a:rPr>
            </a:br>
            <a:endParaRPr lang="en-US" dirty="0" smtClean="0">
              <a:solidFill>
                <a:schemeClr val="accent6">
                  <a:lumMod val="60000"/>
                  <a:lumOff val="40000"/>
                </a:schemeClr>
              </a:solidFill>
              <a:latin typeface="Arial Rounded MT Bold" pitchFamily="34" charset="0"/>
            </a:endParaRPr>
          </a:p>
        </p:txBody>
      </p:sp>
      <p:pic>
        <p:nvPicPr>
          <p:cNvPr id="49" name="Picture 48" descr="pngtree-businessman-in-gray-vest-suit-pointing-and-thumbs-up-close-up-png-image_10236546.png"/>
          <p:cNvPicPr>
            <a:picLocks noChangeAspect="1"/>
          </p:cNvPicPr>
          <p:nvPr/>
        </p:nvPicPr>
        <p:blipFill>
          <a:blip r:embed="rId2"/>
          <a:stretch>
            <a:fillRect/>
          </a:stretch>
        </p:blipFill>
        <p:spPr>
          <a:xfrm>
            <a:off x="-283265" y="1449456"/>
            <a:ext cx="4775752" cy="4775752"/>
          </a:xfrm>
          <a:prstGeom prst="rect">
            <a:avLst/>
          </a:prstGeom>
        </p:spPr>
      </p:pic>
      <p:sp>
        <p:nvSpPr>
          <p:cNvPr id="50" name="TextBox 49"/>
          <p:cNvSpPr txBox="1"/>
          <p:nvPr/>
        </p:nvSpPr>
        <p:spPr>
          <a:xfrm>
            <a:off x="3843129" y="5738193"/>
            <a:ext cx="5141844" cy="369332"/>
          </a:xfrm>
          <a:prstGeom prst="rect">
            <a:avLst/>
          </a:prstGeom>
          <a:noFill/>
        </p:spPr>
        <p:txBody>
          <a:bodyPr wrap="square" rtlCol="0">
            <a:spAutoFit/>
          </a:bodyPr>
          <a:lstStyle/>
          <a:p>
            <a:r>
              <a:rPr lang="en-US" dirty="0" smtClean="0">
                <a:solidFill>
                  <a:schemeClr val="accent6">
                    <a:lumMod val="60000"/>
                    <a:lumOff val="40000"/>
                  </a:schemeClr>
                </a:solidFill>
                <a:latin typeface="Arial Rounded MT Bold" pitchFamily="34" charset="0"/>
              </a:rPr>
              <a:t>Let’s connect over questions or insights.</a:t>
            </a:r>
            <a:r>
              <a:rPr lang="en-US" dirty="0" smtClean="0"/>
              <a:t> </a:t>
            </a:r>
            <a:endParaRPr lang="en-US" dirty="0"/>
          </a:p>
        </p:txBody>
      </p:sp>
      <p:sp>
        <p:nvSpPr>
          <p:cNvPr id="51" name="TextBox 50"/>
          <p:cNvSpPr txBox="1"/>
          <p:nvPr/>
        </p:nvSpPr>
        <p:spPr>
          <a:xfrm>
            <a:off x="4240695" y="2504662"/>
            <a:ext cx="6188765" cy="1200329"/>
          </a:xfrm>
          <a:prstGeom prst="rect">
            <a:avLst/>
          </a:prstGeom>
          <a:noFill/>
        </p:spPr>
        <p:txBody>
          <a:bodyPr wrap="square" rtlCol="0">
            <a:spAutoFit/>
          </a:bodyPr>
          <a:lstStyle/>
          <a:p>
            <a:r>
              <a:rPr lang="en-US" sz="72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lgerian" pitchFamily="82" charset="0"/>
              </a:rPr>
              <a:t>Thank you!</a:t>
            </a:r>
            <a:endParaRPr lang="en-US" sz="72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lgerian" pitchFamily="82" charset="0"/>
            </a:endParaRPr>
          </a:p>
        </p:txBody>
      </p:sp>
      <p:sp>
        <p:nvSpPr>
          <p:cNvPr id="52" name="TextBox 51"/>
          <p:cNvSpPr txBox="1"/>
          <p:nvPr/>
        </p:nvSpPr>
        <p:spPr>
          <a:xfrm>
            <a:off x="6844748" y="6208643"/>
            <a:ext cx="5141844" cy="369332"/>
          </a:xfrm>
          <a:prstGeom prst="rect">
            <a:avLst/>
          </a:prstGeom>
          <a:noFill/>
          <a:ln>
            <a:noFill/>
          </a:ln>
        </p:spPr>
        <p:txBody>
          <a:bodyPr wrap="square" rtlCol="0">
            <a:spAutoFit/>
          </a:bodyPr>
          <a:lstStyle/>
          <a:p>
            <a:r>
              <a:rPr lang="en-US" dirty="0" smtClean="0">
                <a:solidFill>
                  <a:srgbClr val="00B0F0"/>
                </a:solidFill>
                <a:latin typeface="Arial Rounded MT Bold" pitchFamily="34" charset="0"/>
              </a:rPr>
              <a:t>                          vineetkumarji1008@gmail.com </a:t>
            </a:r>
            <a:endParaRPr lang="en-US" dirty="0">
              <a:solidFill>
                <a:srgbClr val="00B0F0"/>
              </a:solidFill>
              <a:latin typeface="Arial Rounded MT Bold" pitchFamily="34" charset="0"/>
            </a:endParaRPr>
          </a:p>
        </p:txBody>
      </p:sp>
      <p:cxnSp>
        <p:nvCxnSpPr>
          <p:cNvPr id="57" name="Elbow Connector 56"/>
          <p:cNvCxnSpPr/>
          <p:nvPr/>
        </p:nvCxnSpPr>
        <p:spPr>
          <a:xfrm rot="16200000" flipH="1">
            <a:off x="8415131" y="5870713"/>
            <a:ext cx="371061" cy="344556"/>
          </a:xfrm>
          <a:prstGeom prst="bentConnector3">
            <a:avLst>
              <a:gd name="adj1" fmla="val 50000"/>
            </a:avLst>
          </a:prstGeom>
          <a:ln>
            <a:tailEnd type="arrow"/>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184600926"/>
      </p:ext>
    </p:extLst>
  </p:cSld>
  <p:clrMapOvr>
    <a:masterClrMapping/>
  </p:clrMapOvr>
  <p:timing>
    <p:tnLst>
      <p:par>
        <p:cTn id="1" dur="indefinite" restart="never" nodeType="tmRoot"/>
      </p:par>
    </p:tnLst>
  </p:timing>
</p:sld>
</file>

<file path=ppt/theme/theme1.xml><?xml version="1.0" encoding="utf-8"?>
<a:theme xmlns:a="http://schemas.openxmlformats.org/drawingml/2006/main" name="Contents Slide Master">
  <a:themeElements>
    <a:clrScheme name="ALLPPT-230">
      <a:dk1>
        <a:sysClr val="windowText" lastClr="000000"/>
      </a:dk1>
      <a:lt1>
        <a:sysClr val="window" lastClr="FFFFFF"/>
      </a:lt1>
      <a:dk2>
        <a:srgbClr val="44546A"/>
      </a:dk2>
      <a:lt2>
        <a:srgbClr val="E7E6E6"/>
      </a:lt2>
      <a:accent1>
        <a:srgbClr val="FE7054"/>
      </a:accent1>
      <a:accent2>
        <a:srgbClr val="DA87FF"/>
      </a:accent2>
      <a:accent3>
        <a:srgbClr val="FF79B2"/>
      </a:accent3>
      <a:accent4>
        <a:srgbClr val="FEC434"/>
      </a:accent4>
      <a:accent5>
        <a:srgbClr val="7F7F7F"/>
      </a:accent5>
      <a:accent6>
        <a:srgbClr val="3C4955"/>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Break Slide Master">
  <a:themeElements>
    <a:clrScheme name="ALLPPT-230">
      <a:dk1>
        <a:sysClr val="windowText" lastClr="000000"/>
      </a:dk1>
      <a:lt1>
        <a:sysClr val="window" lastClr="FFFFFF"/>
      </a:lt1>
      <a:dk2>
        <a:srgbClr val="44546A"/>
      </a:dk2>
      <a:lt2>
        <a:srgbClr val="E7E6E6"/>
      </a:lt2>
      <a:accent1>
        <a:srgbClr val="FE7054"/>
      </a:accent1>
      <a:accent2>
        <a:srgbClr val="DA87FF"/>
      </a:accent2>
      <a:accent3>
        <a:srgbClr val="FF9CD3"/>
      </a:accent3>
      <a:accent4>
        <a:srgbClr val="FEC434"/>
      </a:accent4>
      <a:accent5>
        <a:srgbClr val="7F7F7F"/>
      </a:accent5>
      <a:accent6>
        <a:srgbClr val="3C4955"/>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4644</TotalTime>
  <Words>501</Words>
  <Application>Microsoft Office PowerPoint</Application>
  <PresentationFormat>Custom</PresentationFormat>
  <Paragraphs>102</Paragraphs>
  <Slides>24</Slides>
  <Notes>0</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Contents Slide Master</vt:lpstr>
      <vt:lpstr>Section Break Slide Master</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Asus</cp:lastModifiedBy>
  <cp:revision>118</cp:revision>
  <dcterms:created xsi:type="dcterms:W3CDTF">2020-01-20T05:08:25Z</dcterms:created>
  <dcterms:modified xsi:type="dcterms:W3CDTF">2025-05-10T07:17:59Z</dcterms:modified>
</cp:coreProperties>
</file>